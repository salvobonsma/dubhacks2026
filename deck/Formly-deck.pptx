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4"/>
  </p:notesMasterIdLst>
  <p:sldIdLst>
    <p:sldId id="256" r:id="rId2"/>
    <p:sldId id="257" r:id="rId3"/>
    <p:sldId id="275" r:id="rId4"/>
    <p:sldId id="297" r:id="rId5"/>
    <p:sldId id="272" r:id="rId6"/>
    <p:sldId id="259" r:id="rId7"/>
    <p:sldId id="298" r:id="rId8"/>
    <p:sldId id="299" r:id="rId9"/>
    <p:sldId id="261" r:id="rId10"/>
    <p:sldId id="270" r:id="rId11"/>
    <p:sldId id="271" r:id="rId12"/>
    <p:sldId id="260" r:id="rId1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674"/>
    <p:restoredTop sz="94637"/>
  </p:normalViewPr>
  <p:slideViewPr>
    <p:cSldViewPr snapToGrid="0">
      <p:cViewPr varScale="1">
        <p:scale>
          <a:sx n="150" d="100"/>
          <a:sy n="150" d="100"/>
        </p:scale>
        <p:origin x="160" y="95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frtitle: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frtitl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0:00-0:15 · Hi, we're Formly: Stripe for forms. We are here to making switching to T-mobile the ______ . We make it one tap. Then straight to: want to try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frqrcod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frqrcod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0:15 · Hand the judge the phone on B. A teammate starts A by hand at the same time. Say go. Cap the race at 60 seconds; nobody has to finish 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frprob: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frprob: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0:20-0:50 · The six address fields type themselves one after another as the slide opens, typos and all, faster each time (about 20 seconds). Talk while they race. Everyone has typed their address a hundred times: the bank, the landlord, the DMV. T-Mobile's sign-up alone is 33 fields.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0:30-0:45 · Forms lose people: 7 in 10 online checkouts never finish, 70% walk away before the end. Every field is a place to drop off.</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0:50-1:15 · Still racing. By hand isn't a line: typos, wrong PINs, made-up answers, rejected port-ins, start again or quit. Click: Formly is one straight line, one tap to signed up. Stripe made paying one tap. We make signing up one tap.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frsrc: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frsrc: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1:15-1:45 · Race over: who won? Then have the judge tap a filled field: it shows the email or file the answer came from. Account number from the carrier bill in Gmail, phone model from the order receipt, address from the lease on Drive.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Autofill stops where sign-ups get hard. On T-Mobile’s form it covers 13 of 33 fields: name, contact, address, card. The green tiles are the hard part: ID, SSN, employer, income, current carrier, emergency contact. That’s where people quit: 68% dropped a financial sign-up with ID and credit checks last year. And the number one reason a number transfer fails is a wrong account number, which autofill never has. Formly finds it on your carrier bill, so it can fill 30 of 33.</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frclos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frclos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Bring Formly to T-Mobile. Half of Americans say the hassle of switching puts them off, yet about 5M accounts still sign up at T-Mobile every year. If just 10% more of them finish, a conservative assumption, that's about $940M more revenue a year. The ask: a one-month pilot of Fill with Formly on T-Mobile's switch flow, measured on completion rate and port-in errors. If asked about the math: 34.7M postpaid accounts x 0.99% monthly churn x 12 = about 4.1M a year, plus ~1M net adds (2026 guidance 950K-1.05M) = about 5.1M sign-ups; 10% = ~512K accounts x $152.91 x 12 = ~$940M. Our estimates from T-Mobile's public Q2 2026 numbers.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Answer to: isn't this just autofill? Autofill fills your name, password managers fill logins, Stripe Link fills payment. Nothing fills the account number, IMEI or the number you're transferring.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frhow: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2" name="Google Shape;262;frhow: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Answer to: how is it built? Walk the pipeline left to right. Stack line is still a placeholder for the build team.</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frreal: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frreal: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Answer to: what works today? Fill in from the build team before judging.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frwall: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frwall: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Answer to: is reading my inbox safe? Formly reads the accounts; T-Mobile only receives the finished answers the customer approved. Read-only Google access, delete everything in one tap.</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11.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1.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53"/>
        <p:cNvGrpSpPr/>
        <p:nvPr/>
      </p:nvGrpSpPr>
      <p:grpSpPr>
        <a:xfrm>
          <a:off x="0" y="0"/>
          <a:ext cx="0" cy="0"/>
          <a:chOff x="0" y="0"/>
          <a:chExt cx="0" cy="0"/>
        </a:xfrm>
      </p:grpSpPr>
      <p:sp>
        <p:nvSpPr>
          <p:cNvPr id="55" name="Google Shape;55;p13"/>
          <p:cNvSpPr txBox="1"/>
          <p:nvPr/>
        </p:nvSpPr>
        <p:spPr>
          <a:xfrm>
            <a:off x="320040" y="1851660"/>
            <a:ext cx="7041000" cy="48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50" b="0">
                <a:solidFill>
                  <a:srgbClr val="5B6575"/>
                </a:solidFill>
                <a:latin typeface="DM Sans"/>
                <a:ea typeface="DM Sans"/>
                <a:cs typeface="DM Sans"/>
                <a:sym typeface="DM Sans"/>
              </a:rPr>
              <a:t>Stripe for forms.</a:t>
            </a:r>
            <a:endParaRPr sz="2250" b="0">
              <a:solidFill>
                <a:srgbClr val="5B6575"/>
              </a:solidFill>
              <a:latin typeface="DM Sans"/>
              <a:ea typeface="DM Sans"/>
              <a:cs typeface="DM Sans"/>
              <a:sym typeface="DM Sans"/>
            </a:endParaRPr>
          </a:p>
        </p:txBody>
      </p:sp>
      <p:sp>
        <p:nvSpPr>
          <p:cNvPr id="57" name="Google Shape;57;p13"/>
          <p:cNvSpPr/>
          <p:nvPr/>
        </p:nvSpPr>
        <p:spPr>
          <a:xfrm>
            <a:off x="411480" y="2948940"/>
            <a:ext cx="5280600" cy="5145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8" name="Google Shape;58;p13"/>
          <p:cNvSpPr txBox="1"/>
          <p:nvPr/>
        </p:nvSpPr>
        <p:spPr>
          <a:xfrm>
            <a:off x="457200" y="2948940"/>
            <a:ext cx="5120700" cy="51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350" b="0">
                <a:solidFill>
                  <a:srgbClr val="8A94A3"/>
                </a:solidFill>
                <a:latin typeface="DM Sans"/>
                <a:ea typeface="DM Sans"/>
                <a:cs typeface="DM Sans"/>
                <a:sym typeface="DM Sans"/>
              </a:rPr>
              <a:t>Typing it all again ...</a:t>
            </a:r>
            <a:endParaRPr sz="1350" b="0">
              <a:solidFill>
                <a:srgbClr val="8A94A3"/>
              </a:solidFill>
              <a:latin typeface="DM Sans"/>
              <a:ea typeface="DM Sans"/>
              <a:cs typeface="DM Sans"/>
              <a:sym typeface="DM Sans"/>
            </a:endParaRPr>
          </a:p>
        </p:txBody>
      </p:sp>
      <p:sp>
        <p:nvSpPr>
          <p:cNvPr id="59" name="Google Shape;59;p13"/>
          <p:cNvSpPr/>
          <p:nvPr/>
        </p:nvSpPr>
        <p:spPr>
          <a:xfrm>
            <a:off x="5829300" y="2948940"/>
            <a:ext cx="2469000" cy="514500"/>
          </a:xfrm>
          <a:prstGeom prst="roundRect">
            <a:avLst>
              <a:gd name="adj" fmla="val 16667"/>
            </a:avLst>
          </a:prstGeom>
          <a:solidFill>
            <a:srgbClr val="0F1A2A"/>
          </a:solidFill>
          <a:ln>
            <a:noFill/>
          </a:ln>
          <a:effectLst/>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0" name="Google Shape;60;p13"/>
          <p:cNvSpPr txBox="1"/>
          <p:nvPr/>
        </p:nvSpPr>
        <p:spPr>
          <a:xfrm>
            <a:off x="6172200" y="2948940"/>
            <a:ext cx="2032000" cy="51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500" b="0">
                <a:solidFill>
                  <a:srgbClr val="FFFFFF"/>
                </a:solidFill>
                <a:latin typeface="Sora SemiBold"/>
                <a:ea typeface="Sora SemiBold"/>
                <a:cs typeface="Sora SemiBold"/>
                <a:sym typeface="Sora SemiBold"/>
              </a:rPr>
              <a:t>Fill with Formly</a:t>
            </a:r>
            <a:endParaRPr sz="1500" b="0">
              <a:solidFill>
                <a:srgbClr val="FFFFFF"/>
              </a:solidFill>
              <a:latin typeface="Sora SemiBold"/>
              <a:ea typeface="Sora SemiBold"/>
              <a:cs typeface="Sora SemiBold"/>
              <a:sym typeface="Sora SemiBold"/>
            </a:endParaRPr>
          </a:p>
        </p:txBody>
      </p:sp>
      <p:sp>
        <p:nvSpPr>
          <p:cNvPr id="61" name="Google Shape;61;p13"/>
          <p:cNvSpPr txBox="1"/>
          <p:nvPr/>
        </p:nvSpPr>
        <p:spPr>
          <a:xfrm>
            <a:off x="320040" y="4629150"/>
            <a:ext cx="8412600" cy="24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Khangai Sukhbaatar · Salvo Bonsma · Jerry Zheng </a:t>
            </a:r>
            <a:endParaRPr sz="900" b="0">
              <a:solidFill>
                <a:srgbClr val="5B6575"/>
              </a:solidFill>
              <a:latin typeface="DM Sans"/>
              <a:ea typeface="DM Sans"/>
              <a:cs typeface="DM Sans"/>
              <a:sym typeface="DM Sans"/>
            </a:endParaRPr>
          </a:p>
        </p:txBody>
      </p:sp>
      <p:pic>
        <p:nvPicPr>
          <p:cNvPr id="62" name="Picture 61" descr="lockup-light.png"/>
          <p:cNvPicPr>
            <a:picLocks noChangeAspect="1"/>
          </p:cNvPicPr>
          <p:nvPr/>
        </p:nvPicPr>
        <p:blipFill>
          <a:blip r:embed="rId3"/>
          <a:stretch>
            <a:fillRect/>
          </a:stretch>
        </p:blipFill>
        <p:spPr>
          <a:xfrm>
            <a:off x="274320" y="838200"/>
            <a:ext cx="3335492" cy="838200"/>
          </a:xfrm>
          <a:prstGeom prst="rect">
            <a:avLst/>
          </a:prstGeom>
        </p:spPr>
      </p:pic>
      <p:pic>
        <p:nvPicPr>
          <p:cNvPr id="63" name="Picture 62" descr="mark-dark.png"/>
          <p:cNvPicPr>
            <a:picLocks noChangeAspect="1"/>
          </p:cNvPicPr>
          <p:nvPr/>
        </p:nvPicPr>
        <p:blipFill>
          <a:blip r:embed="rId4"/>
          <a:stretch>
            <a:fillRect/>
          </a:stretch>
        </p:blipFill>
        <p:spPr>
          <a:xfrm>
            <a:off x="6121400" y="3055620"/>
            <a:ext cx="255383" cy="299720"/>
          </a:xfrm>
          <a:prstGeom prst="rect">
            <a:avLst/>
          </a:prstGeom>
        </p:spPr>
      </p:pic>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A2A"/>
        </a:solidFill>
        <a:effectLst/>
      </p:bgPr>
    </p:bg>
    <p:spTree>
      <p:nvGrpSpPr>
        <p:cNvPr id="1" name="Shape 65"/>
        <p:cNvGrpSpPr/>
        <p:nvPr/>
      </p:nvGrpSpPr>
      <p:grpSpPr>
        <a:xfrm>
          <a:off x="0" y="0"/>
          <a:ext cx="0" cy="0"/>
          <a:chOff x="0" y="0"/>
          <a:chExt cx="0" cy="0"/>
        </a:xfrm>
      </p:grpSpPr>
      <p:sp>
        <p:nvSpPr>
          <p:cNvPr id="66" name="TextBox 65"/>
          <p:cNvSpPr txBox="1"/>
          <p:nvPr/>
        </p:nvSpPr>
        <p:spPr>
          <a:xfrm>
            <a:off x="241300" y="292100"/>
            <a:ext cx="8503920" cy="508000"/>
          </a:xfrm>
          <a:prstGeom prst="rect">
            <a:avLst/>
          </a:prstGeom>
          <a:noFill/>
        </p:spPr>
        <p:txBody>
          <a:bodyPr wrap="square" lIns="45720" rIns="45720" anchor="t">
            <a:spAutoFit/>
          </a:bodyPr>
          <a:lstStyle/>
          <a:p>
            <a:pPr algn="l"/>
            <a:r>
              <a:rPr sz="3000" b="0">
                <a:solidFill>
                  <a:srgbClr val="FFFFFF"/>
                </a:solidFill>
                <a:latin typeface="Sora SemiBold"/>
              </a:rPr>
              <a:t>Lets have a Race!</a:t>
            </a:r>
          </a:p>
        </p:txBody>
      </p:sp>
      <p:sp>
        <p:nvSpPr>
          <p:cNvPr id="67" name="Rounded Rectangle 66"/>
          <p:cNvSpPr/>
          <p:nvPr/>
        </p:nvSpPr>
        <p:spPr>
          <a:xfrm>
            <a:off x="320040" y="1270000"/>
            <a:ext cx="4160520" cy="3657600"/>
          </a:xfrm>
          <a:prstGeom prst="roundRect">
            <a:avLst>
              <a:gd name="adj" fmla="val 5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97840" y="1397000"/>
            <a:ext cx="762000" cy="584200"/>
          </a:xfrm>
          <a:prstGeom prst="rect">
            <a:avLst/>
          </a:prstGeom>
          <a:noFill/>
        </p:spPr>
        <p:txBody>
          <a:bodyPr wrap="square" lIns="45720" rIns="45720" anchor="t">
            <a:spAutoFit/>
          </a:bodyPr>
          <a:lstStyle/>
          <a:p>
            <a:pPr algn="l"/>
            <a:r>
              <a:rPr sz="3200" b="0">
                <a:solidFill>
                  <a:srgbClr val="8A94A3"/>
                </a:solidFill>
                <a:latin typeface="Sora SemiBold"/>
              </a:rPr>
              <a:t>A</a:t>
            </a:r>
          </a:p>
        </p:txBody>
      </p:sp>
      <p:sp>
        <p:nvSpPr>
          <p:cNvPr id="69" name="TextBox 68"/>
          <p:cNvSpPr txBox="1"/>
          <p:nvPr/>
        </p:nvSpPr>
        <p:spPr>
          <a:xfrm>
            <a:off x="1056640" y="1447800"/>
            <a:ext cx="3238500" cy="304800"/>
          </a:xfrm>
          <a:prstGeom prst="rect">
            <a:avLst/>
          </a:prstGeom>
          <a:noFill/>
        </p:spPr>
        <p:txBody>
          <a:bodyPr wrap="square" lIns="45720" rIns="45720" anchor="t">
            <a:spAutoFit/>
          </a:bodyPr>
          <a:lstStyle/>
          <a:p>
            <a:pPr algn="l"/>
            <a:r>
              <a:rPr sz="1700" b="0">
                <a:solidFill>
                  <a:srgbClr val="FFFFFF"/>
                </a:solidFill>
                <a:latin typeface="Sora SemiBold"/>
              </a:rPr>
              <a:t>The usual way</a:t>
            </a:r>
          </a:p>
        </p:txBody>
      </p:sp>
      <p:sp>
        <p:nvSpPr>
          <p:cNvPr id="70" name="TextBox 69"/>
          <p:cNvSpPr txBox="1"/>
          <p:nvPr/>
        </p:nvSpPr>
        <p:spPr>
          <a:xfrm>
            <a:off x="1056640" y="1752600"/>
            <a:ext cx="3238500" cy="254000"/>
          </a:xfrm>
          <a:prstGeom prst="rect">
            <a:avLst/>
          </a:prstGeom>
          <a:noFill/>
        </p:spPr>
        <p:txBody>
          <a:bodyPr wrap="square" lIns="45720" rIns="45720" anchor="t">
            <a:spAutoFit/>
          </a:bodyPr>
          <a:lstStyle/>
          <a:p>
            <a:pPr algn="l"/>
            <a:r>
              <a:rPr sz="1200" b="0">
                <a:solidFill>
                  <a:srgbClr val="B9C1CC"/>
                </a:solidFill>
                <a:latin typeface="DM Sans"/>
              </a:rPr>
              <a:t>Type every field yourself</a:t>
            </a:r>
          </a:p>
        </p:txBody>
      </p:sp>
      <p:sp>
        <p:nvSpPr>
          <p:cNvPr id="71" name="Rounded Rectangle 70"/>
          <p:cNvSpPr/>
          <p:nvPr/>
        </p:nvSpPr>
        <p:spPr>
          <a:xfrm>
            <a:off x="1384300" y="2159000"/>
            <a:ext cx="2032000" cy="20320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1384300" y="2159000"/>
            <a:ext cx="2032000" cy="2032000"/>
          </a:xfrm>
          <a:prstGeom prst="rect">
            <a:avLst/>
          </a:prstGeom>
          <a:noFill/>
        </p:spPr>
        <p:txBody>
          <a:bodyPr wrap="square" lIns="45720" rIns="45720" anchor="ctr">
            <a:spAutoFit/>
          </a:bodyPr>
          <a:lstStyle/>
          <a:p>
            <a:pPr algn="ctr"/>
            <a:r>
              <a:rPr sz="1200" b="0">
                <a:solidFill>
                  <a:srgbClr val="8A94A3"/>
                </a:solidFill>
                <a:latin typeface="DM Sans"/>
              </a:rPr>
              <a:t>[QR A]</a:t>
            </a:r>
          </a:p>
        </p:txBody>
      </p:sp>
      <p:sp>
        <p:nvSpPr>
          <p:cNvPr id="73" name="TextBox 72"/>
          <p:cNvSpPr txBox="1"/>
          <p:nvPr/>
        </p:nvSpPr>
        <p:spPr>
          <a:xfrm>
            <a:off x="497840" y="4318000"/>
            <a:ext cx="3810000" cy="279400"/>
          </a:xfrm>
          <a:prstGeom prst="rect">
            <a:avLst/>
          </a:prstGeom>
          <a:noFill/>
        </p:spPr>
        <p:txBody>
          <a:bodyPr wrap="square" lIns="45720" rIns="45720" anchor="t">
            <a:spAutoFit/>
          </a:bodyPr>
          <a:lstStyle/>
          <a:p>
            <a:pPr algn="ctr"/>
            <a:r>
              <a:rPr sz="1300" b="0">
                <a:solidFill>
                  <a:srgbClr val="FFFFFF"/>
                </a:solidFill>
                <a:latin typeface="DM Sans"/>
              </a:rPr>
              <a:t>[short link A]</a:t>
            </a:r>
          </a:p>
        </p:txBody>
      </p:sp>
      <p:sp>
        <p:nvSpPr>
          <p:cNvPr id="74" name="Rounded Rectangle 73"/>
          <p:cNvSpPr/>
          <p:nvPr/>
        </p:nvSpPr>
        <p:spPr>
          <a:xfrm>
            <a:off x="4663440" y="1270000"/>
            <a:ext cx="4160520" cy="3657600"/>
          </a:xfrm>
          <a:prstGeom prst="roundRect">
            <a:avLst>
              <a:gd name="adj" fmla="val 5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841240" y="1397000"/>
            <a:ext cx="762000" cy="584200"/>
          </a:xfrm>
          <a:prstGeom prst="rect">
            <a:avLst/>
          </a:prstGeom>
          <a:noFill/>
        </p:spPr>
        <p:txBody>
          <a:bodyPr wrap="square" lIns="45720" rIns="45720" anchor="t">
            <a:spAutoFit/>
          </a:bodyPr>
          <a:lstStyle/>
          <a:p>
            <a:pPr algn="l"/>
            <a:r>
              <a:rPr sz="3200" b="0">
                <a:solidFill>
                  <a:srgbClr val="22C985"/>
                </a:solidFill>
                <a:latin typeface="Sora SemiBold"/>
              </a:rPr>
              <a:t>B</a:t>
            </a:r>
          </a:p>
        </p:txBody>
      </p:sp>
      <p:sp>
        <p:nvSpPr>
          <p:cNvPr id="76" name="TextBox 75"/>
          <p:cNvSpPr txBox="1"/>
          <p:nvPr/>
        </p:nvSpPr>
        <p:spPr>
          <a:xfrm>
            <a:off x="5400040" y="1447800"/>
            <a:ext cx="3238500" cy="304800"/>
          </a:xfrm>
          <a:prstGeom prst="rect">
            <a:avLst/>
          </a:prstGeom>
          <a:noFill/>
        </p:spPr>
        <p:txBody>
          <a:bodyPr wrap="square" lIns="45720" rIns="45720" anchor="t">
            <a:spAutoFit/>
          </a:bodyPr>
          <a:lstStyle/>
          <a:p>
            <a:pPr algn="l"/>
            <a:r>
              <a:rPr sz="1700" b="0">
                <a:solidFill>
                  <a:srgbClr val="FFFFFF"/>
                </a:solidFill>
                <a:latin typeface="Sora SemiBold"/>
              </a:rPr>
              <a:t>Fill with Formly</a:t>
            </a:r>
          </a:p>
        </p:txBody>
      </p:sp>
      <p:sp>
        <p:nvSpPr>
          <p:cNvPr id="77" name="TextBox 76"/>
          <p:cNvSpPr txBox="1"/>
          <p:nvPr/>
        </p:nvSpPr>
        <p:spPr>
          <a:xfrm>
            <a:off x="5400040" y="1752600"/>
            <a:ext cx="3238500" cy="254000"/>
          </a:xfrm>
          <a:prstGeom prst="rect">
            <a:avLst/>
          </a:prstGeom>
          <a:noFill/>
        </p:spPr>
        <p:txBody>
          <a:bodyPr wrap="square" lIns="45720" rIns="45720" anchor="t">
            <a:spAutoFit/>
          </a:bodyPr>
          <a:lstStyle/>
          <a:p>
            <a:pPr algn="l"/>
            <a:r>
              <a:rPr sz="1200" b="0">
                <a:solidFill>
                  <a:srgbClr val="B9C1CC"/>
                </a:solidFill>
                <a:latin typeface="DM Sans"/>
              </a:rPr>
              <a:t>One button, your Google account</a:t>
            </a:r>
          </a:p>
        </p:txBody>
      </p:sp>
      <p:sp>
        <p:nvSpPr>
          <p:cNvPr id="78" name="Rounded Rectangle 77"/>
          <p:cNvSpPr/>
          <p:nvPr/>
        </p:nvSpPr>
        <p:spPr>
          <a:xfrm>
            <a:off x="5727700" y="2159000"/>
            <a:ext cx="2032000" cy="20320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5727700" y="2159000"/>
            <a:ext cx="2032000" cy="2032000"/>
          </a:xfrm>
          <a:prstGeom prst="rect">
            <a:avLst/>
          </a:prstGeom>
          <a:noFill/>
        </p:spPr>
        <p:txBody>
          <a:bodyPr wrap="square" lIns="45720" rIns="45720" anchor="ctr">
            <a:spAutoFit/>
          </a:bodyPr>
          <a:lstStyle/>
          <a:p>
            <a:pPr algn="ctr"/>
            <a:r>
              <a:rPr sz="1200" b="0">
                <a:solidFill>
                  <a:srgbClr val="8A94A3"/>
                </a:solidFill>
                <a:latin typeface="DM Sans"/>
              </a:rPr>
              <a:t>[QR B]</a:t>
            </a:r>
          </a:p>
        </p:txBody>
      </p:sp>
      <p:sp>
        <p:nvSpPr>
          <p:cNvPr id="80" name="TextBox 79"/>
          <p:cNvSpPr txBox="1"/>
          <p:nvPr/>
        </p:nvSpPr>
        <p:spPr>
          <a:xfrm>
            <a:off x="4841240" y="4318000"/>
            <a:ext cx="3810000" cy="279400"/>
          </a:xfrm>
          <a:prstGeom prst="rect">
            <a:avLst/>
          </a:prstGeom>
          <a:noFill/>
        </p:spPr>
        <p:txBody>
          <a:bodyPr wrap="square" lIns="45720" rIns="45720" anchor="t">
            <a:spAutoFit/>
          </a:bodyPr>
          <a:lstStyle/>
          <a:p>
            <a:pPr algn="ctr"/>
            <a:r>
              <a:rPr sz="1300" b="0">
                <a:solidFill>
                  <a:srgbClr val="FFFFFF"/>
                </a:solidFill>
                <a:latin typeface="DM Sans"/>
              </a:rPr>
              <a:t>[short link B]</a:t>
            </a: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79"/>
        <p:cNvGrpSpPr/>
        <p:nvPr/>
      </p:nvGrpSpPr>
      <p:grpSpPr>
        <a:xfrm>
          <a:off x="0" y="0"/>
          <a:ext cx="0" cy="0"/>
          <a:chOff x="0" y="0"/>
          <a:chExt cx="0" cy="0"/>
        </a:xfrm>
      </p:grpSpPr>
      <p:sp>
        <p:nvSpPr>
          <p:cNvPr id="80" name="Google Shape;80;p15"/>
          <p:cNvSpPr txBox="1"/>
          <p:nvPr/>
        </p:nvSpPr>
        <p:spPr>
          <a:xfrm>
            <a:off x="320040" y="3429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a:solidFill>
                  <a:srgbClr val="0F1A2A"/>
                </a:solidFill>
                <a:latin typeface="Sora SemiBold"/>
                <a:ea typeface="Sora SemiBold"/>
                <a:cs typeface="Sora SemiBold"/>
                <a:sym typeface="Sora SemiBold"/>
              </a:rPr>
              <a:t>You've typed this a hundred times.</a:t>
            </a:r>
            <a:endParaRPr sz="2700" b="0">
              <a:solidFill>
                <a:srgbClr val="0F1A2A"/>
              </a:solidFill>
              <a:latin typeface="Sora SemiBold"/>
              <a:ea typeface="Sora SemiBold"/>
              <a:cs typeface="Sora SemiBold"/>
              <a:sym typeface="Sora SemiBold"/>
            </a:endParaRPr>
          </a:p>
        </p:txBody>
      </p:sp>
      <p:sp>
        <p:nvSpPr>
          <p:cNvPr id="81" name="Google Shape;81;p15"/>
          <p:cNvSpPr txBox="1"/>
          <p:nvPr/>
        </p:nvSpPr>
        <p:spPr>
          <a:xfrm>
            <a:off x="320040" y="116205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T-Mobile · Home address</a:t>
            </a:r>
            <a:endParaRPr sz="825" b="0">
              <a:solidFill>
                <a:srgbClr val="5B6575"/>
              </a:solidFill>
              <a:latin typeface="DM Sans"/>
              <a:ea typeface="DM Sans"/>
              <a:cs typeface="DM Sans"/>
              <a:sym typeface="DM Sans"/>
            </a:endParaRPr>
          </a:p>
        </p:txBody>
      </p:sp>
      <p:sp>
        <p:nvSpPr>
          <p:cNvPr id="82" name="Google Shape;82;p15"/>
          <p:cNvSpPr/>
          <p:nvPr/>
        </p:nvSpPr>
        <p:spPr>
          <a:xfrm>
            <a:off x="411480" y="1405890"/>
            <a:ext cx="8199000" cy="2880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3" name="Google Shape;83;p1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98105</a:t>
            </a:r>
            <a:endParaRPr sz="975" b="0">
              <a:solidFill>
                <a:srgbClr val="0F1A2A"/>
              </a:solidFill>
              <a:latin typeface="DM Sans"/>
              <a:ea typeface="DM Sans"/>
              <a:cs typeface="DM Sans"/>
              <a:sym typeface="DM Sans"/>
            </a:endParaRPr>
          </a:p>
        </p:txBody>
      </p:sp>
      <p:sp>
        <p:nvSpPr>
          <p:cNvPr id="1000" name="Field 1 typing 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1" name="Field 1 typing 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2" name="Field 1 typing 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124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3" name="Field 1 typing 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1248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4" name="Field 1 typing 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124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5" name="Field 1 typing 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6" name="Field 1 typing 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7" name="Field 1 typing 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8" name="Field 1 typing 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9" name="Field 1 typing 1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0" name="Field 1 typing 1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1" name="Field 1 typing 1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2" name="Field 1 typing 1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3" name="Field 1 typing 1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4" name="Field 1 typing 1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5" name="Field 1 typing 1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6" name="Field 1 typing 1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7" name="Field 1 typing 1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8" name="Field 1 typing 1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9" name="Field 1 typing 2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0" name="Field 1 typing 2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1" name="Field 1 typing 2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2" name="Field 1 typing 2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3" name="Field 1 typing 2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4" name="Field 1 typing 2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5" name="Field 1 typing 2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6" name="Field 1 typing 2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7" name="Field 1 typing 2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8" name="Field 1 typing 2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9" name="Field 1 typing 3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0" name="Field 1 typing 3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1" name="Field 1 typing 3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2" name="Field 1 typing 3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3" name="Field 1 typing 3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4" name="Field 1 typing 3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84" name="Google Shape;84;p15"/>
          <p:cNvSpPr txBox="1"/>
          <p:nvPr/>
        </p:nvSpPr>
        <p:spPr>
          <a:xfrm>
            <a:off x="320040" y="171069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Your bank · Home address</a:t>
            </a:r>
            <a:endParaRPr sz="825" b="0">
              <a:solidFill>
                <a:srgbClr val="5B6575"/>
              </a:solidFill>
              <a:latin typeface="DM Sans"/>
              <a:ea typeface="DM Sans"/>
              <a:cs typeface="DM Sans"/>
              <a:sym typeface="DM Sans"/>
            </a:endParaRPr>
          </a:p>
        </p:txBody>
      </p:sp>
      <p:sp>
        <p:nvSpPr>
          <p:cNvPr id="85" name="Google Shape;85;p15"/>
          <p:cNvSpPr/>
          <p:nvPr/>
        </p:nvSpPr>
        <p:spPr>
          <a:xfrm>
            <a:off x="411480" y="1954530"/>
            <a:ext cx="8199000" cy="2880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6" name="Google Shape;86;p1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98105</a:t>
            </a:r>
            <a:endParaRPr sz="975" b="0">
              <a:solidFill>
                <a:srgbClr val="0F1A2A"/>
              </a:solidFill>
              <a:latin typeface="DM Sans"/>
              <a:ea typeface="DM Sans"/>
              <a:cs typeface="DM Sans"/>
              <a:sym typeface="DM Sans"/>
            </a:endParaRPr>
          </a:p>
        </p:txBody>
      </p:sp>
      <p:sp>
        <p:nvSpPr>
          <p:cNvPr id="1035" name="Field 2 typing 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6" name="Field 2 typing 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7" name="Field 2 typing 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8" name="Field 2 typing 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9" name="Field 2 typing 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0" name="Field 2 typing 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1" name="Field 2 typing 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2" name="Field 2 typing 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3" name="Field 2 typing 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4" name="Field 2 typing 1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5" name="Field 2 typing 1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6" name="Field 2 typing 1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7" name="Field 2 typing 1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8" name="Field 2 typing 1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9" name="Field 2 typing 1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0" name="Field 2 typing 1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1" name="Field 2 typing 1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2" name="Field 2 typing 1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3" name="Field 2 typing 1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Seatlt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4" name="Field 2 typing 2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Seatlte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5" name="Field 2 typing 2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Seatlt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6" name="Field 2 typing 2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7" name="Field 2 typing 2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8" name="Field 2 typing 2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9" name="Field 2 typing 2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0" name="Field 2 typing 2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1" name="Field 2 typing 2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2" name="Field 2 typing 2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3" name="Field 2 typing 2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4" name="Field 2 typing 3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5" name="Field 2 typing 3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6" name="Field 2 typing 3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7" name="Field 2 typing 3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8" name="Field 2 typing 3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9" name="Field 2 typing 3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87" name="Google Shape;87;p15"/>
          <p:cNvSpPr txBox="1"/>
          <p:nvPr/>
        </p:nvSpPr>
        <p:spPr>
          <a:xfrm>
            <a:off x="320040" y="225933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Your landlord · Home address</a:t>
            </a:r>
            <a:endParaRPr sz="825" b="0">
              <a:solidFill>
                <a:srgbClr val="5B6575"/>
              </a:solidFill>
              <a:latin typeface="DM Sans"/>
              <a:ea typeface="DM Sans"/>
              <a:cs typeface="DM Sans"/>
              <a:sym typeface="DM Sans"/>
            </a:endParaRPr>
          </a:p>
        </p:txBody>
      </p:sp>
      <p:sp>
        <p:nvSpPr>
          <p:cNvPr id="88" name="Google Shape;88;p15"/>
          <p:cNvSpPr/>
          <p:nvPr/>
        </p:nvSpPr>
        <p:spPr>
          <a:xfrm>
            <a:off x="411480" y="2503170"/>
            <a:ext cx="8199000" cy="2880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9" name="Google Shape;89;p1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98105</a:t>
            </a:r>
            <a:endParaRPr sz="975" b="0">
              <a:solidFill>
                <a:srgbClr val="0F1A2A"/>
              </a:solidFill>
              <a:latin typeface="DM Sans"/>
              <a:ea typeface="DM Sans"/>
              <a:cs typeface="DM Sans"/>
              <a:sym typeface="DM Sans"/>
            </a:endParaRPr>
          </a:p>
        </p:txBody>
      </p:sp>
      <p:sp>
        <p:nvSpPr>
          <p:cNvPr id="1070" name="Field 3 typing 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1" name="Field 3 typing 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2" name="Field 3 typing 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3" name="Field 3 typing 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4" name="Field 3 typing 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5" name="Field 3 typing 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6" name="Field 3 typing 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7" name="Field 3 typing 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8" name="Field 3 typing 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9" name="Field 3 typing 1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0" name="Field 3 typing 1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1" name="Field 3 typing 1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2" name="Field 3 typing 1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3" name="Field 3 typing 1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4" name="Field 3 typing 1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5" name="Field 3 typing 1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6" name="Field 3 typing 1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7" name="Field 3 typing 1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8" name="Field 3 typing 1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9" name="Field 3 typing 2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0" name="Field 3 typing 2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1" name="Field 3 typing 2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2" name="Field 3 typing 2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3" name="Field 3 typing 2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4" name="Field 3 typing 2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5" name="Field 3 typing 2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6" name="Field 3 typing 2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7" name="Field 3 typing 2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8" name="Field 3 typing 2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9801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9" name="Field 3 typing 3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98015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0" name="Field 3 typing 3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9801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1" name="Field 3 typing 3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2" name="Field 3 typing 3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3" name="Field 3 typing 3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4" name="Field 3 typing 3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0" name="Google Shape;90;p15"/>
          <p:cNvSpPr txBox="1"/>
          <p:nvPr/>
        </p:nvSpPr>
        <p:spPr>
          <a:xfrm>
            <a:off x="320040" y="280797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Your school · Home address</a:t>
            </a:r>
            <a:endParaRPr sz="825" b="0">
              <a:solidFill>
                <a:srgbClr val="5B6575"/>
              </a:solidFill>
              <a:latin typeface="DM Sans"/>
              <a:ea typeface="DM Sans"/>
              <a:cs typeface="DM Sans"/>
              <a:sym typeface="DM Sans"/>
            </a:endParaRPr>
          </a:p>
        </p:txBody>
      </p:sp>
      <p:sp>
        <p:nvSpPr>
          <p:cNvPr id="91" name="Google Shape;91;p15"/>
          <p:cNvSpPr/>
          <p:nvPr/>
        </p:nvSpPr>
        <p:spPr>
          <a:xfrm>
            <a:off x="411480" y="3051810"/>
            <a:ext cx="8199000" cy="2880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2" name="Google Shape;92;p1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98105</a:t>
            </a:r>
            <a:endParaRPr sz="975" b="0">
              <a:solidFill>
                <a:srgbClr val="0F1A2A"/>
              </a:solidFill>
              <a:latin typeface="DM Sans"/>
              <a:ea typeface="DM Sans"/>
              <a:cs typeface="DM Sans"/>
              <a:sym typeface="DM Sans"/>
            </a:endParaRPr>
          </a:p>
        </p:txBody>
      </p:sp>
      <p:sp>
        <p:nvSpPr>
          <p:cNvPr id="1105" name="Field 4 typing 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6" name="Field 4 typing 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7" name="Field 4 typing 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8" name="Field 4 typing 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9" name="Field 4 typing 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0" name="Field 4 typing 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1" name="Field 4 typing 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2" name="Field 4 typing 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3" name="Field 4 typing 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4" name="Field 4 typing 1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5" name="Field 4 typing 1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6" name="Field 4 typing 1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7" name="Field 4 typing 1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8" name="Field 4 typing 1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9" name="Field 4 typing 1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0" name="Field 4 typing 1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1" name="Field 4 typing 1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2" name="Field 4 typing 1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3" name="Field 4 typing 1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4" name="Field 4 typing 2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5" name="Field 4 typing 2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6" name="Field 4 typing 2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7" name="Field 4 typing 2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8" name="Field 4 typing 2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9" name="Field 4 typing 2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0" name="Field 4 typing 2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1" name="Field 4 typing 2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2" name="Field 4 typing 2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3" name="Field 4 typing 2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4" name="Field 4 typing 3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5" name="Field 4 typing 3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3" name="Google Shape;93;p15"/>
          <p:cNvSpPr txBox="1"/>
          <p:nvPr/>
        </p:nvSpPr>
        <p:spPr>
          <a:xfrm>
            <a:off x="320040" y="335661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An airline · Home address</a:t>
            </a:r>
            <a:endParaRPr sz="825" b="0">
              <a:solidFill>
                <a:srgbClr val="5B6575"/>
              </a:solidFill>
              <a:latin typeface="DM Sans"/>
              <a:ea typeface="DM Sans"/>
              <a:cs typeface="DM Sans"/>
              <a:sym typeface="DM Sans"/>
            </a:endParaRPr>
          </a:p>
        </p:txBody>
      </p:sp>
      <p:sp>
        <p:nvSpPr>
          <p:cNvPr id="94" name="Google Shape;94;p15"/>
          <p:cNvSpPr/>
          <p:nvPr/>
        </p:nvSpPr>
        <p:spPr>
          <a:xfrm>
            <a:off x="411480" y="3600450"/>
            <a:ext cx="8199000" cy="2880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98105</a:t>
            </a:r>
            <a:endParaRPr sz="975" b="0">
              <a:solidFill>
                <a:srgbClr val="0F1A2A"/>
              </a:solidFill>
              <a:latin typeface="DM Sans"/>
              <a:ea typeface="DM Sans"/>
              <a:cs typeface="DM Sans"/>
              <a:sym typeface="DM Sans"/>
            </a:endParaRPr>
          </a:p>
        </p:txBody>
      </p:sp>
      <p:sp>
        <p:nvSpPr>
          <p:cNvPr id="1136" name="Field 5 typing 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7" name="Field 5 typing 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8" name="Field 5 typing 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9" name="Field 5 typing 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0" name="Field 5 typing 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1" name="Field 5 typing 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2" name="Field 5 typing 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3" name="Field 5 typing 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4" name="Field 5 typing 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5" name="Field 5 typing 1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6" name="Field 5 typing 1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7" name="Field 5 typing 1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8" name="Field 5 typing 1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9" name="Field 5 typing 1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0" name="Field 5 typing 1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1" name="Field 5 typing 1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2" name="Field 5 typing 1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3" name="Field 5 typing 1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4" name="Field 5 typing 1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5" name="Field 5 typing 2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6" name="Field 5 typing 2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7" name="Field 5 typing 2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8" name="Field 5 typing 2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9" name="Field 5 typing 2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AW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0" name="Field 5 typing 2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1" name="Field 5 typing 2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2" name="Field 5 typing 2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3" name="Field 5 typing 2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4" name="Field 5 typing 2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5" name="Field 5 typing 3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6" name="Field 5 typing 3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7" name="Field 5 typing 3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8" name="Field 5 typing 3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6" name="Google Shape;96;p15"/>
          <p:cNvSpPr txBox="1"/>
          <p:nvPr/>
        </p:nvSpPr>
        <p:spPr>
          <a:xfrm>
            <a:off x="320040" y="390525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The DMV · Home address</a:t>
            </a:r>
            <a:endParaRPr sz="825" b="0">
              <a:solidFill>
                <a:srgbClr val="5B6575"/>
              </a:solidFill>
              <a:latin typeface="DM Sans"/>
              <a:ea typeface="DM Sans"/>
              <a:cs typeface="DM Sans"/>
              <a:sym typeface="DM Sans"/>
            </a:endParaRPr>
          </a:p>
        </p:txBody>
      </p:sp>
      <p:sp>
        <p:nvSpPr>
          <p:cNvPr id="97" name="Google Shape;97;p15"/>
          <p:cNvSpPr/>
          <p:nvPr/>
        </p:nvSpPr>
        <p:spPr>
          <a:xfrm>
            <a:off x="411480" y="4149090"/>
            <a:ext cx="8199000" cy="2880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8" name="Google Shape;98;p1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98105</a:t>
            </a:r>
            <a:endParaRPr sz="975" b="0">
              <a:solidFill>
                <a:srgbClr val="0F1A2A"/>
              </a:solidFill>
              <a:latin typeface="DM Sans"/>
              <a:ea typeface="DM Sans"/>
              <a:cs typeface="DM Sans"/>
              <a:sym typeface="DM Sans"/>
            </a:endParaRPr>
          </a:p>
        </p:txBody>
      </p:sp>
      <p:sp>
        <p:nvSpPr>
          <p:cNvPr id="1169" name="Field 6 typing 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0" name="Field 6 typing 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1" name="Field 6 typing 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2" name="Field 6 typing 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3" name="Field 6 typing 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4" name="Field 6 typing 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5" name="Field 6 typing 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6" name="Field 6 typing 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7" name="Field 6 typing 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8" name="Field 6 typing 1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9" name="Field 6 typing 1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0" name="Field 6 typing 1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1" name="Field 6 typing 1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2" name="Field 6 typing 1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3" name="Field 6 typing 1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4" name="Field 6 typing 1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5" name="Field 6 typing 1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6" name="Field 6 typing 1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7" name="Field 6 typing 1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8" name="Field 6 typing 2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9" name="Field 6 typing 2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0" name="Field 6 typing 2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1" name="Field 6 typing 2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2" name="Field 6 typing 2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3" name="Field 6 typing 2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4" name="Field 6 typing 2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5" name="Field 6 typing 2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6" name="Field 6 typing 2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7" name="Field 6 typing 2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8" name="Field 6 typing 3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9" name="Field 6 typing 3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Tree>
    <p:extLst>
      <p:ext uri="{BB962C8B-B14F-4D97-AF65-F5344CB8AC3E}">
        <p14:creationId xmlns:p14="http://schemas.microsoft.com/office/powerpoint/2010/main" val="350876517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400"/>
                                  </p:stCondLst>
                                  <p:childTnLst>
                                    <p:set>
                                      <p:cBhvr>
                                        <p:cTn id="6" dur="1" fill="hold">
                                          <p:stCondLst>
                                            <p:cond delay="0"/>
                                          </p:stCondLst>
                                        </p:cTn>
                                        <p:tgtEl>
                                          <p:spTgt spid="1000"/>
                                        </p:tgtEl>
                                        <p:attrNameLst>
                                          <p:attrName>style.visibility</p:attrName>
                                        </p:attrNameLst>
                                      </p:cBhvr>
                                      <p:to>
                                        <p:strVal val="visible"/>
                                      </p:to>
                                    </p:set>
                                  </p:childTnLst>
                                </p:cTn>
                              </p:par>
                              <p:par>
                                <p:cTn id="7" presetID="1" presetClass="exit" presetSubtype="0" fill="hold" grpId="1" nodeType="withEffect">
                                  <p:stCondLst>
                                    <p:cond delay="470"/>
                                  </p:stCondLst>
                                  <p:childTnLst>
                                    <p:set>
                                      <p:cBhvr>
                                        <p:cTn id="8" dur="1" fill="hold">
                                          <p:stCondLst>
                                            <p:cond delay="0"/>
                                          </p:stCondLst>
                                        </p:cTn>
                                        <p:tgtEl>
                                          <p:spTgt spid="1000"/>
                                        </p:tgtEl>
                                        <p:attrNameLst>
                                          <p:attrName>style.visibility</p:attrName>
                                        </p:attrNameLst>
                                      </p:cBhvr>
                                      <p:to>
                                        <p:strVal val="hidden"/>
                                      </p:to>
                                    </p:set>
                                  </p:childTnLst>
                                </p:cTn>
                              </p:par>
                              <p:par>
                                <p:cTn id="9" presetID="1" presetClass="entr" presetSubtype="0" fill="hold" grpId="0" nodeType="withEffect">
                                  <p:stCondLst>
                                    <p:cond delay="470"/>
                                  </p:stCondLst>
                                  <p:childTnLst>
                                    <p:set>
                                      <p:cBhvr>
                                        <p:cTn id="10" dur="1" fill="hold">
                                          <p:stCondLst>
                                            <p:cond delay="0"/>
                                          </p:stCondLst>
                                        </p:cTn>
                                        <p:tgtEl>
                                          <p:spTgt spid="1001"/>
                                        </p:tgtEl>
                                        <p:attrNameLst>
                                          <p:attrName>style.visibility</p:attrName>
                                        </p:attrNameLst>
                                      </p:cBhvr>
                                      <p:to>
                                        <p:strVal val="visible"/>
                                      </p:to>
                                    </p:set>
                                  </p:childTnLst>
                                </p:cTn>
                              </p:par>
                              <p:par>
                                <p:cTn id="11" presetID="1" presetClass="exit" presetSubtype="0" fill="hold" grpId="1" nodeType="withEffect">
                                  <p:stCondLst>
                                    <p:cond delay="560"/>
                                  </p:stCondLst>
                                  <p:childTnLst>
                                    <p:set>
                                      <p:cBhvr>
                                        <p:cTn id="12" dur="1" fill="hold">
                                          <p:stCondLst>
                                            <p:cond delay="0"/>
                                          </p:stCondLst>
                                        </p:cTn>
                                        <p:tgtEl>
                                          <p:spTgt spid="1001"/>
                                        </p:tgtEl>
                                        <p:attrNameLst>
                                          <p:attrName>style.visibility</p:attrName>
                                        </p:attrNameLst>
                                      </p:cBhvr>
                                      <p:to>
                                        <p:strVal val="hidden"/>
                                      </p:to>
                                    </p:set>
                                  </p:childTnLst>
                                </p:cTn>
                              </p:par>
                              <p:par>
                                <p:cTn id="13" presetID="1" presetClass="entr" presetSubtype="0" fill="hold" grpId="0" nodeType="withEffect">
                                  <p:stCondLst>
                                    <p:cond delay="560"/>
                                  </p:stCondLst>
                                  <p:childTnLst>
                                    <p:set>
                                      <p:cBhvr>
                                        <p:cTn id="14" dur="1" fill="hold">
                                          <p:stCondLst>
                                            <p:cond delay="0"/>
                                          </p:stCondLst>
                                        </p:cTn>
                                        <p:tgtEl>
                                          <p:spTgt spid="1002"/>
                                        </p:tgtEl>
                                        <p:attrNameLst>
                                          <p:attrName>style.visibility</p:attrName>
                                        </p:attrNameLst>
                                      </p:cBhvr>
                                      <p:to>
                                        <p:strVal val="visible"/>
                                      </p:to>
                                    </p:set>
                                  </p:childTnLst>
                                </p:cTn>
                              </p:par>
                              <p:par>
                                <p:cTn id="15" presetID="1" presetClass="exit" presetSubtype="0" fill="hold" grpId="1" nodeType="withEffect">
                                  <p:stCondLst>
                                    <p:cond delay="670"/>
                                  </p:stCondLst>
                                  <p:childTnLst>
                                    <p:set>
                                      <p:cBhvr>
                                        <p:cTn id="16" dur="1" fill="hold">
                                          <p:stCondLst>
                                            <p:cond delay="0"/>
                                          </p:stCondLst>
                                        </p:cTn>
                                        <p:tgtEl>
                                          <p:spTgt spid="1002"/>
                                        </p:tgtEl>
                                        <p:attrNameLst>
                                          <p:attrName>style.visibility</p:attrName>
                                        </p:attrNameLst>
                                      </p:cBhvr>
                                      <p:to>
                                        <p:strVal val="hidden"/>
                                      </p:to>
                                    </p:set>
                                  </p:childTnLst>
                                </p:cTn>
                              </p:par>
                              <p:par>
                                <p:cTn id="17" presetID="1" presetClass="entr" presetSubtype="0" fill="hold" grpId="0" nodeType="withEffect">
                                  <p:stCondLst>
                                    <p:cond delay="670"/>
                                  </p:stCondLst>
                                  <p:childTnLst>
                                    <p:set>
                                      <p:cBhvr>
                                        <p:cTn id="18" dur="1" fill="hold">
                                          <p:stCondLst>
                                            <p:cond delay="0"/>
                                          </p:stCondLst>
                                        </p:cTn>
                                        <p:tgtEl>
                                          <p:spTgt spid="1003"/>
                                        </p:tgtEl>
                                        <p:attrNameLst>
                                          <p:attrName>style.visibility</p:attrName>
                                        </p:attrNameLst>
                                      </p:cBhvr>
                                      <p:to>
                                        <p:strVal val="visible"/>
                                      </p:to>
                                    </p:set>
                                  </p:childTnLst>
                                </p:cTn>
                              </p:par>
                              <p:par>
                                <p:cTn id="19" presetID="1" presetClass="exit" presetSubtype="0" fill="hold" grpId="1" nodeType="withEffect">
                                  <p:stCondLst>
                                    <p:cond delay="1050"/>
                                  </p:stCondLst>
                                  <p:childTnLst>
                                    <p:set>
                                      <p:cBhvr>
                                        <p:cTn id="20" dur="1" fill="hold">
                                          <p:stCondLst>
                                            <p:cond delay="0"/>
                                          </p:stCondLst>
                                        </p:cTn>
                                        <p:tgtEl>
                                          <p:spTgt spid="1003"/>
                                        </p:tgtEl>
                                        <p:attrNameLst>
                                          <p:attrName>style.visibility</p:attrName>
                                        </p:attrNameLst>
                                      </p:cBhvr>
                                      <p:to>
                                        <p:strVal val="hidden"/>
                                      </p:to>
                                    </p:set>
                                  </p:childTnLst>
                                </p:cTn>
                              </p:par>
                              <p:par>
                                <p:cTn id="21" presetID="1" presetClass="entr" presetSubtype="0" fill="hold" grpId="0" nodeType="withEffect">
                                  <p:stCondLst>
                                    <p:cond delay="1050"/>
                                  </p:stCondLst>
                                  <p:childTnLst>
                                    <p:set>
                                      <p:cBhvr>
                                        <p:cTn id="22" dur="1" fill="hold">
                                          <p:stCondLst>
                                            <p:cond delay="0"/>
                                          </p:stCondLst>
                                        </p:cTn>
                                        <p:tgtEl>
                                          <p:spTgt spid="1004"/>
                                        </p:tgtEl>
                                        <p:attrNameLst>
                                          <p:attrName>style.visibility</p:attrName>
                                        </p:attrNameLst>
                                      </p:cBhvr>
                                      <p:to>
                                        <p:strVal val="visible"/>
                                      </p:to>
                                    </p:set>
                                  </p:childTnLst>
                                </p:cTn>
                              </p:par>
                              <p:par>
                                <p:cTn id="23" presetID="1" presetClass="exit" presetSubtype="0" fill="hold" grpId="1" nodeType="withEffect">
                                  <p:stCondLst>
                                    <p:cond delay="1110"/>
                                  </p:stCondLst>
                                  <p:childTnLst>
                                    <p:set>
                                      <p:cBhvr>
                                        <p:cTn id="24" dur="1" fill="hold">
                                          <p:stCondLst>
                                            <p:cond delay="0"/>
                                          </p:stCondLst>
                                        </p:cTn>
                                        <p:tgtEl>
                                          <p:spTgt spid="1004"/>
                                        </p:tgtEl>
                                        <p:attrNameLst>
                                          <p:attrName>style.visibility</p:attrName>
                                        </p:attrNameLst>
                                      </p:cBhvr>
                                      <p:to>
                                        <p:strVal val="hidden"/>
                                      </p:to>
                                    </p:set>
                                  </p:childTnLst>
                                </p:cTn>
                              </p:par>
                              <p:par>
                                <p:cTn id="25" presetID="1" presetClass="entr" presetSubtype="0" fill="hold" grpId="0" nodeType="withEffect">
                                  <p:stCondLst>
                                    <p:cond delay="1110"/>
                                  </p:stCondLst>
                                  <p:childTnLst>
                                    <p:set>
                                      <p:cBhvr>
                                        <p:cTn id="26" dur="1" fill="hold">
                                          <p:stCondLst>
                                            <p:cond delay="0"/>
                                          </p:stCondLst>
                                        </p:cTn>
                                        <p:tgtEl>
                                          <p:spTgt spid="1005"/>
                                        </p:tgtEl>
                                        <p:attrNameLst>
                                          <p:attrName>style.visibility</p:attrName>
                                        </p:attrNameLst>
                                      </p:cBhvr>
                                      <p:to>
                                        <p:strVal val="visible"/>
                                      </p:to>
                                    </p:set>
                                  </p:childTnLst>
                                </p:cTn>
                              </p:par>
                              <p:par>
                                <p:cTn id="27" presetID="1" presetClass="exit" presetSubtype="0" fill="hold" grpId="1" nodeType="withEffect">
                                  <p:stCondLst>
                                    <p:cond delay="1170"/>
                                  </p:stCondLst>
                                  <p:childTnLst>
                                    <p:set>
                                      <p:cBhvr>
                                        <p:cTn id="28" dur="1" fill="hold">
                                          <p:stCondLst>
                                            <p:cond delay="0"/>
                                          </p:stCondLst>
                                        </p:cTn>
                                        <p:tgtEl>
                                          <p:spTgt spid="1005"/>
                                        </p:tgtEl>
                                        <p:attrNameLst>
                                          <p:attrName>style.visibility</p:attrName>
                                        </p:attrNameLst>
                                      </p:cBhvr>
                                      <p:to>
                                        <p:strVal val="hidden"/>
                                      </p:to>
                                    </p:set>
                                  </p:childTnLst>
                                </p:cTn>
                              </p:par>
                              <p:par>
                                <p:cTn id="29" presetID="1" presetClass="entr" presetSubtype="0" fill="hold" grpId="0" nodeType="withEffect">
                                  <p:stCondLst>
                                    <p:cond delay="1170"/>
                                  </p:stCondLst>
                                  <p:childTnLst>
                                    <p:set>
                                      <p:cBhvr>
                                        <p:cTn id="30" dur="1" fill="hold">
                                          <p:stCondLst>
                                            <p:cond delay="0"/>
                                          </p:stCondLst>
                                        </p:cTn>
                                        <p:tgtEl>
                                          <p:spTgt spid="1006"/>
                                        </p:tgtEl>
                                        <p:attrNameLst>
                                          <p:attrName>style.visibility</p:attrName>
                                        </p:attrNameLst>
                                      </p:cBhvr>
                                      <p:to>
                                        <p:strVal val="visible"/>
                                      </p:to>
                                    </p:set>
                                  </p:childTnLst>
                                </p:cTn>
                              </p:par>
                              <p:par>
                                <p:cTn id="31" presetID="1" presetClass="exit" presetSubtype="0" fill="hold" grpId="1" nodeType="withEffect">
                                  <p:stCondLst>
                                    <p:cond delay="1230"/>
                                  </p:stCondLst>
                                  <p:childTnLst>
                                    <p:set>
                                      <p:cBhvr>
                                        <p:cTn id="32" dur="1" fill="hold">
                                          <p:stCondLst>
                                            <p:cond delay="0"/>
                                          </p:stCondLst>
                                        </p:cTn>
                                        <p:tgtEl>
                                          <p:spTgt spid="1006"/>
                                        </p:tgtEl>
                                        <p:attrNameLst>
                                          <p:attrName>style.visibility</p:attrName>
                                        </p:attrNameLst>
                                      </p:cBhvr>
                                      <p:to>
                                        <p:strVal val="hidden"/>
                                      </p:to>
                                    </p:set>
                                  </p:childTnLst>
                                </p:cTn>
                              </p:par>
                              <p:par>
                                <p:cTn id="33" presetID="1" presetClass="entr" presetSubtype="0" fill="hold" grpId="0" nodeType="withEffect">
                                  <p:stCondLst>
                                    <p:cond delay="1230"/>
                                  </p:stCondLst>
                                  <p:childTnLst>
                                    <p:set>
                                      <p:cBhvr>
                                        <p:cTn id="34" dur="1" fill="hold">
                                          <p:stCondLst>
                                            <p:cond delay="0"/>
                                          </p:stCondLst>
                                        </p:cTn>
                                        <p:tgtEl>
                                          <p:spTgt spid="1007"/>
                                        </p:tgtEl>
                                        <p:attrNameLst>
                                          <p:attrName>style.visibility</p:attrName>
                                        </p:attrNameLst>
                                      </p:cBhvr>
                                      <p:to>
                                        <p:strVal val="visible"/>
                                      </p:to>
                                    </p:set>
                                  </p:childTnLst>
                                </p:cTn>
                              </p:par>
                              <p:par>
                                <p:cTn id="35" presetID="1" presetClass="exit" presetSubtype="0" fill="hold" grpId="1" nodeType="withEffect">
                                  <p:stCondLst>
                                    <p:cond delay="1340"/>
                                  </p:stCondLst>
                                  <p:childTnLst>
                                    <p:set>
                                      <p:cBhvr>
                                        <p:cTn id="36" dur="1" fill="hold">
                                          <p:stCondLst>
                                            <p:cond delay="0"/>
                                          </p:stCondLst>
                                        </p:cTn>
                                        <p:tgtEl>
                                          <p:spTgt spid="1007"/>
                                        </p:tgtEl>
                                        <p:attrNameLst>
                                          <p:attrName>style.visibility</p:attrName>
                                        </p:attrNameLst>
                                      </p:cBhvr>
                                      <p:to>
                                        <p:strVal val="hidden"/>
                                      </p:to>
                                    </p:set>
                                  </p:childTnLst>
                                </p:cTn>
                              </p:par>
                              <p:par>
                                <p:cTn id="37" presetID="1" presetClass="entr" presetSubtype="0" fill="hold" grpId="0" nodeType="withEffect">
                                  <p:stCondLst>
                                    <p:cond delay="1340"/>
                                  </p:stCondLst>
                                  <p:childTnLst>
                                    <p:set>
                                      <p:cBhvr>
                                        <p:cTn id="38" dur="1" fill="hold">
                                          <p:stCondLst>
                                            <p:cond delay="0"/>
                                          </p:stCondLst>
                                        </p:cTn>
                                        <p:tgtEl>
                                          <p:spTgt spid="1008"/>
                                        </p:tgtEl>
                                        <p:attrNameLst>
                                          <p:attrName>style.visibility</p:attrName>
                                        </p:attrNameLst>
                                      </p:cBhvr>
                                      <p:to>
                                        <p:strVal val="visible"/>
                                      </p:to>
                                    </p:set>
                                  </p:childTnLst>
                                </p:cTn>
                              </p:par>
                              <p:par>
                                <p:cTn id="39" presetID="1" presetClass="exit" presetSubtype="0" fill="hold" grpId="1" nodeType="withEffect">
                                  <p:stCondLst>
                                    <p:cond delay="1420"/>
                                  </p:stCondLst>
                                  <p:childTnLst>
                                    <p:set>
                                      <p:cBhvr>
                                        <p:cTn id="40" dur="1" fill="hold">
                                          <p:stCondLst>
                                            <p:cond delay="0"/>
                                          </p:stCondLst>
                                        </p:cTn>
                                        <p:tgtEl>
                                          <p:spTgt spid="1008"/>
                                        </p:tgtEl>
                                        <p:attrNameLst>
                                          <p:attrName>style.visibility</p:attrName>
                                        </p:attrNameLst>
                                      </p:cBhvr>
                                      <p:to>
                                        <p:strVal val="hidden"/>
                                      </p:to>
                                    </p:set>
                                  </p:childTnLst>
                                </p:cTn>
                              </p:par>
                              <p:par>
                                <p:cTn id="41" presetID="1" presetClass="entr" presetSubtype="0" fill="hold" grpId="0" nodeType="withEffect">
                                  <p:stCondLst>
                                    <p:cond delay="1420"/>
                                  </p:stCondLst>
                                  <p:childTnLst>
                                    <p:set>
                                      <p:cBhvr>
                                        <p:cTn id="42" dur="1" fill="hold">
                                          <p:stCondLst>
                                            <p:cond delay="0"/>
                                          </p:stCondLst>
                                        </p:cTn>
                                        <p:tgtEl>
                                          <p:spTgt spid="1009"/>
                                        </p:tgtEl>
                                        <p:attrNameLst>
                                          <p:attrName>style.visibility</p:attrName>
                                        </p:attrNameLst>
                                      </p:cBhvr>
                                      <p:to>
                                        <p:strVal val="visible"/>
                                      </p:to>
                                    </p:set>
                                  </p:childTnLst>
                                </p:cTn>
                              </p:par>
                              <p:par>
                                <p:cTn id="43" presetID="1" presetClass="exit" presetSubtype="0" fill="hold" grpId="1" nodeType="withEffect">
                                  <p:stCondLst>
                                    <p:cond delay="1520"/>
                                  </p:stCondLst>
                                  <p:childTnLst>
                                    <p:set>
                                      <p:cBhvr>
                                        <p:cTn id="44" dur="1" fill="hold">
                                          <p:stCondLst>
                                            <p:cond delay="0"/>
                                          </p:stCondLst>
                                        </p:cTn>
                                        <p:tgtEl>
                                          <p:spTgt spid="1009"/>
                                        </p:tgtEl>
                                        <p:attrNameLst>
                                          <p:attrName>style.visibility</p:attrName>
                                        </p:attrNameLst>
                                      </p:cBhvr>
                                      <p:to>
                                        <p:strVal val="hidden"/>
                                      </p:to>
                                    </p:set>
                                  </p:childTnLst>
                                </p:cTn>
                              </p:par>
                              <p:par>
                                <p:cTn id="45" presetID="1" presetClass="entr" presetSubtype="0" fill="hold" grpId="0" nodeType="withEffect">
                                  <p:stCondLst>
                                    <p:cond delay="1520"/>
                                  </p:stCondLst>
                                  <p:childTnLst>
                                    <p:set>
                                      <p:cBhvr>
                                        <p:cTn id="46" dur="1" fill="hold">
                                          <p:stCondLst>
                                            <p:cond delay="0"/>
                                          </p:stCondLst>
                                        </p:cTn>
                                        <p:tgtEl>
                                          <p:spTgt spid="1010"/>
                                        </p:tgtEl>
                                        <p:attrNameLst>
                                          <p:attrName>style.visibility</p:attrName>
                                        </p:attrNameLst>
                                      </p:cBhvr>
                                      <p:to>
                                        <p:strVal val="visible"/>
                                      </p:to>
                                    </p:set>
                                  </p:childTnLst>
                                </p:cTn>
                              </p:par>
                              <p:par>
                                <p:cTn id="47" presetID="1" presetClass="exit" presetSubtype="0" fill="hold" grpId="1" nodeType="withEffect">
                                  <p:stCondLst>
                                    <p:cond delay="1615"/>
                                  </p:stCondLst>
                                  <p:childTnLst>
                                    <p:set>
                                      <p:cBhvr>
                                        <p:cTn id="48" dur="1" fill="hold">
                                          <p:stCondLst>
                                            <p:cond delay="0"/>
                                          </p:stCondLst>
                                        </p:cTn>
                                        <p:tgtEl>
                                          <p:spTgt spid="1010"/>
                                        </p:tgtEl>
                                        <p:attrNameLst>
                                          <p:attrName>style.visibility</p:attrName>
                                        </p:attrNameLst>
                                      </p:cBhvr>
                                      <p:to>
                                        <p:strVal val="hidden"/>
                                      </p:to>
                                    </p:set>
                                  </p:childTnLst>
                                </p:cTn>
                              </p:par>
                              <p:par>
                                <p:cTn id="49" presetID="1" presetClass="entr" presetSubtype="0" fill="hold" grpId="0" nodeType="withEffect">
                                  <p:stCondLst>
                                    <p:cond delay="1615"/>
                                  </p:stCondLst>
                                  <p:childTnLst>
                                    <p:set>
                                      <p:cBhvr>
                                        <p:cTn id="50" dur="1" fill="hold">
                                          <p:stCondLst>
                                            <p:cond delay="0"/>
                                          </p:stCondLst>
                                        </p:cTn>
                                        <p:tgtEl>
                                          <p:spTgt spid="1011"/>
                                        </p:tgtEl>
                                        <p:attrNameLst>
                                          <p:attrName>style.visibility</p:attrName>
                                        </p:attrNameLst>
                                      </p:cBhvr>
                                      <p:to>
                                        <p:strVal val="visible"/>
                                      </p:to>
                                    </p:set>
                                  </p:childTnLst>
                                </p:cTn>
                              </p:par>
                              <p:par>
                                <p:cTn id="51" presetID="1" presetClass="exit" presetSubtype="0" fill="hold" grpId="1" nodeType="withEffect">
                                  <p:stCondLst>
                                    <p:cond delay="1705"/>
                                  </p:stCondLst>
                                  <p:childTnLst>
                                    <p:set>
                                      <p:cBhvr>
                                        <p:cTn id="52" dur="1" fill="hold">
                                          <p:stCondLst>
                                            <p:cond delay="0"/>
                                          </p:stCondLst>
                                        </p:cTn>
                                        <p:tgtEl>
                                          <p:spTgt spid="1011"/>
                                        </p:tgtEl>
                                        <p:attrNameLst>
                                          <p:attrName>style.visibility</p:attrName>
                                        </p:attrNameLst>
                                      </p:cBhvr>
                                      <p:to>
                                        <p:strVal val="hidden"/>
                                      </p:to>
                                    </p:set>
                                  </p:childTnLst>
                                </p:cTn>
                              </p:par>
                              <p:par>
                                <p:cTn id="53" presetID="1" presetClass="entr" presetSubtype="0" fill="hold" grpId="0" nodeType="withEffect">
                                  <p:stCondLst>
                                    <p:cond delay="1705"/>
                                  </p:stCondLst>
                                  <p:childTnLst>
                                    <p:set>
                                      <p:cBhvr>
                                        <p:cTn id="54" dur="1" fill="hold">
                                          <p:stCondLst>
                                            <p:cond delay="0"/>
                                          </p:stCondLst>
                                        </p:cTn>
                                        <p:tgtEl>
                                          <p:spTgt spid="1012"/>
                                        </p:tgtEl>
                                        <p:attrNameLst>
                                          <p:attrName>style.visibility</p:attrName>
                                        </p:attrNameLst>
                                      </p:cBhvr>
                                      <p:to>
                                        <p:strVal val="visible"/>
                                      </p:to>
                                    </p:set>
                                  </p:childTnLst>
                                </p:cTn>
                              </p:par>
                              <p:par>
                                <p:cTn id="55" presetID="1" presetClass="exit" presetSubtype="0" fill="hold" grpId="1" nodeType="withEffect">
                                  <p:stCondLst>
                                    <p:cond delay="1815"/>
                                  </p:stCondLst>
                                  <p:childTnLst>
                                    <p:set>
                                      <p:cBhvr>
                                        <p:cTn id="56" dur="1" fill="hold">
                                          <p:stCondLst>
                                            <p:cond delay="0"/>
                                          </p:stCondLst>
                                        </p:cTn>
                                        <p:tgtEl>
                                          <p:spTgt spid="1012"/>
                                        </p:tgtEl>
                                        <p:attrNameLst>
                                          <p:attrName>style.visibility</p:attrName>
                                        </p:attrNameLst>
                                      </p:cBhvr>
                                      <p:to>
                                        <p:strVal val="hidden"/>
                                      </p:to>
                                    </p:set>
                                  </p:childTnLst>
                                </p:cTn>
                              </p:par>
                              <p:par>
                                <p:cTn id="57" presetID="1" presetClass="entr" presetSubtype="0" fill="hold" grpId="0" nodeType="withEffect">
                                  <p:stCondLst>
                                    <p:cond delay="1815"/>
                                  </p:stCondLst>
                                  <p:childTnLst>
                                    <p:set>
                                      <p:cBhvr>
                                        <p:cTn id="58" dur="1" fill="hold">
                                          <p:stCondLst>
                                            <p:cond delay="0"/>
                                          </p:stCondLst>
                                        </p:cTn>
                                        <p:tgtEl>
                                          <p:spTgt spid="1013"/>
                                        </p:tgtEl>
                                        <p:attrNameLst>
                                          <p:attrName>style.visibility</p:attrName>
                                        </p:attrNameLst>
                                      </p:cBhvr>
                                      <p:to>
                                        <p:strVal val="visible"/>
                                      </p:to>
                                    </p:set>
                                  </p:childTnLst>
                                </p:cTn>
                              </p:par>
                              <p:par>
                                <p:cTn id="59" presetID="1" presetClass="exit" presetSubtype="0" fill="hold" grpId="1" nodeType="withEffect">
                                  <p:stCondLst>
                                    <p:cond delay="1895"/>
                                  </p:stCondLst>
                                  <p:childTnLst>
                                    <p:set>
                                      <p:cBhvr>
                                        <p:cTn id="60" dur="1" fill="hold">
                                          <p:stCondLst>
                                            <p:cond delay="0"/>
                                          </p:stCondLst>
                                        </p:cTn>
                                        <p:tgtEl>
                                          <p:spTgt spid="1013"/>
                                        </p:tgtEl>
                                        <p:attrNameLst>
                                          <p:attrName>style.visibility</p:attrName>
                                        </p:attrNameLst>
                                      </p:cBhvr>
                                      <p:to>
                                        <p:strVal val="hidden"/>
                                      </p:to>
                                    </p:set>
                                  </p:childTnLst>
                                </p:cTn>
                              </p:par>
                              <p:par>
                                <p:cTn id="61" presetID="1" presetClass="entr" presetSubtype="0" fill="hold" grpId="0" nodeType="withEffect">
                                  <p:stCondLst>
                                    <p:cond delay="1895"/>
                                  </p:stCondLst>
                                  <p:childTnLst>
                                    <p:set>
                                      <p:cBhvr>
                                        <p:cTn id="62" dur="1" fill="hold">
                                          <p:stCondLst>
                                            <p:cond delay="0"/>
                                          </p:stCondLst>
                                        </p:cTn>
                                        <p:tgtEl>
                                          <p:spTgt spid="1014"/>
                                        </p:tgtEl>
                                        <p:attrNameLst>
                                          <p:attrName>style.visibility</p:attrName>
                                        </p:attrNameLst>
                                      </p:cBhvr>
                                      <p:to>
                                        <p:strVal val="visible"/>
                                      </p:to>
                                    </p:set>
                                  </p:childTnLst>
                                </p:cTn>
                              </p:par>
                              <p:par>
                                <p:cTn id="63" presetID="1" presetClass="exit" presetSubtype="0" fill="hold" grpId="1" nodeType="withEffect">
                                  <p:stCondLst>
                                    <p:cond delay="1990"/>
                                  </p:stCondLst>
                                  <p:childTnLst>
                                    <p:set>
                                      <p:cBhvr>
                                        <p:cTn id="64" dur="1" fill="hold">
                                          <p:stCondLst>
                                            <p:cond delay="0"/>
                                          </p:stCondLst>
                                        </p:cTn>
                                        <p:tgtEl>
                                          <p:spTgt spid="1014"/>
                                        </p:tgtEl>
                                        <p:attrNameLst>
                                          <p:attrName>style.visibility</p:attrName>
                                        </p:attrNameLst>
                                      </p:cBhvr>
                                      <p:to>
                                        <p:strVal val="hidden"/>
                                      </p:to>
                                    </p:set>
                                  </p:childTnLst>
                                </p:cTn>
                              </p:par>
                              <p:par>
                                <p:cTn id="65" presetID="1" presetClass="entr" presetSubtype="0" fill="hold" grpId="0" nodeType="withEffect">
                                  <p:stCondLst>
                                    <p:cond delay="1990"/>
                                  </p:stCondLst>
                                  <p:childTnLst>
                                    <p:set>
                                      <p:cBhvr>
                                        <p:cTn id="66" dur="1" fill="hold">
                                          <p:stCondLst>
                                            <p:cond delay="0"/>
                                          </p:stCondLst>
                                        </p:cTn>
                                        <p:tgtEl>
                                          <p:spTgt spid="1015"/>
                                        </p:tgtEl>
                                        <p:attrNameLst>
                                          <p:attrName>style.visibility</p:attrName>
                                        </p:attrNameLst>
                                      </p:cBhvr>
                                      <p:to>
                                        <p:strVal val="visible"/>
                                      </p:to>
                                    </p:set>
                                  </p:childTnLst>
                                </p:cTn>
                              </p:par>
                              <p:par>
                                <p:cTn id="67" presetID="1" presetClass="exit" presetSubtype="0" fill="hold" grpId="1" nodeType="withEffect">
                                  <p:stCondLst>
                                    <p:cond delay="2060"/>
                                  </p:stCondLst>
                                  <p:childTnLst>
                                    <p:set>
                                      <p:cBhvr>
                                        <p:cTn id="68" dur="1" fill="hold">
                                          <p:stCondLst>
                                            <p:cond delay="0"/>
                                          </p:stCondLst>
                                        </p:cTn>
                                        <p:tgtEl>
                                          <p:spTgt spid="1015"/>
                                        </p:tgtEl>
                                        <p:attrNameLst>
                                          <p:attrName>style.visibility</p:attrName>
                                        </p:attrNameLst>
                                      </p:cBhvr>
                                      <p:to>
                                        <p:strVal val="hidden"/>
                                      </p:to>
                                    </p:set>
                                  </p:childTnLst>
                                </p:cTn>
                              </p:par>
                              <p:par>
                                <p:cTn id="69" presetID="1" presetClass="entr" presetSubtype="0" fill="hold" grpId="0" nodeType="withEffect">
                                  <p:stCondLst>
                                    <p:cond delay="2060"/>
                                  </p:stCondLst>
                                  <p:childTnLst>
                                    <p:set>
                                      <p:cBhvr>
                                        <p:cTn id="70" dur="1" fill="hold">
                                          <p:stCondLst>
                                            <p:cond delay="0"/>
                                          </p:stCondLst>
                                        </p:cTn>
                                        <p:tgtEl>
                                          <p:spTgt spid="1016"/>
                                        </p:tgtEl>
                                        <p:attrNameLst>
                                          <p:attrName>style.visibility</p:attrName>
                                        </p:attrNameLst>
                                      </p:cBhvr>
                                      <p:to>
                                        <p:strVal val="visible"/>
                                      </p:to>
                                    </p:set>
                                  </p:childTnLst>
                                </p:cTn>
                              </p:par>
                              <p:par>
                                <p:cTn id="71" presetID="1" presetClass="exit" presetSubtype="0" fill="hold" grpId="1" nodeType="withEffect">
                                  <p:stCondLst>
                                    <p:cond delay="2150"/>
                                  </p:stCondLst>
                                  <p:childTnLst>
                                    <p:set>
                                      <p:cBhvr>
                                        <p:cTn id="72" dur="1" fill="hold">
                                          <p:stCondLst>
                                            <p:cond delay="0"/>
                                          </p:stCondLst>
                                        </p:cTn>
                                        <p:tgtEl>
                                          <p:spTgt spid="1016"/>
                                        </p:tgtEl>
                                        <p:attrNameLst>
                                          <p:attrName>style.visibility</p:attrName>
                                        </p:attrNameLst>
                                      </p:cBhvr>
                                      <p:to>
                                        <p:strVal val="hidden"/>
                                      </p:to>
                                    </p:set>
                                  </p:childTnLst>
                                </p:cTn>
                              </p:par>
                              <p:par>
                                <p:cTn id="73" presetID="1" presetClass="entr" presetSubtype="0" fill="hold" grpId="0" nodeType="withEffect">
                                  <p:stCondLst>
                                    <p:cond delay="2150"/>
                                  </p:stCondLst>
                                  <p:childTnLst>
                                    <p:set>
                                      <p:cBhvr>
                                        <p:cTn id="74" dur="1" fill="hold">
                                          <p:stCondLst>
                                            <p:cond delay="0"/>
                                          </p:stCondLst>
                                        </p:cTn>
                                        <p:tgtEl>
                                          <p:spTgt spid="1017"/>
                                        </p:tgtEl>
                                        <p:attrNameLst>
                                          <p:attrName>style.visibility</p:attrName>
                                        </p:attrNameLst>
                                      </p:cBhvr>
                                      <p:to>
                                        <p:strVal val="visible"/>
                                      </p:to>
                                    </p:set>
                                  </p:childTnLst>
                                </p:cTn>
                              </p:par>
                              <p:par>
                                <p:cTn id="75" presetID="1" presetClass="exit" presetSubtype="0" fill="hold" grpId="1" nodeType="withEffect">
                                  <p:stCondLst>
                                    <p:cond delay="2260"/>
                                  </p:stCondLst>
                                  <p:childTnLst>
                                    <p:set>
                                      <p:cBhvr>
                                        <p:cTn id="76" dur="1" fill="hold">
                                          <p:stCondLst>
                                            <p:cond delay="0"/>
                                          </p:stCondLst>
                                        </p:cTn>
                                        <p:tgtEl>
                                          <p:spTgt spid="1017"/>
                                        </p:tgtEl>
                                        <p:attrNameLst>
                                          <p:attrName>style.visibility</p:attrName>
                                        </p:attrNameLst>
                                      </p:cBhvr>
                                      <p:to>
                                        <p:strVal val="hidden"/>
                                      </p:to>
                                    </p:set>
                                  </p:childTnLst>
                                </p:cTn>
                              </p:par>
                              <p:par>
                                <p:cTn id="77" presetID="1" presetClass="entr" presetSubtype="0" fill="hold" grpId="0" nodeType="withEffect">
                                  <p:stCondLst>
                                    <p:cond delay="2260"/>
                                  </p:stCondLst>
                                  <p:childTnLst>
                                    <p:set>
                                      <p:cBhvr>
                                        <p:cTn id="78" dur="1" fill="hold">
                                          <p:stCondLst>
                                            <p:cond delay="0"/>
                                          </p:stCondLst>
                                        </p:cTn>
                                        <p:tgtEl>
                                          <p:spTgt spid="1018"/>
                                        </p:tgtEl>
                                        <p:attrNameLst>
                                          <p:attrName>style.visibility</p:attrName>
                                        </p:attrNameLst>
                                      </p:cBhvr>
                                      <p:to>
                                        <p:strVal val="visible"/>
                                      </p:to>
                                    </p:set>
                                  </p:childTnLst>
                                </p:cTn>
                              </p:par>
                              <p:par>
                                <p:cTn id="79" presetID="1" presetClass="exit" presetSubtype="0" fill="hold" grpId="1" nodeType="withEffect">
                                  <p:stCondLst>
                                    <p:cond delay="2355"/>
                                  </p:stCondLst>
                                  <p:childTnLst>
                                    <p:set>
                                      <p:cBhvr>
                                        <p:cTn id="80" dur="1" fill="hold">
                                          <p:stCondLst>
                                            <p:cond delay="0"/>
                                          </p:stCondLst>
                                        </p:cTn>
                                        <p:tgtEl>
                                          <p:spTgt spid="1018"/>
                                        </p:tgtEl>
                                        <p:attrNameLst>
                                          <p:attrName>style.visibility</p:attrName>
                                        </p:attrNameLst>
                                      </p:cBhvr>
                                      <p:to>
                                        <p:strVal val="hidden"/>
                                      </p:to>
                                    </p:set>
                                  </p:childTnLst>
                                </p:cTn>
                              </p:par>
                              <p:par>
                                <p:cTn id="81" presetID="1" presetClass="entr" presetSubtype="0" fill="hold" grpId="0" nodeType="withEffect">
                                  <p:stCondLst>
                                    <p:cond delay="2355"/>
                                  </p:stCondLst>
                                  <p:childTnLst>
                                    <p:set>
                                      <p:cBhvr>
                                        <p:cTn id="82" dur="1" fill="hold">
                                          <p:stCondLst>
                                            <p:cond delay="0"/>
                                          </p:stCondLst>
                                        </p:cTn>
                                        <p:tgtEl>
                                          <p:spTgt spid="1019"/>
                                        </p:tgtEl>
                                        <p:attrNameLst>
                                          <p:attrName>style.visibility</p:attrName>
                                        </p:attrNameLst>
                                      </p:cBhvr>
                                      <p:to>
                                        <p:strVal val="visible"/>
                                      </p:to>
                                    </p:set>
                                  </p:childTnLst>
                                </p:cTn>
                              </p:par>
                              <p:par>
                                <p:cTn id="83" presetID="1" presetClass="exit" presetSubtype="0" fill="hold" grpId="1" nodeType="withEffect">
                                  <p:stCondLst>
                                    <p:cond delay="2455"/>
                                  </p:stCondLst>
                                  <p:childTnLst>
                                    <p:set>
                                      <p:cBhvr>
                                        <p:cTn id="84" dur="1" fill="hold">
                                          <p:stCondLst>
                                            <p:cond delay="0"/>
                                          </p:stCondLst>
                                        </p:cTn>
                                        <p:tgtEl>
                                          <p:spTgt spid="1019"/>
                                        </p:tgtEl>
                                        <p:attrNameLst>
                                          <p:attrName>style.visibility</p:attrName>
                                        </p:attrNameLst>
                                      </p:cBhvr>
                                      <p:to>
                                        <p:strVal val="hidden"/>
                                      </p:to>
                                    </p:set>
                                  </p:childTnLst>
                                </p:cTn>
                              </p:par>
                              <p:par>
                                <p:cTn id="85" presetID="1" presetClass="entr" presetSubtype="0" fill="hold" grpId="0" nodeType="withEffect">
                                  <p:stCondLst>
                                    <p:cond delay="2455"/>
                                  </p:stCondLst>
                                  <p:childTnLst>
                                    <p:set>
                                      <p:cBhvr>
                                        <p:cTn id="86" dur="1" fill="hold">
                                          <p:stCondLst>
                                            <p:cond delay="0"/>
                                          </p:stCondLst>
                                        </p:cTn>
                                        <p:tgtEl>
                                          <p:spTgt spid="1020"/>
                                        </p:tgtEl>
                                        <p:attrNameLst>
                                          <p:attrName>style.visibility</p:attrName>
                                        </p:attrNameLst>
                                      </p:cBhvr>
                                      <p:to>
                                        <p:strVal val="visible"/>
                                      </p:to>
                                    </p:set>
                                  </p:childTnLst>
                                </p:cTn>
                              </p:par>
                              <p:par>
                                <p:cTn id="87" presetID="1" presetClass="exit" presetSubtype="0" fill="hold" grpId="1" nodeType="withEffect">
                                  <p:stCondLst>
                                    <p:cond delay="2525"/>
                                  </p:stCondLst>
                                  <p:childTnLst>
                                    <p:set>
                                      <p:cBhvr>
                                        <p:cTn id="88" dur="1" fill="hold">
                                          <p:stCondLst>
                                            <p:cond delay="0"/>
                                          </p:stCondLst>
                                        </p:cTn>
                                        <p:tgtEl>
                                          <p:spTgt spid="1020"/>
                                        </p:tgtEl>
                                        <p:attrNameLst>
                                          <p:attrName>style.visibility</p:attrName>
                                        </p:attrNameLst>
                                      </p:cBhvr>
                                      <p:to>
                                        <p:strVal val="hidden"/>
                                      </p:to>
                                    </p:set>
                                  </p:childTnLst>
                                </p:cTn>
                              </p:par>
                              <p:par>
                                <p:cTn id="89" presetID="1" presetClass="entr" presetSubtype="0" fill="hold" grpId="0" nodeType="withEffect">
                                  <p:stCondLst>
                                    <p:cond delay="2525"/>
                                  </p:stCondLst>
                                  <p:childTnLst>
                                    <p:set>
                                      <p:cBhvr>
                                        <p:cTn id="90" dur="1" fill="hold">
                                          <p:stCondLst>
                                            <p:cond delay="0"/>
                                          </p:stCondLst>
                                        </p:cTn>
                                        <p:tgtEl>
                                          <p:spTgt spid="1021"/>
                                        </p:tgtEl>
                                        <p:attrNameLst>
                                          <p:attrName>style.visibility</p:attrName>
                                        </p:attrNameLst>
                                      </p:cBhvr>
                                      <p:to>
                                        <p:strVal val="visible"/>
                                      </p:to>
                                    </p:set>
                                  </p:childTnLst>
                                </p:cTn>
                              </p:par>
                              <p:par>
                                <p:cTn id="91" presetID="1" presetClass="exit" presetSubtype="0" fill="hold" grpId="1" nodeType="withEffect">
                                  <p:stCondLst>
                                    <p:cond delay="2615"/>
                                  </p:stCondLst>
                                  <p:childTnLst>
                                    <p:set>
                                      <p:cBhvr>
                                        <p:cTn id="92" dur="1" fill="hold">
                                          <p:stCondLst>
                                            <p:cond delay="0"/>
                                          </p:stCondLst>
                                        </p:cTn>
                                        <p:tgtEl>
                                          <p:spTgt spid="1021"/>
                                        </p:tgtEl>
                                        <p:attrNameLst>
                                          <p:attrName>style.visibility</p:attrName>
                                        </p:attrNameLst>
                                      </p:cBhvr>
                                      <p:to>
                                        <p:strVal val="hidden"/>
                                      </p:to>
                                    </p:set>
                                  </p:childTnLst>
                                </p:cTn>
                              </p:par>
                              <p:par>
                                <p:cTn id="93" presetID="1" presetClass="entr" presetSubtype="0" fill="hold" grpId="0" nodeType="withEffect">
                                  <p:stCondLst>
                                    <p:cond delay="2615"/>
                                  </p:stCondLst>
                                  <p:childTnLst>
                                    <p:set>
                                      <p:cBhvr>
                                        <p:cTn id="94" dur="1" fill="hold">
                                          <p:stCondLst>
                                            <p:cond delay="0"/>
                                          </p:stCondLst>
                                        </p:cTn>
                                        <p:tgtEl>
                                          <p:spTgt spid="1022"/>
                                        </p:tgtEl>
                                        <p:attrNameLst>
                                          <p:attrName>style.visibility</p:attrName>
                                        </p:attrNameLst>
                                      </p:cBhvr>
                                      <p:to>
                                        <p:strVal val="visible"/>
                                      </p:to>
                                    </p:set>
                                  </p:childTnLst>
                                </p:cTn>
                              </p:par>
                              <p:par>
                                <p:cTn id="95" presetID="1" presetClass="exit" presetSubtype="0" fill="hold" grpId="1" nodeType="withEffect">
                                  <p:stCondLst>
                                    <p:cond delay="2725"/>
                                  </p:stCondLst>
                                  <p:childTnLst>
                                    <p:set>
                                      <p:cBhvr>
                                        <p:cTn id="96" dur="1" fill="hold">
                                          <p:stCondLst>
                                            <p:cond delay="0"/>
                                          </p:stCondLst>
                                        </p:cTn>
                                        <p:tgtEl>
                                          <p:spTgt spid="1022"/>
                                        </p:tgtEl>
                                        <p:attrNameLst>
                                          <p:attrName>style.visibility</p:attrName>
                                        </p:attrNameLst>
                                      </p:cBhvr>
                                      <p:to>
                                        <p:strVal val="hidden"/>
                                      </p:to>
                                    </p:set>
                                  </p:childTnLst>
                                </p:cTn>
                              </p:par>
                              <p:par>
                                <p:cTn id="97" presetID="1" presetClass="entr" presetSubtype="0" fill="hold" grpId="0" nodeType="withEffect">
                                  <p:stCondLst>
                                    <p:cond delay="2725"/>
                                  </p:stCondLst>
                                  <p:childTnLst>
                                    <p:set>
                                      <p:cBhvr>
                                        <p:cTn id="98" dur="1" fill="hold">
                                          <p:stCondLst>
                                            <p:cond delay="0"/>
                                          </p:stCondLst>
                                        </p:cTn>
                                        <p:tgtEl>
                                          <p:spTgt spid="1023"/>
                                        </p:tgtEl>
                                        <p:attrNameLst>
                                          <p:attrName>style.visibility</p:attrName>
                                        </p:attrNameLst>
                                      </p:cBhvr>
                                      <p:to>
                                        <p:strVal val="visible"/>
                                      </p:to>
                                    </p:set>
                                  </p:childTnLst>
                                </p:cTn>
                              </p:par>
                              <p:par>
                                <p:cTn id="99" presetID="1" presetClass="exit" presetSubtype="0" fill="hold" grpId="1" nodeType="withEffect">
                                  <p:stCondLst>
                                    <p:cond delay="2805"/>
                                  </p:stCondLst>
                                  <p:childTnLst>
                                    <p:set>
                                      <p:cBhvr>
                                        <p:cTn id="100" dur="1" fill="hold">
                                          <p:stCondLst>
                                            <p:cond delay="0"/>
                                          </p:stCondLst>
                                        </p:cTn>
                                        <p:tgtEl>
                                          <p:spTgt spid="1023"/>
                                        </p:tgtEl>
                                        <p:attrNameLst>
                                          <p:attrName>style.visibility</p:attrName>
                                        </p:attrNameLst>
                                      </p:cBhvr>
                                      <p:to>
                                        <p:strVal val="hidden"/>
                                      </p:to>
                                    </p:set>
                                  </p:childTnLst>
                                </p:cTn>
                              </p:par>
                              <p:par>
                                <p:cTn id="101" presetID="1" presetClass="entr" presetSubtype="0" fill="hold" grpId="0" nodeType="withEffect">
                                  <p:stCondLst>
                                    <p:cond delay="2805"/>
                                  </p:stCondLst>
                                  <p:childTnLst>
                                    <p:set>
                                      <p:cBhvr>
                                        <p:cTn id="102" dur="1" fill="hold">
                                          <p:stCondLst>
                                            <p:cond delay="0"/>
                                          </p:stCondLst>
                                        </p:cTn>
                                        <p:tgtEl>
                                          <p:spTgt spid="1024"/>
                                        </p:tgtEl>
                                        <p:attrNameLst>
                                          <p:attrName>style.visibility</p:attrName>
                                        </p:attrNameLst>
                                      </p:cBhvr>
                                      <p:to>
                                        <p:strVal val="visible"/>
                                      </p:to>
                                    </p:set>
                                  </p:childTnLst>
                                </p:cTn>
                              </p:par>
                              <p:par>
                                <p:cTn id="103" presetID="1" presetClass="exit" presetSubtype="0" fill="hold" grpId="1" nodeType="withEffect">
                                  <p:stCondLst>
                                    <p:cond delay="2905"/>
                                  </p:stCondLst>
                                  <p:childTnLst>
                                    <p:set>
                                      <p:cBhvr>
                                        <p:cTn id="104" dur="1" fill="hold">
                                          <p:stCondLst>
                                            <p:cond delay="0"/>
                                          </p:stCondLst>
                                        </p:cTn>
                                        <p:tgtEl>
                                          <p:spTgt spid="1024"/>
                                        </p:tgtEl>
                                        <p:attrNameLst>
                                          <p:attrName>style.visibility</p:attrName>
                                        </p:attrNameLst>
                                      </p:cBhvr>
                                      <p:to>
                                        <p:strVal val="hidden"/>
                                      </p:to>
                                    </p:set>
                                  </p:childTnLst>
                                </p:cTn>
                              </p:par>
                              <p:par>
                                <p:cTn id="105" presetID="1" presetClass="entr" presetSubtype="0" fill="hold" grpId="0" nodeType="withEffect">
                                  <p:stCondLst>
                                    <p:cond delay="2905"/>
                                  </p:stCondLst>
                                  <p:childTnLst>
                                    <p:set>
                                      <p:cBhvr>
                                        <p:cTn id="106" dur="1" fill="hold">
                                          <p:stCondLst>
                                            <p:cond delay="0"/>
                                          </p:stCondLst>
                                        </p:cTn>
                                        <p:tgtEl>
                                          <p:spTgt spid="1025"/>
                                        </p:tgtEl>
                                        <p:attrNameLst>
                                          <p:attrName>style.visibility</p:attrName>
                                        </p:attrNameLst>
                                      </p:cBhvr>
                                      <p:to>
                                        <p:strVal val="visible"/>
                                      </p:to>
                                    </p:set>
                                  </p:childTnLst>
                                </p:cTn>
                              </p:par>
                              <p:par>
                                <p:cTn id="107" presetID="1" presetClass="exit" presetSubtype="0" fill="hold" grpId="1" nodeType="withEffect">
                                  <p:stCondLst>
                                    <p:cond delay="2975"/>
                                  </p:stCondLst>
                                  <p:childTnLst>
                                    <p:set>
                                      <p:cBhvr>
                                        <p:cTn id="108" dur="1" fill="hold">
                                          <p:stCondLst>
                                            <p:cond delay="0"/>
                                          </p:stCondLst>
                                        </p:cTn>
                                        <p:tgtEl>
                                          <p:spTgt spid="1025"/>
                                        </p:tgtEl>
                                        <p:attrNameLst>
                                          <p:attrName>style.visibility</p:attrName>
                                        </p:attrNameLst>
                                      </p:cBhvr>
                                      <p:to>
                                        <p:strVal val="hidden"/>
                                      </p:to>
                                    </p:set>
                                  </p:childTnLst>
                                </p:cTn>
                              </p:par>
                              <p:par>
                                <p:cTn id="109" presetID="1" presetClass="entr" presetSubtype="0" fill="hold" grpId="0" nodeType="withEffect">
                                  <p:stCondLst>
                                    <p:cond delay="2975"/>
                                  </p:stCondLst>
                                  <p:childTnLst>
                                    <p:set>
                                      <p:cBhvr>
                                        <p:cTn id="110" dur="1" fill="hold">
                                          <p:stCondLst>
                                            <p:cond delay="0"/>
                                          </p:stCondLst>
                                        </p:cTn>
                                        <p:tgtEl>
                                          <p:spTgt spid="1026"/>
                                        </p:tgtEl>
                                        <p:attrNameLst>
                                          <p:attrName>style.visibility</p:attrName>
                                        </p:attrNameLst>
                                      </p:cBhvr>
                                      <p:to>
                                        <p:strVal val="visible"/>
                                      </p:to>
                                    </p:set>
                                  </p:childTnLst>
                                </p:cTn>
                              </p:par>
                              <p:par>
                                <p:cTn id="111" presetID="1" presetClass="exit" presetSubtype="0" fill="hold" grpId="1" nodeType="withEffect">
                                  <p:stCondLst>
                                    <p:cond delay="3065"/>
                                  </p:stCondLst>
                                  <p:childTnLst>
                                    <p:set>
                                      <p:cBhvr>
                                        <p:cTn id="112" dur="1" fill="hold">
                                          <p:stCondLst>
                                            <p:cond delay="0"/>
                                          </p:stCondLst>
                                        </p:cTn>
                                        <p:tgtEl>
                                          <p:spTgt spid="1026"/>
                                        </p:tgtEl>
                                        <p:attrNameLst>
                                          <p:attrName>style.visibility</p:attrName>
                                        </p:attrNameLst>
                                      </p:cBhvr>
                                      <p:to>
                                        <p:strVal val="hidden"/>
                                      </p:to>
                                    </p:set>
                                  </p:childTnLst>
                                </p:cTn>
                              </p:par>
                              <p:par>
                                <p:cTn id="113" presetID="1" presetClass="entr" presetSubtype="0" fill="hold" grpId="0" nodeType="withEffect">
                                  <p:stCondLst>
                                    <p:cond delay="3065"/>
                                  </p:stCondLst>
                                  <p:childTnLst>
                                    <p:set>
                                      <p:cBhvr>
                                        <p:cTn id="114" dur="1" fill="hold">
                                          <p:stCondLst>
                                            <p:cond delay="0"/>
                                          </p:stCondLst>
                                        </p:cTn>
                                        <p:tgtEl>
                                          <p:spTgt spid="1027"/>
                                        </p:tgtEl>
                                        <p:attrNameLst>
                                          <p:attrName>style.visibility</p:attrName>
                                        </p:attrNameLst>
                                      </p:cBhvr>
                                      <p:to>
                                        <p:strVal val="visible"/>
                                      </p:to>
                                    </p:set>
                                  </p:childTnLst>
                                </p:cTn>
                              </p:par>
                              <p:par>
                                <p:cTn id="115" presetID="1" presetClass="exit" presetSubtype="0" fill="hold" grpId="1" nodeType="withEffect">
                                  <p:stCondLst>
                                    <p:cond delay="3160"/>
                                  </p:stCondLst>
                                  <p:childTnLst>
                                    <p:set>
                                      <p:cBhvr>
                                        <p:cTn id="116" dur="1" fill="hold">
                                          <p:stCondLst>
                                            <p:cond delay="0"/>
                                          </p:stCondLst>
                                        </p:cTn>
                                        <p:tgtEl>
                                          <p:spTgt spid="1027"/>
                                        </p:tgtEl>
                                        <p:attrNameLst>
                                          <p:attrName>style.visibility</p:attrName>
                                        </p:attrNameLst>
                                      </p:cBhvr>
                                      <p:to>
                                        <p:strVal val="hidden"/>
                                      </p:to>
                                    </p:set>
                                  </p:childTnLst>
                                </p:cTn>
                              </p:par>
                              <p:par>
                                <p:cTn id="117" presetID="1" presetClass="entr" presetSubtype="0" fill="hold" grpId="0" nodeType="withEffect">
                                  <p:stCondLst>
                                    <p:cond delay="3160"/>
                                  </p:stCondLst>
                                  <p:childTnLst>
                                    <p:set>
                                      <p:cBhvr>
                                        <p:cTn id="118" dur="1" fill="hold">
                                          <p:stCondLst>
                                            <p:cond delay="0"/>
                                          </p:stCondLst>
                                        </p:cTn>
                                        <p:tgtEl>
                                          <p:spTgt spid="1028"/>
                                        </p:tgtEl>
                                        <p:attrNameLst>
                                          <p:attrName>style.visibility</p:attrName>
                                        </p:attrNameLst>
                                      </p:cBhvr>
                                      <p:to>
                                        <p:strVal val="visible"/>
                                      </p:to>
                                    </p:set>
                                  </p:childTnLst>
                                </p:cTn>
                              </p:par>
                              <p:par>
                                <p:cTn id="119" presetID="1" presetClass="exit" presetSubtype="0" fill="hold" grpId="1" nodeType="withEffect">
                                  <p:stCondLst>
                                    <p:cond delay="3240"/>
                                  </p:stCondLst>
                                  <p:childTnLst>
                                    <p:set>
                                      <p:cBhvr>
                                        <p:cTn id="120" dur="1" fill="hold">
                                          <p:stCondLst>
                                            <p:cond delay="0"/>
                                          </p:stCondLst>
                                        </p:cTn>
                                        <p:tgtEl>
                                          <p:spTgt spid="1028"/>
                                        </p:tgtEl>
                                        <p:attrNameLst>
                                          <p:attrName>style.visibility</p:attrName>
                                        </p:attrNameLst>
                                      </p:cBhvr>
                                      <p:to>
                                        <p:strVal val="hidden"/>
                                      </p:to>
                                    </p:set>
                                  </p:childTnLst>
                                </p:cTn>
                              </p:par>
                              <p:par>
                                <p:cTn id="121" presetID="1" presetClass="entr" presetSubtype="0" fill="hold" grpId="0" nodeType="withEffect">
                                  <p:stCondLst>
                                    <p:cond delay="3240"/>
                                  </p:stCondLst>
                                  <p:childTnLst>
                                    <p:set>
                                      <p:cBhvr>
                                        <p:cTn id="122" dur="1" fill="hold">
                                          <p:stCondLst>
                                            <p:cond delay="0"/>
                                          </p:stCondLst>
                                        </p:cTn>
                                        <p:tgtEl>
                                          <p:spTgt spid="1029"/>
                                        </p:tgtEl>
                                        <p:attrNameLst>
                                          <p:attrName>style.visibility</p:attrName>
                                        </p:attrNameLst>
                                      </p:cBhvr>
                                      <p:to>
                                        <p:strVal val="visible"/>
                                      </p:to>
                                    </p:set>
                                  </p:childTnLst>
                                </p:cTn>
                              </p:par>
                              <p:par>
                                <p:cTn id="123" presetID="1" presetClass="exit" presetSubtype="0" fill="hold" grpId="1" nodeType="withEffect">
                                  <p:stCondLst>
                                    <p:cond delay="3340"/>
                                  </p:stCondLst>
                                  <p:childTnLst>
                                    <p:set>
                                      <p:cBhvr>
                                        <p:cTn id="124" dur="1" fill="hold">
                                          <p:stCondLst>
                                            <p:cond delay="0"/>
                                          </p:stCondLst>
                                        </p:cTn>
                                        <p:tgtEl>
                                          <p:spTgt spid="1029"/>
                                        </p:tgtEl>
                                        <p:attrNameLst>
                                          <p:attrName>style.visibility</p:attrName>
                                        </p:attrNameLst>
                                      </p:cBhvr>
                                      <p:to>
                                        <p:strVal val="hidden"/>
                                      </p:to>
                                    </p:set>
                                  </p:childTnLst>
                                </p:cTn>
                              </p:par>
                              <p:par>
                                <p:cTn id="125" presetID="1" presetClass="entr" presetSubtype="0" fill="hold" grpId="0" nodeType="withEffect">
                                  <p:stCondLst>
                                    <p:cond delay="3340"/>
                                  </p:stCondLst>
                                  <p:childTnLst>
                                    <p:set>
                                      <p:cBhvr>
                                        <p:cTn id="126" dur="1" fill="hold">
                                          <p:stCondLst>
                                            <p:cond delay="0"/>
                                          </p:stCondLst>
                                        </p:cTn>
                                        <p:tgtEl>
                                          <p:spTgt spid="1030"/>
                                        </p:tgtEl>
                                        <p:attrNameLst>
                                          <p:attrName>style.visibility</p:attrName>
                                        </p:attrNameLst>
                                      </p:cBhvr>
                                      <p:to>
                                        <p:strVal val="visible"/>
                                      </p:to>
                                    </p:set>
                                  </p:childTnLst>
                                </p:cTn>
                              </p:par>
                              <p:par>
                                <p:cTn id="127" presetID="1" presetClass="exit" presetSubtype="0" fill="hold" grpId="1" nodeType="withEffect">
                                  <p:stCondLst>
                                    <p:cond delay="3435"/>
                                  </p:stCondLst>
                                  <p:childTnLst>
                                    <p:set>
                                      <p:cBhvr>
                                        <p:cTn id="128" dur="1" fill="hold">
                                          <p:stCondLst>
                                            <p:cond delay="0"/>
                                          </p:stCondLst>
                                        </p:cTn>
                                        <p:tgtEl>
                                          <p:spTgt spid="1030"/>
                                        </p:tgtEl>
                                        <p:attrNameLst>
                                          <p:attrName>style.visibility</p:attrName>
                                        </p:attrNameLst>
                                      </p:cBhvr>
                                      <p:to>
                                        <p:strVal val="hidden"/>
                                      </p:to>
                                    </p:set>
                                  </p:childTnLst>
                                </p:cTn>
                              </p:par>
                              <p:par>
                                <p:cTn id="129" presetID="1" presetClass="entr" presetSubtype="0" fill="hold" grpId="0" nodeType="withEffect">
                                  <p:stCondLst>
                                    <p:cond delay="3435"/>
                                  </p:stCondLst>
                                  <p:childTnLst>
                                    <p:set>
                                      <p:cBhvr>
                                        <p:cTn id="130" dur="1" fill="hold">
                                          <p:stCondLst>
                                            <p:cond delay="0"/>
                                          </p:stCondLst>
                                        </p:cTn>
                                        <p:tgtEl>
                                          <p:spTgt spid="1031"/>
                                        </p:tgtEl>
                                        <p:attrNameLst>
                                          <p:attrName>style.visibility</p:attrName>
                                        </p:attrNameLst>
                                      </p:cBhvr>
                                      <p:to>
                                        <p:strVal val="visible"/>
                                      </p:to>
                                    </p:set>
                                  </p:childTnLst>
                                </p:cTn>
                              </p:par>
                              <p:par>
                                <p:cTn id="131" presetID="1" presetClass="exit" presetSubtype="0" fill="hold" grpId="1" nodeType="withEffect">
                                  <p:stCondLst>
                                    <p:cond delay="3525"/>
                                  </p:stCondLst>
                                  <p:childTnLst>
                                    <p:set>
                                      <p:cBhvr>
                                        <p:cTn id="132" dur="1" fill="hold">
                                          <p:stCondLst>
                                            <p:cond delay="0"/>
                                          </p:stCondLst>
                                        </p:cTn>
                                        <p:tgtEl>
                                          <p:spTgt spid="1031"/>
                                        </p:tgtEl>
                                        <p:attrNameLst>
                                          <p:attrName>style.visibility</p:attrName>
                                        </p:attrNameLst>
                                      </p:cBhvr>
                                      <p:to>
                                        <p:strVal val="hidden"/>
                                      </p:to>
                                    </p:set>
                                  </p:childTnLst>
                                </p:cTn>
                              </p:par>
                              <p:par>
                                <p:cTn id="133" presetID="1" presetClass="entr" presetSubtype="0" fill="hold" grpId="0" nodeType="withEffect">
                                  <p:stCondLst>
                                    <p:cond delay="3525"/>
                                  </p:stCondLst>
                                  <p:childTnLst>
                                    <p:set>
                                      <p:cBhvr>
                                        <p:cTn id="134" dur="1" fill="hold">
                                          <p:stCondLst>
                                            <p:cond delay="0"/>
                                          </p:stCondLst>
                                        </p:cTn>
                                        <p:tgtEl>
                                          <p:spTgt spid="1032"/>
                                        </p:tgtEl>
                                        <p:attrNameLst>
                                          <p:attrName>style.visibility</p:attrName>
                                        </p:attrNameLst>
                                      </p:cBhvr>
                                      <p:to>
                                        <p:strVal val="visible"/>
                                      </p:to>
                                    </p:set>
                                  </p:childTnLst>
                                </p:cTn>
                              </p:par>
                              <p:par>
                                <p:cTn id="135" presetID="1" presetClass="exit" presetSubtype="0" fill="hold" grpId="1" nodeType="withEffect">
                                  <p:stCondLst>
                                    <p:cond delay="3635"/>
                                  </p:stCondLst>
                                  <p:childTnLst>
                                    <p:set>
                                      <p:cBhvr>
                                        <p:cTn id="136" dur="1" fill="hold">
                                          <p:stCondLst>
                                            <p:cond delay="0"/>
                                          </p:stCondLst>
                                        </p:cTn>
                                        <p:tgtEl>
                                          <p:spTgt spid="1032"/>
                                        </p:tgtEl>
                                        <p:attrNameLst>
                                          <p:attrName>style.visibility</p:attrName>
                                        </p:attrNameLst>
                                      </p:cBhvr>
                                      <p:to>
                                        <p:strVal val="hidden"/>
                                      </p:to>
                                    </p:set>
                                  </p:childTnLst>
                                </p:cTn>
                              </p:par>
                              <p:par>
                                <p:cTn id="137" presetID="1" presetClass="entr" presetSubtype="0" fill="hold" grpId="0" nodeType="withEffect">
                                  <p:stCondLst>
                                    <p:cond delay="3635"/>
                                  </p:stCondLst>
                                  <p:childTnLst>
                                    <p:set>
                                      <p:cBhvr>
                                        <p:cTn id="138" dur="1" fill="hold">
                                          <p:stCondLst>
                                            <p:cond delay="0"/>
                                          </p:stCondLst>
                                        </p:cTn>
                                        <p:tgtEl>
                                          <p:spTgt spid="1033"/>
                                        </p:tgtEl>
                                        <p:attrNameLst>
                                          <p:attrName>style.visibility</p:attrName>
                                        </p:attrNameLst>
                                      </p:cBhvr>
                                      <p:to>
                                        <p:strVal val="visible"/>
                                      </p:to>
                                    </p:set>
                                  </p:childTnLst>
                                </p:cTn>
                              </p:par>
                              <p:par>
                                <p:cTn id="139" presetID="1" presetClass="exit" presetSubtype="0" fill="hold" grpId="1" nodeType="withEffect">
                                  <p:stCondLst>
                                    <p:cond delay="3715"/>
                                  </p:stCondLst>
                                  <p:childTnLst>
                                    <p:set>
                                      <p:cBhvr>
                                        <p:cTn id="140" dur="1" fill="hold">
                                          <p:stCondLst>
                                            <p:cond delay="0"/>
                                          </p:stCondLst>
                                        </p:cTn>
                                        <p:tgtEl>
                                          <p:spTgt spid="1033"/>
                                        </p:tgtEl>
                                        <p:attrNameLst>
                                          <p:attrName>style.visibility</p:attrName>
                                        </p:attrNameLst>
                                      </p:cBhvr>
                                      <p:to>
                                        <p:strVal val="hidden"/>
                                      </p:to>
                                    </p:set>
                                  </p:childTnLst>
                                </p:cTn>
                              </p:par>
                              <p:par>
                                <p:cTn id="141" presetID="1" presetClass="entr" presetSubtype="0" fill="hold" grpId="0" nodeType="withEffect">
                                  <p:stCondLst>
                                    <p:cond delay="3715"/>
                                  </p:stCondLst>
                                  <p:childTnLst>
                                    <p:set>
                                      <p:cBhvr>
                                        <p:cTn id="142" dur="1" fill="hold">
                                          <p:stCondLst>
                                            <p:cond delay="0"/>
                                          </p:stCondLst>
                                        </p:cTn>
                                        <p:tgtEl>
                                          <p:spTgt spid="1034"/>
                                        </p:tgtEl>
                                        <p:attrNameLst>
                                          <p:attrName>style.visibility</p:attrName>
                                        </p:attrNameLst>
                                      </p:cBhvr>
                                      <p:to>
                                        <p:strVal val="visible"/>
                                      </p:to>
                                    </p:set>
                                  </p:childTnLst>
                                </p:cTn>
                              </p:par>
                              <p:par>
                                <p:cTn id="143" presetID="1" presetClass="exit" presetSubtype="0" fill="hold" grpId="1" nodeType="withEffect">
                                  <p:stCondLst>
                                    <p:cond delay="3815"/>
                                  </p:stCondLst>
                                  <p:childTnLst>
                                    <p:set>
                                      <p:cBhvr>
                                        <p:cTn id="144" dur="1" fill="hold">
                                          <p:stCondLst>
                                            <p:cond delay="0"/>
                                          </p:stCondLst>
                                        </p:cTn>
                                        <p:tgtEl>
                                          <p:spTgt spid="1034"/>
                                        </p:tgtEl>
                                        <p:attrNameLst>
                                          <p:attrName>style.visibility</p:attrName>
                                        </p:attrNameLst>
                                      </p:cBhvr>
                                      <p:to>
                                        <p:strVal val="hidden"/>
                                      </p:to>
                                    </p:set>
                                  </p:childTnLst>
                                </p:cTn>
                              </p:par>
                              <p:par>
                                <p:cTn id="145" presetID="1" presetClass="entr" presetSubtype="0" fill="hold" grpId="0" nodeType="withEffect">
                                  <p:stCondLst>
                                    <p:cond delay="3815"/>
                                  </p:stCondLst>
                                  <p:childTnLst>
                                    <p:set>
                                      <p:cBhvr>
                                        <p:cTn id="146" dur="1" fill="hold">
                                          <p:stCondLst>
                                            <p:cond delay="0"/>
                                          </p:stCondLst>
                                        </p:cTn>
                                        <p:tgtEl>
                                          <p:spTgt spid="83"/>
                                        </p:tgtEl>
                                        <p:attrNameLst>
                                          <p:attrName>style.visibility</p:attrName>
                                        </p:attrNameLst>
                                      </p:cBhvr>
                                      <p:to>
                                        <p:strVal val="visible"/>
                                      </p:to>
                                    </p:set>
                                  </p:childTnLst>
                                </p:cTn>
                              </p:par>
                              <p:par>
                                <p:cTn id="147" presetID="1" presetClass="entr" presetSubtype="0" fill="hold" grpId="0" nodeType="withEffect">
                                  <p:stCondLst>
                                    <p:cond delay="4135"/>
                                  </p:stCondLst>
                                  <p:childTnLst>
                                    <p:set>
                                      <p:cBhvr>
                                        <p:cTn id="148" dur="1" fill="hold">
                                          <p:stCondLst>
                                            <p:cond delay="0"/>
                                          </p:stCondLst>
                                        </p:cTn>
                                        <p:tgtEl>
                                          <p:spTgt spid="1035"/>
                                        </p:tgtEl>
                                        <p:attrNameLst>
                                          <p:attrName>style.visibility</p:attrName>
                                        </p:attrNameLst>
                                      </p:cBhvr>
                                      <p:to>
                                        <p:strVal val="visible"/>
                                      </p:to>
                                    </p:set>
                                  </p:childTnLst>
                                </p:cTn>
                              </p:par>
                              <p:par>
                                <p:cTn id="149" presetID="1" presetClass="exit" presetSubtype="0" fill="hold" grpId="1" nodeType="withEffect">
                                  <p:stCondLst>
                                    <p:cond delay="4191"/>
                                  </p:stCondLst>
                                  <p:childTnLst>
                                    <p:set>
                                      <p:cBhvr>
                                        <p:cTn id="150" dur="1" fill="hold">
                                          <p:stCondLst>
                                            <p:cond delay="0"/>
                                          </p:stCondLst>
                                        </p:cTn>
                                        <p:tgtEl>
                                          <p:spTgt spid="1035"/>
                                        </p:tgtEl>
                                        <p:attrNameLst>
                                          <p:attrName>style.visibility</p:attrName>
                                        </p:attrNameLst>
                                      </p:cBhvr>
                                      <p:to>
                                        <p:strVal val="hidden"/>
                                      </p:to>
                                    </p:set>
                                  </p:childTnLst>
                                </p:cTn>
                              </p:par>
                              <p:par>
                                <p:cTn id="151" presetID="1" presetClass="entr" presetSubtype="0" fill="hold" grpId="0" nodeType="withEffect">
                                  <p:stCondLst>
                                    <p:cond delay="4191"/>
                                  </p:stCondLst>
                                  <p:childTnLst>
                                    <p:set>
                                      <p:cBhvr>
                                        <p:cTn id="152" dur="1" fill="hold">
                                          <p:stCondLst>
                                            <p:cond delay="0"/>
                                          </p:stCondLst>
                                        </p:cTn>
                                        <p:tgtEl>
                                          <p:spTgt spid="1036"/>
                                        </p:tgtEl>
                                        <p:attrNameLst>
                                          <p:attrName>style.visibility</p:attrName>
                                        </p:attrNameLst>
                                      </p:cBhvr>
                                      <p:to>
                                        <p:strVal val="visible"/>
                                      </p:to>
                                    </p:set>
                                  </p:childTnLst>
                                </p:cTn>
                              </p:par>
                              <p:par>
                                <p:cTn id="153" presetID="1" presetClass="exit" presetSubtype="0" fill="hold" grpId="1" nodeType="withEffect">
                                  <p:stCondLst>
                                    <p:cond delay="4263"/>
                                  </p:stCondLst>
                                  <p:childTnLst>
                                    <p:set>
                                      <p:cBhvr>
                                        <p:cTn id="154" dur="1" fill="hold">
                                          <p:stCondLst>
                                            <p:cond delay="0"/>
                                          </p:stCondLst>
                                        </p:cTn>
                                        <p:tgtEl>
                                          <p:spTgt spid="1036"/>
                                        </p:tgtEl>
                                        <p:attrNameLst>
                                          <p:attrName>style.visibility</p:attrName>
                                        </p:attrNameLst>
                                      </p:cBhvr>
                                      <p:to>
                                        <p:strVal val="hidden"/>
                                      </p:to>
                                    </p:set>
                                  </p:childTnLst>
                                </p:cTn>
                              </p:par>
                              <p:par>
                                <p:cTn id="155" presetID="1" presetClass="entr" presetSubtype="0" fill="hold" grpId="0" nodeType="withEffect">
                                  <p:stCondLst>
                                    <p:cond delay="4263"/>
                                  </p:stCondLst>
                                  <p:childTnLst>
                                    <p:set>
                                      <p:cBhvr>
                                        <p:cTn id="156" dur="1" fill="hold">
                                          <p:stCondLst>
                                            <p:cond delay="0"/>
                                          </p:stCondLst>
                                        </p:cTn>
                                        <p:tgtEl>
                                          <p:spTgt spid="1037"/>
                                        </p:tgtEl>
                                        <p:attrNameLst>
                                          <p:attrName>style.visibility</p:attrName>
                                        </p:attrNameLst>
                                      </p:cBhvr>
                                      <p:to>
                                        <p:strVal val="visible"/>
                                      </p:to>
                                    </p:set>
                                  </p:childTnLst>
                                </p:cTn>
                              </p:par>
                              <p:par>
                                <p:cTn id="157" presetID="1" presetClass="exit" presetSubtype="0" fill="hold" grpId="1" nodeType="withEffect">
                                  <p:stCondLst>
                                    <p:cond delay="4351"/>
                                  </p:stCondLst>
                                  <p:childTnLst>
                                    <p:set>
                                      <p:cBhvr>
                                        <p:cTn id="158" dur="1" fill="hold">
                                          <p:stCondLst>
                                            <p:cond delay="0"/>
                                          </p:stCondLst>
                                        </p:cTn>
                                        <p:tgtEl>
                                          <p:spTgt spid="1037"/>
                                        </p:tgtEl>
                                        <p:attrNameLst>
                                          <p:attrName>style.visibility</p:attrName>
                                        </p:attrNameLst>
                                      </p:cBhvr>
                                      <p:to>
                                        <p:strVal val="hidden"/>
                                      </p:to>
                                    </p:set>
                                  </p:childTnLst>
                                </p:cTn>
                              </p:par>
                              <p:par>
                                <p:cTn id="159" presetID="1" presetClass="entr" presetSubtype="0" fill="hold" grpId="0" nodeType="withEffect">
                                  <p:stCondLst>
                                    <p:cond delay="4351"/>
                                  </p:stCondLst>
                                  <p:childTnLst>
                                    <p:set>
                                      <p:cBhvr>
                                        <p:cTn id="160" dur="1" fill="hold">
                                          <p:stCondLst>
                                            <p:cond delay="0"/>
                                          </p:stCondLst>
                                        </p:cTn>
                                        <p:tgtEl>
                                          <p:spTgt spid="1038"/>
                                        </p:tgtEl>
                                        <p:attrNameLst>
                                          <p:attrName>style.visibility</p:attrName>
                                        </p:attrNameLst>
                                      </p:cBhvr>
                                      <p:to>
                                        <p:strVal val="visible"/>
                                      </p:to>
                                    </p:set>
                                  </p:childTnLst>
                                </p:cTn>
                              </p:par>
                              <p:par>
                                <p:cTn id="161" presetID="1" presetClass="exit" presetSubtype="0" fill="hold" grpId="1" nodeType="withEffect">
                                  <p:stCondLst>
                                    <p:cond delay="4415"/>
                                  </p:stCondLst>
                                  <p:childTnLst>
                                    <p:set>
                                      <p:cBhvr>
                                        <p:cTn id="162" dur="1" fill="hold">
                                          <p:stCondLst>
                                            <p:cond delay="0"/>
                                          </p:stCondLst>
                                        </p:cTn>
                                        <p:tgtEl>
                                          <p:spTgt spid="1038"/>
                                        </p:tgtEl>
                                        <p:attrNameLst>
                                          <p:attrName>style.visibility</p:attrName>
                                        </p:attrNameLst>
                                      </p:cBhvr>
                                      <p:to>
                                        <p:strVal val="hidden"/>
                                      </p:to>
                                    </p:set>
                                  </p:childTnLst>
                                </p:cTn>
                              </p:par>
                              <p:par>
                                <p:cTn id="163" presetID="1" presetClass="entr" presetSubtype="0" fill="hold" grpId="0" nodeType="withEffect">
                                  <p:stCondLst>
                                    <p:cond delay="4415"/>
                                  </p:stCondLst>
                                  <p:childTnLst>
                                    <p:set>
                                      <p:cBhvr>
                                        <p:cTn id="164" dur="1" fill="hold">
                                          <p:stCondLst>
                                            <p:cond delay="0"/>
                                          </p:stCondLst>
                                        </p:cTn>
                                        <p:tgtEl>
                                          <p:spTgt spid="1039"/>
                                        </p:tgtEl>
                                        <p:attrNameLst>
                                          <p:attrName>style.visibility</p:attrName>
                                        </p:attrNameLst>
                                      </p:cBhvr>
                                      <p:to>
                                        <p:strVal val="visible"/>
                                      </p:to>
                                    </p:set>
                                  </p:childTnLst>
                                </p:cTn>
                              </p:par>
                              <p:par>
                                <p:cTn id="165" presetID="1" presetClass="exit" presetSubtype="0" fill="hold" grpId="1" nodeType="withEffect">
                                  <p:stCondLst>
                                    <p:cond delay="4491"/>
                                  </p:stCondLst>
                                  <p:childTnLst>
                                    <p:set>
                                      <p:cBhvr>
                                        <p:cTn id="166" dur="1" fill="hold">
                                          <p:stCondLst>
                                            <p:cond delay="0"/>
                                          </p:stCondLst>
                                        </p:cTn>
                                        <p:tgtEl>
                                          <p:spTgt spid="1039"/>
                                        </p:tgtEl>
                                        <p:attrNameLst>
                                          <p:attrName>style.visibility</p:attrName>
                                        </p:attrNameLst>
                                      </p:cBhvr>
                                      <p:to>
                                        <p:strVal val="hidden"/>
                                      </p:to>
                                    </p:set>
                                  </p:childTnLst>
                                </p:cTn>
                              </p:par>
                              <p:par>
                                <p:cTn id="167" presetID="1" presetClass="entr" presetSubtype="0" fill="hold" grpId="0" nodeType="withEffect">
                                  <p:stCondLst>
                                    <p:cond delay="4491"/>
                                  </p:stCondLst>
                                  <p:childTnLst>
                                    <p:set>
                                      <p:cBhvr>
                                        <p:cTn id="168" dur="1" fill="hold">
                                          <p:stCondLst>
                                            <p:cond delay="0"/>
                                          </p:stCondLst>
                                        </p:cTn>
                                        <p:tgtEl>
                                          <p:spTgt spid="1040"/>
                                        </p:tgtEl>
                                        <p:attrNameLst>
                                          <p:attrName>style.visibility</p:attrName>
                                        </p:attrNameLst>
                                      </p:cBhvr>
                                      <p:to>
                                        <p:strVal val="visible"/>
                                      </p:to>
                                    </p:set>
                                  </p:childTnLst>
                                </p:cTn>
                              </p:par>
                              <p:par>
                                <p:cTn id="169" presetID="1" presetClass="exit" presetSubtype="0" fill="hold" grpId="1" nodeType="withEffect">
                                  <p:stCondLst>
                                    <p:cond delay="4547"/>
                                  </p:stCondLst>
                                  <p:childTnLst>
                                    <p:set>
                                      <p:cBhvr>
                                        <p:cTn id="170" dur="1" fill="hold">
                                          <p:stCondLst>
                                            <p:cond delay="0"/>
                                          </p:stCondLst>
                                        </p:cTn>
                                        <p:tgtEl>
                                          <p:spTgt spid="1040"/>
                                        </p:tgtEl>
                                        <p:attrNameLst>
                                          <p:attrName>style.visibility</p:attrName>
                                        </p:attrNameLst>
                                      </p:cBhvr>
                                      <p:to>
                                        <p:strVal val="hidden"/>
                                      </p:to>
                                    </p:set>
                                  </p:childTnLst>
                                </p:cTn>
                              </p:par>
                              <p:par>
                                <p:cTn id="171" presetID="1" presetClass="entr" presetSubtype="0" fill="hold" grpId="0" nodeType="withEffect">
                                  <p:stCondLst>
                                    <p:cond delay="4547"/>
                                  </p:stCondLst>
                                  <p:childTnLst>
                                    <p:set>
                                      <p:cBhvr>
                                        <p:cTn id="172" dur="1" fill="hold">
                                          <p:stCondLst>
                                            <p:cond delay="0"/>
                                          </p:stCondLst>
                                        </p:cTn>
                                        <p:tgtEl>
                                          <p:spTgt spid="1041"/>
                                        </p:tgtEl>
                                        <p:attrNameLst>
                                          <p:attrName>style.visibility</p:attrName>
                                        </p:attrNameLst>
                                      </p:cBhvr>
                                      <p:to>
                                        <p:strVal val="visible"/>
                                      </p:to>
                                    </p:set>
                                  </p:childTnLst>
                                </p:cTn>
                              </p:par>
                              <p:par>
                                <p:cTn id="173" presetID="1" presetClass="exit" presetSubtype="0" fill="hold" grpId="1" nodeType="withEffect">
                                  <p:stCondLst>
                                    <p:cond delay="4619"/>
                                  </p:stCondLst>
                                  <p:childTnLst>
                                    <p:set>
                                      <p:cBhvr>
                                        <p:cTn id="174" dur="1" fill="hold">
                                          <p:stCondLst>
                                            <p:cond delay="0"/>
                                          </p:stCondLst>
                                        </p:cTn>
                                        <p:tgtEl>
                                          <p:spTgt spid="1041"/>
                                        </p:tgtEl>
                                        <p:attrNameLst>
                                          <p:attrName>style.visibility</p:attrName>
                                        </p:attrNameLst>
                                      </p:cBhvr>
                                      <p:to>
                                        <p:strVal val="hidden"/>
                                      </p:to>
                                    </p:set>
                                  </p:childTnLst>
                                </p:cTn>
                              </p:par>
                              <p:par>
                                <p:cTn id="175" presetID="1" presetClass="entr" presetSubtype="0" fill="hold" grpId="0" nodeType="withEffect">
                                  <p:stCondLst>
                                    <p:cond delay="4619"/>
                                  </p:stCondLst>
                                  <p:childTnLst>
                                    <p:set>
                                      <p:cBhvr>
                                        <p:cTn id="176" dur="1" fill="hold">
                                          <p:stCondLst>
                                            <p:cond delay="0"/>
                                          </p:stCondLst>
                                        </p:cTn>
                                        <p:tgtEl>
                                          <p:spTgt spid="1042"/>
                                        </p:tgtEl>
                                        <p:attrNameLst>
                                          <p:attrName>style.visibility</p:attrName>
                                        </p:attrNameLst>
                                      </p:cBhvr>
                                      <p:to>
                                        <p:strVal val="visible"/>
                                      </p:to>
                                    </p:set>
                                  </p:childTnLst>
                                </p:cTn>
                              </p:par>
                              <p:par>
                                <p:cTn id="177" presetID="1" presetClass="exit" presetSubtype="0" fill="hold" grpId="1" nodeType="withEffect">
                                  <p:stCondLst>
                                    <p:cond delay="4707"/>
                                  </p:stCondLst>
                                  <p:childTnLst>
                                    <p:set>
                                      <p:cBhvr>
                                        <p:cTn id="178" dur="1" fill="hold">
                                          <p:stCondLst>
                                            <p:cond delay="0"/>
                                          </p:stCondLst>
                                        </p:cTn>
                                        <p:tgtEl>
                                          <p:spTgt spid="1042"/>
                                        </p:tgtEl>
                                        <p:attrNameLst>
                                          <p:attrName>style.visibility</p:attrName>
                                        </p:attrNameLst>
                                      </p:cBhvr>
                                      <p:to>
                                        <p:strVal val="hidden"/>
                                      </p:to>
                                    </p:set>
                                  </p:childTnLst>
                                </p:cTn>
                              </p:par>
                              <p:par>
                                <p:cTn id="179" presetID="1" presetClass="entr" presetSubtype="0" fill="hold" grpId="0" nodeType="withEffect">
                                  <p:stCondLst>
                                    <p:cond delay="4707"/>
                                  </p:stCondLst>
                                  <p:childTnLst>
                                    <p:set>
                                      <p:cBhvr>
                                        <p:cTn id="180" dur="1" fill="hold">
                                          <p:stCondLst>
                                            <p:cond delay="0"/>
                                          </p:stCondLst>
                                        </p:cTn>
                                        <p:tgtEl>
                                          <p:spTgt spid="1043"/>
                                        </p:tgtEl>
                                        <p:attrNameLst>
                                          <p:attrName>style.visibility</p:attrName>
                                        </p:attrNameLst>
                                      </p:cBhvr>
                                      <p:to>
                                        <p:strVal val="visible"/>
                                      </p:to>
                                    </p:set>
                                  </p:childTnLst>
                                </p:cTn>
                              </p:par>
                              <p:par>
                                <p:cTn id="181" presetID="1" presetClass="exit" presetSubtype="0" fill="hold" grpId="1" nodeType="withEffect">
                                  <p:stCondLst>
                                    <p:cond delay="4783"/>
                                  </p:stCondLst>
                                  <p:childTnLst>
                                    <p:set>
                                      <p:cBhvr>
                                        <p:cTn id="182" dur="1" fill="hold">
                                          <p:stCondLst>
                                            <p:cond delay="0"/>
                                          </p:stCondLst>
                                        </p:cTn>
                                        <p:tgtEl>
                                          <p:spTgt spid="1043"/>
                                        </p:tgtEl>
                                        <p:attrNameLst>
                                          <p:attrName>style.visibility</p:attrName>
                                        </p:attrNameLst>
                                      </p:cBhvr>
                                      <p:to>
                                        <p:strVal val="hidden"/>
                                      </p:to>
                                    </p:set>
                                  </p:childTnLst>
                                </p:cTn>
                              </p:par>
                              <p:par>
                                <p:cTn id="183" presetID="1" presetClass="entr" presetSubtype="0" fill="hold" grpId="0" nodeType="withEffect">
                                  <p:stCondLst>
                                    <p:cond delay="4783"/>
                                  </p:stCondLst>
                                  <p:childTnLst>
                                    <p:set>
                                      <p:cBhvr>
                                        <p:cTn id="184" dur="1" fill="hold">
                                          <p:stCondLst>
                                            <p:cond delay="0"/>
                                          </p:stCondLst>
                                        </p:cTn>
                                        <p:tgtEl>
                                          <p:spTgt spid="1044"/>
                                        </p:tgtEl>
                                        <p:attrNameLst>
                                          <p:attrName>style.visibility</p:attrName>
                                        </p:attrNameLst>
                                      </p:cBhvr>
                                      <p:to>
                                        <p:strVal val="visible"/>
                                      </p:to>
                                    </p:set>
                                  </p:childTnLst>
                                </p:cTn>
                              </p:par>
                              <p:par>
                                <p:cTn id="185" presetID="1" presetClass="exit" presetSubtype="0" fill="hold" grpId="1" nodeType="withEffect">
                                  <p:stCondLst>
                                    <p:cond delay="4863"/>
                                  </p:stCondLst>
                                  <p:childTnLst>
                                    <p:set>
                                      <p:cBhvr>
                                        <p:cTn id="186" dur="1" fill="hold">
                                          <p:stCondLst>
                                            <p:cond delay="0"/>
                                          </p:stCondLst>
                                        </p:cTn>
                                        <p:tgtEl>
                                          <p:spTgt spid="1044"/>
                                        </p:tgtEl>
                                        <p:attrNameLst>
                                          <p:attrName>style.visibility</p:attrName>
                                        </p:attrNameLst>
                                      </p:cBhvr>
                                      <p:to>
                                        <p:strVal val="hidden"/>
                                      </p:to>
                                    </p:set>
                                  </p:childTnLst>
                                </p:cTn>
                              </p:par>
                              <p:par>
                                <p:cTn id="187" presetID="1" presetClass="entr" presetSubtype="0" fill="hold" grpId="0" nodeType="withEffect">
                                  <p:stCondLst>
                                    <p:cond delay="4863"/>
                                  </p:stCondLst>
                                  <p:childTnLst>
                                    <p:set>
                                      <p:cBhvr>
                                        <p:cTn id="188" dur="1" fill="hold">
                                          <p:stCondLst>
                                            <p:cond delay="0"/>
                                          </p:stCondLst>
                                        </p:cTn>
                                        <p:tgtEl>
                                          <p:spTgt spid="1045"/>
                                        </p:tgtEl>
                                        <p:attrNameLst>
                                          <p:attrName>style.visibility</p:attrName>
                                        </p:attrNameLst>
                                      </p:cBhvr>
                                      <p:to>
                                        <p:strVal val="visible"/>
                                      </p:to>
                                    </p:set>
                                  </p:childTnLst>
                                </p:cTn>
                              </p:par>
                              <p:par>
                                <p:cTn id="189" presetID="1" presetClass="exit" presetSubtype="0" fill="hold" grpId="1" nodeType="withEffect">
                                  <p:stCondLst>
                                    <p:cond delay="4919"/>
                                  </p:stCondLst>
                                  <p:childTnLst>
                                    <p:set>
                                      <p:cBhvr>
                                        <p:cTn id="190" dur="1" fill="hold">
                                          <p:stCondLst>
                                            <p:cond delay="0"/>
                                          </p:stCondLst>
                                        </p:cTn>
                                        <p:tgtEl>
                                          <p:spTgt spid="1045"/>
                                        </p:tgtEl>
                                        <p:attrNameLst>
                                          <p:attrName>style.visibility</p:attrName>
                                        </p:attrNameLst>
                                      </p:cBhvr>
                                      <p:to>
                                        <p:strVal val="hidden"/>
                                      </p:to>
                                    </p:set>
                                  </p:childTnLst>
                                </p:cTn>
                              </p:par>
                              <p:par>
                                <p:cTn id="191" presetID="1" presetClass="entr" presetSubtype="0" fill="hold" grpId="0" nodeType="withEffect">
                                  <p:stCondLst>
                                    <p:cond delay="4919"/>
                                  </p:stCondLst>
                                  <p:childTnLst>
                                    <p:set>
                                      <p:cBhvr>
                                        <p:cTn id="192" dur="1" fill="hold">
                                          <p:stCondLst>
                                            <p:cond delay="0"/>
                                          </p:stCondLst>
                                        </p:cTn>
                                        <p:tgtEl>
                                          <p:spTgt spid="1046"/>
                                        </p:tgtEl>
                                        <p:attrNameLst>
                                          <p:attrName>style.visibility</p:attrName>
                                        </p:attrNameLst>
                                      </p:cBhvr>
                                      <p:to>
                                        <p:strVal val="visible"/>
                                      </p:to>
                                    </p:set>
                                  </p:childTnLst>
                                </p:cTn>
                              </p:par>
                              <p:par>
                                <p:cTn id="193" presetID="1" presetClass="exit" presetSubtype="0" fill="hold" grpId="1" nodeType="withEffect">
                                  <p:stCondLst>
                                    <p:cond delay="4991"/>
                                  </p:stCondLst>
                                  <p:childTnLst>
                                    <p:set>
                                      <p:cBhvr>
                                        <p:cTn id="194" dur="1" fill="hold">
                                          <p:stCondLst>
                                            <p:cond delay="0"/>
                                          </p:stCondLst>
                                        </p:cTn>
                                        <p:tgtEl>
                                          <p:spTgt spid="1046"/>
                                        </p:tgtEl>
                                        <p:attrNameLst>
                                          <p:attrName>style.visibility</p:attrName>
                                        </p:attrNameLst>
                                      </p:cBhvr>
                                      <p:to>
                                        <p:strVal val="hidden"/>
                                      </p:to>
                                    </p:set>
                                  </p:childTnLst>
                                </p:cTn>
                              </p:par>
                              <p:par>
                                <p:cTn id="195" presetID="1" presetClass="entr" presetSubtype="0" fill="hold" grpId="0" nodeType="withEffect">
                                  <p:stCondLst>
                                    <p:cond delay="4991"/>
                                  </p:stCondLst>
                                  <p:childTnLst>
                                    <p:set>
                                      <p:cBhvr>
                                        <p:cTn id="196" dur="1" fill="hold">
                                          <p:stCondLst>
                                            <p:cond delay="0"/>
                                          </p:stCondLst>
                                        </p:cTn>
                                        <p:tgtEl>
                                          <p:spTgt spid="1047"/>
                                        </p:tgtEl>
                                        <p:attrNameLst>
                                          <p:attrName>style.visibility</p:attrName>
                                        </p:attrNameLst>
                                      </p:cBhvr>
                                      <p:to>
                                        <p:strVal val="visible"/>
                                      </p:to>
                                    </p:set>
                                  </p:childTnLst>
                                </p:cTn>
                              </p:par>
                              <p:par>
                                <p:cTn id="197" presetID="1" presetClass="exit" presetSubtype="0" fill="hold" grpId="1" nodeType="withEffect">
                                  <p:stCondLst>
                                    <p:cond delay="5067"/>
                                  </p:stCondLst>
                                  <p:childTnLst>
                                    <p:set>
                                      <p:cBhvr>
                                        <p:cTn id="198" dur="1" fill="hold">
                                          <p:stCondLst>
                                            <p:cond delay="0"/>
                                          </p:stCondLst>
                                        </p:cTn>
                                        <p:tgtEl>
                                          <p:spTgt spid="1047"/>
                                        </p:tgtEl>
                                        <p:attrNameLst>
                                          <p:attrName>style.visibility</p:attrName>
                                        </p:attrNameLst>
                                      </p:cBhvr>
                                      <p:to>
                                        <p:strVal val="hidden"/>
                                      </p:to>
                                    </p:set>
                                  </p:childTnLst>
                                </p:cTn>
                              </p:par>
                              <p:par>
                                <p:cTn id="199" presetID="1" presetClass="entr" presetSubtype="0" fill="hold" grpId="0" nodeType="withEffect">
                                  <p:stCondLst>
                                    <p:cond delay="5067"/>
                                  </p:stCondLst>
                                  <p:childTnLst>
                                    <p:set>
                                      <p:cBhvr>
                                        <p:cTn id="200" dur="1" fill="hold">
                                          <p:stCondLst>
                                            <p:cond delay="0"/>
                                          </p:stCondLst>
                                        </p:cTn>
                                        <p:tgtEl>
                                          <p:spTgt spid="1048"/>
                                        </p:tgtEl>
                                        <p:attrNameLst>
                                          <p:attrName>style.visibility</p:attrName>
                                        </p:attrNameLst>
                                      </p:cBhvr>
                                      <p:to>
                                        <p:strVal val="visible"/>
                                      </p:to>
                                    </p:set>
                                  </p:childTnLst>
                                </p:cTn>
                              </p:par>
                              <p:par>
                                <p:cTn id="201" presetID="1" presetClass="exit" presetSubtype="0" fill="hold" grpId="1" nodeType="withEffect">
                                  <p:stCondLst>
                                    <p:cond delay="5131"/>
                                  </p:stCondLst>
                                  <p:childTnLst>
                                    <p:set>
                                      <p:cBhvr>
                                        <p:cTn id="202" dur="1" fill="hold">
                                          <p:stCondLst>
                                            <p:cond delay="0"/>
                                          </p:stCondLst>
                                        </p:cTn>
                                        <p:tgtEl>
                                          <p:spTgt spid="1048"/>
                                        </p:tgtEl>
                                        <p:attrNameLst>
                                          <p:attrName>style.visibility</p:attrName>
                                        </p:attrNameLst>
                                      </p:cBhvr>
                                      <p:to>
                                        <p:strVal val="hidden"/>
                                      </p:to>
                                    </p:set>
                                  </p:childTnLst>
                                </p:cTn>
                              </p:par>
                              <p:par>
                                <p:cTn id="203" presetID="1" presetClass="entr" presetSubtype="0" fill="hold" grpId="0" nodeType="withEffect">
                                  <p:stCondLst>
                                    <p:cond delay="5131"/>
                                  </p:stCondLst>
                                  <p:childTnLst>
                                    <p:set>
                                      <p:cBhvr>
                                        <p:cTn id="204" dur="1" fill="hold">
                                          <p:stCondLst>
                                            <p:cond delay="0"/>
                                          </p:stCondLst>
                                        </p:cTn>
                                        <p:tgtEl>
                                          <p:spTgt spid="1049"/>
                                        </p:tgtEl>
                                        <p:attrNameLst>
                                          <p:attrName>style.visibility</p:attrName>
                                        </p:attrNameLst>
                                      </p:cBhvr>
                                      <p:to>
                                        <p:strVal val="visible"/>
                                      </p:to>
                                    </p:set>
                                  </p:childTnLst>
                                </p:cTn>
                              </p:par>
                              <p:par>
                                <p:cTn id="205" presetID="1" presetClass="exit" presetSubtype="0" fill="hold" grpId="1" nodeType="withEffect">
                                  <p:stCondLst>
                                    <p:cond delay="5211"/>
                                  </p:stCondLst>
                                  <p:childTnLst>
                                    <p:set>
                                      <p:cBhvr>
                                        <p:cTn id="206" dur="1" fill="hold">
                                          <p:stCondLst>
                                            <p:cond delay="0"/>
                                          </p:stCondLst>
                                        </p:cTn>
                                        <p:tgtEl>
                                          <p:spTgt spid="1049"/>
                                        </p:tgtEl>
                                        <p:attrNameLst>
                                          <p:attrName>style.visibility</p:attrName>
                                        </p:attrNameLst>
                                      </p:cBhvr>
                                      <p:to>
                                        <p:strVal val="hidden"/>
                                      </p:to>
                                    </p:set>
                                  </p:childTnLst>
                                </p:cTn>
                              </p:par>
                              <p:par>
                                <p:cTn id="207" presetID="1" presetClass="entr" presetSubtype="0" fill="hold" grpId="0" nodeType="withEffect">
                                  <p:stCondLst>
                                    <p:cond delay="5211"/>
                                  </p:stCondLst>
                                  <p:childTnLst>
                                    <p:set>
                                      <p:cBhvr>
                                        <p:cTn id="208" dur="1" fill="hold">
                                          <p:stCondLst>
                                            <p:cond delay="0"/>
                                          </p:stCondLst>
                                        </p:cTn>
                                        <p:tgtEl>
                                          <p:spTgt spid="1050"/>
                                        </p:tgtEl>
                                        <p:attrNameLst>
                                          <p:attrName>style.visibility</p:attrName>
                                        </p:attrNameLst>
                                      </p:cBhvr>
                                      <p:to>
                                        <p:strVal val="visible"/>
                                      </p:to>
                                    </p:set>
                                  </p:childTnLst>
                                </p:cTn>
                              </p:par>
                              <p:par>
                                <p:cTn id="209" presetID="1" presetClass="exit" presetSubtype="0" fill="hold" grpId="1" nodeType="withEffect">
                                  <p:stCondLst>
                                    <p:cond delay="5267"/>
                                  </p:stCondLst>
                                  <p:childTnLst>
                                    <p:set>
                                      <p:cBhvr>
                                        <p:cTn id="210" dur="1" fill="hold">
                                          <p:stCondLst>
                                            <p:cond delay="0"/>
                                          </p:stCondLst>
                                        </p:cTn>
                                        <p:tgtEl>
                                          <p:spTgt spid="1050"/>
                                        </p:tgtEl>
                                        <p:attrNameLst>
                                          <p:attrName>style.visibility</p:attrName>
                                        </p:attrNameLst>
                                      </p:cBhvr>
                                      <p:to>
                                        <p:strVal val="hidden"/>
                                      </p:to>
                                    </p:set>
                                  </p:childTnLst>
                                </p:cTn>
                              </p:par>
                              <p:par>
                                <p:cTn id="211" presetID="1" presetClass="entr" presetSubtype="0" fill="hold" grpId="0" nodeType="withEffect">
                                  <p:stCondLst>
                                    <p:cond delay="5267"/>
                                  </p:stCondLst>
                                  <p:childTnLst>
                                    <p:set>
                                      <p:cBhvr>
                                        <p:cTn id="212" dur="1" fill="hold">
                                          <p:stCondLst>
                                            <p:cond delay="0"/>
                                          </p:stCondLst>
                                        </p:cTn>
                                        <p:tgtEl>
                                          <p:spTgt spid="1051"/>
                                        </p:tgtEl>
                                        <p:attrNameLst>
                                          <p:attrName>style.visibility</p:attrName>
                                        </p:attrNameLst>
                                      </p:cBhvr>
                                      <p:to>
                                        <p:strVal val="visible"/>
                                      </p:to>
                                    </p:set>
                                  </p:childTnLst>
                                </p:cTn>
                              </p:par>
                              <p:par>
                                <p:cTn id="213" presetID="1" presetClass="exit" presetSubtype="0" fill="hold" grpId="1" nodeType="withEffect">
                                  <p:stCondLst>
                                    <p:cond delay="5339"/>
                                  </p:stCondLst>
                                  <p:childTnLst>
                                    <p:set>
                                      <p:cBhvr>
                                        <p:cTn id="214" dur="1" fill="hold">
                                          <p:stCondLst>
                                            <p:cond delay="0"/>
                                          </p:stCondLst>
                                        </p:cTn>
                                        <p:tgtEl>
                                          <p:spTgt spid="1051"/>
                                        </p:tgtEl>
                                        <p:attrNameLst>
                                          <p:attrName>style.visibility</p:attrName>
                                        </p:attrNameLst>
                                      </p:cBhvr>
                                      <p:to>
                                        <p:strVal val="hidden"/>
                                      </p:to>
                                    </p:set>
                                  </p:childTnLst>
                                </p:cTn>
                              </p:par>
                              <p:par>
                                <p:cTn id="215" presetID="1" presetClass="entr" presetSubtype="0" fill="hold" grpId="0" nodeType="withEffect">
                                  <p:stCondLst>
                                    <p:cond delay="5339"/>
                                  </p:stCondLst>
                                  <p:childTnLst>
                                    <p:set>
                                      <p:cBhvr>
                                        <p:cTn id="216" dur="1" fill="hold">
                                          <p:stCondLst>
                                            <p:cond delay="0"/>
                                          </p:stCondLst>
                                        </p:cTn>
                                        <p:tgtEl>
                                          <p:spTgt spid="1052"/>
                                        </p:tgtEl>
                                        <p:attrNameLst>
                                          <p:attrName>style.visibility</p:attrName>
                                        </p:attrNameLst>
                                      </p:cBhvr>
                                      <p:to>
                                        <p:strVal val="visible"/>
                                      </p:to>
                                    </p:set>
                                  </p:childTnLst>
                                </p:cTn>
                              </p:par>
                              <p:par>
                                <p:cTn id="217" presetID="1" presetClass="exit" presetSubtype="0" fill="hold" grpId="1" nodeType="withEffect">
                                  <p:stCondLst>
                                    <p:cond delay="5427"/>
                                  </p:stCondLst>
                                  <p:childTnLst>
                                    <p:set>
                                      <p:cBhvr>
                                        <p:cTn id="218" dur="1" fill="hold">
                                          <p:stCondLst>
                                            <p:cond delay="0"/>
                                          </p:stCondLst>
                                        </p:cTn>
                                        <p:tgtEl>
                                          <p:spTgt spid="1052"/>
                                        </p:tgtEl>
                                        <p:attrNameLst>
                                          <p:attrName>style.visibility</p:attrName>
                                        </p:attrNameLst>
                                      </p:cBhvr>
                                      <p:to>
                                        <p:strVal val="hidden"/>
                                      </p:to>
                                    </p:set>
                                  </p:childTnLst>
                                </p:cTn>
                              </p:par>
                              <p:par>
                                <p:cTn id="219" presetID="1" presetClass="entr" presetSubtype="0" fill="hold" grpId="0" nodeType="withEffect">
                                  <p:stCondLst>
                                    <p:cond delay="5427"/>
                                  </p:stCondLst>
                                  <p:childTnLst>
                                    <p:set>
                                      <p:cBhvr>
                                        <p:cTn id="220" dur="1" fill="hold">
                                          <p:stCondLst>
                                            <p:cond delay="0"/>
                                          </p:stCondLst>
                                        </p:cTn>
                                        <p:tgtEl>
                                          <p:spTgt spid="1053"/>
                                        </p:tgtEl>
                                        <p:attrNameLst>
                                          <p:attrName>style.visibility</p:attrName>
                                        </p:attrNameLst>
                                      </p:cBhvr>
                                      <p:to>
                                        <p:strVal val="visible"/>
                                      </p:to>
                                    </p:set>
                                  </p:childTnLst>
                                </p:cTn>
                              </p:par>
                              <p:par>
                                <p:cTn id="221" presetID="1" presetClass="exit" presetSubtype="0" fill="hold" grpId="1" nodeType="withEffect">
                                  <p:stCondLst>
                                    <p:cond delay="5491"/>
                                  </p:stCondLst>
                                  <p:childTnLst>
                                    <p:set>
                                      <p:cBhvr>
                                        <p:cTn id="222" dur="1" fill="hold">
                                          <p:stCondLst>
                                            <p:cond delay="0"/>
                                          </p:stCondLst>
                                        </p:cTn>
                                        <p:tgtEl>
                                          <p:spTgt spid="1053"/>
                                        </p:tgtEl>
                                        <p:attrNameLst>
                                          <p:attrName>style.visibility</p:attrName>
                                        </p:attrNameLst>
                                      </p:cBhvr>
                                      <p:to>
                                        <p:strVal val="hidden"/>
                                      </p:to>
                                    </p:set>
                                  </p:childTnLst>
                                </p:cTn>
                              </p:par>
                              <p:par>
                                <p:cTn id="223" presetID="1" presetClass="entr" presetSubtype="0" fill="hold" grpId="0" nodeType="withEffect">
                                  <p:stCondLst>
                                    <p:cond delay="5491"/>
                                  </p:stCondLst>
                                  <p:childTnLst>
                                    <p:set>
                                      <p:cBhvr>
                                        <p:cTn id="224" dur="1" fill="hold">
                                          <p:stCondLst>
                                            <p:cond delay="0"/>
                                          </p:stCondLst>
                                        </p:cTn>
                                        <p:tgtEl>
                                          <p:spTgt spid="1054"/>
                                        </p:tgtEl>
                                        <p:attrNameLst>
                                          <p:attrName>style.visibility</p:attrName>
                                        </p:attrNameLst>
                                      </p:cBhvr>
                                      <p:to>
                                        <p:strVal val="visible"/>
                                      </p:to>
                                    </p:set>
                                  </p:childTnLst>
                                </p:cTn>
                              </p:par>
                              <p:par>
                                <p:cTn id="225" presetID="1" presetClass="exit" presetSubtype="0" fill="hold" grpId="1" nodeType="withEffect">
                                  <p:stCondLst>
                                    <p:cond delay="5795"/>
                                  </p:stCondLst>
                                  <p:childTnLst>
                                    <p:set>
                                      <p:cBhvr>
                                        <p:cTn id="226" dur="1" fill="hold">
                                          <p:stCondLst>
                                            <p:cond delay="0"/>
                                          </p:stCondLst>
                                        </p:cTn>
                                        <p:tgtEl>
                                          <p:spTgt spid="1054"/>
                                        </p:tgtEl>
                                        <p:attrNameLst>
                                          <p:attrName>style.visibility</p:attrName>
                                        </p:attrNameLst>
                                      </p:cBhvr>
                                      <p:to>
                                        <p:strVal val="hidden"/>
                                      </p:to>
                                    </p:set>
                                  </p:childTnLst>
                                </p:cTn>
                              </p:par>
                              <p:par>
                                <p:cTn id="227" presetID="1" presetClass="entr" presetSubtype="0" fill="hold" grpId="0" nodeType="withEffect">
                                  <p:stCondLst>
                                    <p:cond delay="5795"/>
                                  </p:stCondLst>
                                  <p:childTnLst>
                                    <p:set>
                                      <p:cBhvr>
                                        <p:cTn id="228" dur="1" fill="hold">
                                          <p:stCondLst>
                                            <p:cond delay="0"/>
                                          </p:stCondLst>
                                        </p:cTn>
                                        <p:tgtEl>
                                          <p:spTgt spid="1055"/>
                                        </p:tgtEl>
                                        <p:attrNameLst>
                                          <p:attrName>style.visibility</p:attrName>
                                        </p:attrNameLst>
                                      </p:cBhvr>
                                      <p:to>
                                        <p:strVal val="visible"/>
                                      </p:to>
                                    </p:set>
                                  </p:childTnLst>
                                </p:cTn>
                              </p:par>
                              <p:par>
                                <p:cTn id="229" presetID="1" presetClass="exit" presetSubtype="0" fill="hold" grpId="1" nodeType="withEffect">
                                  <p:stCondLst>
                                    <p:cond delay="5843"/>
                                  </p:stCondLst>
                                  <p:childTnLst>
                                    <p:set>
                                      <p:cBhvr>
                                        <p:cTn id="230" dur="1" fill="hold">
                                          <p:stCondLst>
                                            <p:cond delay="0"/>
                                          </p:stCondLst>
                                        </p:cTn>
                                        <p:tgtEl>
                                          <p:spTgt spid="1055"/>
                                        </p:tgtEl>
                                        <p:attrNameLst>
                                          <p:attrName>style.visibility</p:attrName>
                                        </p:attrNameLst>
                                      </p:cBhvr>
                                      <p:to>
                                        <p:strVal val="hidden"/>
                                      </p:to>
                                    </p:set>
                                  </p:childTnLst>
                                </p:cTn>
                              </p:par>
                              <p:par>
                                <p:cTn id="231" presetID="1" presetClass="entr" presetSubtype="0" fill="hold" grpId="0" nodeType="withEffect">
                                  <p:stCondLst>
                                    <p:cond delay="5843"/>
                                  </p:stCondLst>
                                  <p:childTnLst>
                                    <p:set>
                                      <p:cBhvr>
                                        <p:cTn id="232" dur="1" fill="hold">
                                          <p:stCondLst>
                                            <p:cond delay="0"/>
                                          </p:stCondLst>
                                        </p:cTn>
                                        <p:tgtEl>
                                          <p:spTgt spid="1056"/>
                                        </p:tgtEl>
                                        <p:attrNameLst>
                                          <p:attrName>style.visibility</p:attrName>
                                        </p:attrNameLst>
                                      </p:cBhvr>
                                      <p:to>
                                        <p:strVal val="visible"/>
                                      </p:to>
                                    </p:set>
                                  </p:childTnLst>
                                </p:cTn>
                              </p:par>
                              <p:par>
                                <p:cTn id="233" presetID="1" presetClass="exit" presetSubtype="0" fill="hold" grpId="1" nodeType="withEffect">
                                  <p:stCondLst>
                                    <p:cond delay="5891"/>
                                  </p:stCondLst>
                                  <p:childTnLst>
                                    <p:set>
                                      <p:cBhvr>
                                        <p:cTn id="234" dur="1" fill="hold">
                                          <p:stCondLst>
                                            <p:cond delay="0"/>
                                          </p:stCondLst>
                                        </p:cTn>
                                        <p:tgtEl>
                                          <p:spTgt spid="1056"/>
                                        </p:tgtEl>
                                        <p:attrNameLst>
                                          <p:attrName>style.visibility</p:attrName>
                                        </p:attrNameLst>
                                      </p:cBhvr>
                                      <p:to>
                                        <p:strVal val="hidden"/>
                                      </p:to>
                                    </p:set>
                                  </p:childTnLst>
                                </p:cTn>
                              </p:par>
                              <p:par>
                                <p:cTn id="235" presetID="1" presetClass="entr" presetSubtype="0" fill="hold" grpId="0" nodeType="withEffect">
                                  <p:stCondLst>
                                    <p:cond delay="5891"/>
                                  </p:stCondLst>
                                  <p:childTnLst>
                                    <p:set>
                                      <p:cBhvr>
                                        <p:cTn id="236" dur="1" fill="hold">
                                          <p:stCondLst>
                                            <p:cond delay="0"/>
                                          </p:stCondLst>
                                        </p:cTn>
                                        <p:tgtEl>
                                          <p:spTgt spid="1057"/>
                                        </p:tgtEl>
                                        <p:attrNameLst>
                                          <p:attrName>style.visibility</p:attrName>
                                        </p:attrNameLst>
                                      </p:cBhvr>
                                      <p:to>
                                        <p:strVal val="visible"/>
                                      </p:to>
                                    </p:set>
                                  </p:childTnLst>
                                </p:cTn>
                              </p:par>
                              <p:par>
                                <p:cTn id="237" presetID="1" presetClass="exit" presetSubtype="0" fill="hold" grpId="1" nodeType="withEffect">
                                  <p:stCondLst>
                                    <p:cond delay="5939"/>
                                  </p:stCondLst>
                                  <p:childTnLst>
                                    <p:set>
                                      <p:cBhvr>
                                        <p:cTn id="238" dur="1" fill="hold">
                                          <p:stCondLst>
                                            <p:cond delay="0"/>
                                          </p:stCondLst>
                                        </p:cTn>
                                        <p:tgtEl>
                                          <p:spTgt spid="1057"/>
                                        </p:tgtEl>
                                        <p:attrNameLst>
                                          <p:attrName>style.visibility</p:attrName>
                                        </p:attrNameLst>
                                      </p:cBhvr>
                                      <p:to>
                                        <p:strVal val="hidden"/>
                                      </p:to>
                                    </p:set>
                                  </p:childTnLst>
                                </p:cTn>
                              </p:par>
                              <p:par>
                                <p:cTn id="239" presetID="1" presetClass="entr" presetSubtype="0" fill="hold" grpId="0" nodeType="withEffect">
                                  <p:stCondLst>
                                    <p:cond delay="5939"/>
                                  </p:stCondLst>
                                  <p:childTnLst>
                                    <p:set>
                                      <p:cBhvr>
                                        <p:cTn id="240" dur="1" fill="hold">
                                          <p:stCondLst>
                                            <p:cond delay="0"/>
                                          </p:stCondLst>
                                        </p:cTn>
                                        <p:tgtEl>
                                          <p:spTgt spid="1058"/>
                                        </p:tgtEl>
                                        <p:attrNameLst>
                                          <p:attrName>style.visibility</p:attrName>
                                        </p:attrNameLst>
                                      </p:cBhvr>
                                      <p:to>
                                        <p:strVal val="visible"/>
                                      </p:to>
                                    </p:set>
                                  </p:childTnLst>
                                </p:cTn>
                              </p:par>
                              <p:par>
                                <p:cTn id="241" presetID="1" presetClass="exit" presetSubtype="0" fill="hold" grpId="1" nodeType="withEffect">
                                  <p:stCondLst>
                                    <p:cond delay="6003"/>
                                  </p:stCondLst>
                                  <p:childTnLst>
                                    <p:set>
                                      <p:cBhvr>
                                        <p:cTn id="242" dur="1" fill="hold">
                                          <p:stCondLst>
                                            <p:cond delay="0"/>
                                          </p:stCondLst>
                                        </p:cTn>
                                        <p:tgtEl>
                                          <p:spTgt spid="1058"/>
                                        </p:tgtEl>
                                        <p:attrNameLst>
                                          <p:attrName>style.visibility</p:attrName>
                                        </p:attrNameLst>
                                      </p:cBhvr>
                                      <p:to>
                                        <p:strVal val="hidden"/>
                                      </p:to>
                                    </p:set>
                                  </p:childTnLst>
                                </p:cTn>
                              </p:par>
                              <p:par>
                                <p:cTn id="243" presetID="1" presetClass="entr" presetSubtype="0" fill="hold" grpId="0" nodeType="withEffect">
                                  <p:stCondLst>
                                    <p:cond delay="6003"/>
                                  </p:stCondLst>
                                  <p:childTnLst>
                                    <p:set>
                                      <p:cBhvr>
                                        <p:cTn id="244" dur="1" fill="hold">
                                          <p:stCondLst>
                                            <p:cond delay="0"/>
                                          </p:stCondLst>
                                        </p:cTn>
                                        <p:tgtEl>
                                          <p:spTgt spid="1059"/>
                                        </p:tgtEl>
                                        <p:attrNameLst>
                                          <p:attrName>style.visibility</p:attrName>
                                        </p:attrNameLst>
                                      </p:cBhvr>
                                      <p:to>
                                        <p:strVal val="visible"/>
                                      </p:to>
                                    </p:set>
                                  </p:childTnLst>
                                </p:cTn>
                              </p:par>
                              <p:par>
                                <p:cTn id="245" presetID="1" presetClass="exit" presetSubtype="0" fill="hold" grpId="1" nodeType="withEffect">
                                  <p:stCondLst>
                                    <p:cond delay="6083"/>
                                  </p:stCondLst>
                                  <p:childTnLst>
                                    <p:set>
                                      <p:cBhvr>
                                        <p:cTn id="246" dur="1" fill="hold">
                                          <p:stCondLst>
                                            <p:cond delay="0"/>
                                          </p:stCondLst>
                                        </p:cTn>
                                        <p:tgtEl>
                                          <p:spTgt spid="1059"/>
                                        </p:tgtEl>
                                        <p:attrNameLst>
                                          <p:attrName>style.visibility</p:attrName>
                                        </p:attrNameLst>
                                      </p:cBhvr>
                                      <p:to>
                                        <p:strVal val="hidden"/>
                                      </p:to>
                                    </p:set>
                                  </p:childTnLst>
                                </p:cTn>
                              </p:par>
                              <p:par>
                                <p:cTn id="247" presetID="1" presetClass="entr" presetSubtype="0" fill="hold" grpId="0" nodeType="withEffect">
                                  <p:stCondLst>
                                    <p:cond delay="6083"/>
                                  </p:stCondLst>
                                  <p:childTnLst>
                                    <p:set>
                                      <p:cBhvr>
                                        <p:cTn id="248" dur="1" fill="hold">
                                          <p:stCondLst>
                                            <p:cond delay="0"/>
                                          </p:stCondLst>
                                        </p:cTn>
                                        <p:tgtEl>
                                          <p:spTgt spid="1060"/>
                                        </p:tgtEl>
                                        <p:attrNameLst>
                                          <p:attrName>style.visibility</p:attrName>
                                        </p:attrNameLst>
                                      </p:cBhvr>
                                      <p:to>
                                        <p:strVal val="visible"/>
                                      </p:to>
                                    </p:set>
                                  </p:childTnLst>
                                </p:cTn>
                              </p:par>
                              <p:par>
                                <p:cTn id="249" presetID="1" presetClass="exit" presetSubtype="0" fill="hold" grpId="1" nodeType="withEffect">
                                  <p:stCondLst>
                                    <p:cond delay="6139"/>
                                  </p:stCondLst>
                                  <p:childTnLst>
                                    <p:set>
                                      <p:cBhvr>
                                        <p:cTn id="250" dur="1" fill="hold">
                                          <p:stCondLst>
                                            <p:cond delay="0"/>
                                          </p:stCondLst>
                                        </p:cTn>
                                        <p:tgtEl>
                                          <p:spTgt spid="1060"/>
                                        </p:tgtEl>
                                        <p:attrNameLst>
                                          <p:attrName>style.visibility</p:attrName>
                                        </p:attrNameLst>
                                      </p:cBhvr>
                                      <p:to>
                                        <p:strVal val="hidden"/>
                                      </p:to>
                                    </p:set>
                                  </p:childTnLst>
                                </p:cTn>
                              </p:par>
                              <p:par>
                                <p:cTn id="251" presetID="1" presetClass="entr" presetSubtype="0" fill="hold" grpId="0" nodeType="withEffect">
                                  <p:stCondLst>
                                    <p:cond delay="6139"/>
                                  </p:stCondLst>
                                  <p:childTnLst>
                                    <p:set>
                                      <p:cBhvr>
                                        <p:cTn id="252" dur="1" fill="hold">
                                          <p:stCondLst>
                                            <p:cond delay="0"/>
                                          </p:stCondLst>
                                        </p:cTn>
                                        <p:tgtEl>
                                          <p:spTgt spid="1061"/>
                                        </p:tgtEl>
                                        <p:attrNameLst>
                                          <p:attrName>style.visibility</p:attrName>
                                        </p:attrNameLst>
                                      </p:cBhvr>
                                      <p:to>
                                        <p:strVal val="visible"/>
                                      </p:to>
                                    </p:set>
                                  </p:childTnLst>
                                </p:cTn>
                              </p:par>
                              <p:par>
                                <p:cTn id="253" presetID="1" presetClass="exit" presetSubtype="0" fill="hold" grpId="1" nodeType="withEffect">
                                  <p:stCondLst>
                                    <p:cond delay="6211"/>
                                  </p:stCondLst>
                                  <p:childTnLst>
                                    <p:set>
                                      <p:cBhvr>
                                        <p:cTn id="254" dur="1" fill="hold">
                                          <p:stCondLst>
                                            <p:cond delay="0"/>
                                          </p:stCondLst>
                                        </p:cTn>
                                        <p:tgtEl>
                                          <p:spTgt spid="1061"/>
                                        </p:tgtEl>
                                        <p:attrNameLst>
                                          <p:attrName>style.visibility</p:attrName>
                                        </p:attrNameLst>
                                      </p:cBhvr>
                                      <p:to>
                                        <p:strVal val="hidden"/>
                                      </p:to>
                                    </p:set>
                                  </p:childTnLst>
                                </p:cTn>
                              </p:par>
                              <p:par>
                                <p:cTn id="255" presetID="1" presetClass="entr" presetSubtype="0" fill="hold" grpId="0" nodeType="withEffect">
                                  <p:stCondLst>
                                    <p:cond delay="6211"/>
                                  </p:stCondLst>
                                  <p:childTnLst>
                                    <p:set>
                                      <p:cBhvr>
                                        <p:cTn id="256" dur="1" fill="hold">
                                          <p:stCondLst>
                                            <p:cond delay="0"/>
                                          </p:stCondLst>
                                        </p:cTn>
                                        <p:tgtEl>
                                          <p:spTgt spid="1062"/>
                                        </p:tgtEl>
                                        <p:attrNameLst>
                                          <p:attrName>style.visibility</p:attrName>
                                        </p:attrNameLst>
                                      </p:cBhvr>
                                      <p:to>
                                        <p:strVal val="visible"/>
                                      </p:to>
                                    </p:set>
                                  </p:childTnLst>
                                </p:cTn>
                              </p:par>
                              <p:par>
                                <p:cTn id="257" presetID="1" presetClass="exit" presetSubtype="0" fill="hold" grpId="1" nodeType="withEffect">
                                  <p:stCondLst>
                                    <p:cond delay="6287"/>
                                  </p:stCondLst>
                                  <p:childTnLst>
                                    <p:set>
                                      <p:cBhvr>
                                        <p:cTn id="258" dur="1" fill="hold">
                                          <p:stCondLst>
                                            <p:cond delay="0"/>
                                          </p:stCondLst>
                                        </p:cTn>
                                        <p:tgtEl>
                                          <p:spTgt spid="1062"/>
                                        </p:tgtEl>
                                        <p:attrNameLst>
                                          <p:attrName>style.visibility</p:attrName>
                                        </p:attrNameLst>
                                      </p:cBhvr>
                                      <p:to>
                                        <p:strVal val="hidden"/>
                                      </p:to>
                                    </p:set>
                                  </p:childTnLst>
                                </p:cTn>
                              </p:par>
                              <p:par>
                                <p:cTn id="259" presetID="1" presetClass="entr" presetSubtype="0" fill="hold" grpId="0" nodeType="withEffect">
                                  <p:stCondLst>
                                    <p:cond delay="6287"/>
                                  </p:stCondLst>
                                  <p:childTnLst>
                                    <p:set>
                                      <p:cBhvr>
                                        <p:cTn id="260" dur="1" fill="hold">
                                          <p:stCondLst>
                                            <p:cond delay="0"/>
                                          </p:stCondLst>
                                        </p:cTn>
                                        <p:tgtEl>
                                          <p:spTgt spid="1063"/>
                                        </p:tgtEl>
                                        <p:attrNameLst>
                                          <p:attrName>style.visibility</p:attrName>
                                        </p:attrNameLst>
                                      </p:cBhvr>
                                      <p:to>
                                        <p:strVal val="visible"/>
                                      </p:to>
                                    </p:set>
                                  </p:childTnLst>
                                </p:cTn>
                              </p:par>
                              <p:par>
                                <p:cTn id="261" presetID="1" presetClass="exit" presetSubtype="0" fill="hold" grpId="1" nodeType="withEffect">
                                  <p:stCondLst>
                                    <p:cond delay="6351"/>
                                  </p:stCondLst>
                                  <p:childTnLst>
                                    <p:set>
                                      <p:cBhvr>
                                        <p:cTn id="262" dur="1" fill="hold">
                                          <p:stCondLst>
                                            <p:cond delay="0"/>
                                          </p:stCondLst>
                                        </p:cTn>
                                        <p:tgtEl>
                                          <p:spTgt spid="1063"/>
                                        </p:tgtEl>
                                        <p:attrNameLst>
                                          <p:attrName>style.visibility</p:attrName>
                                        </p:attrNameLst>
                                      </p:cBhvr>
                                      <p:to>
                                        <p:strVal val="hidden"/>
                                      </p:to>
                                    </p:set>
                                  </p:childTnLst>
                                </p:cTn>
                              </p:par>
                              <p:par>
                                <p:cTn id="263" presetID="1" presetClass="entr" presetSubtype="0" fill="hold" grpId="0" nodeType="withEffect">
                                  <p:stCondLst>
                                    <p:cond delay="6351"/>
                                  </p:stCondLst>
                                  <p:childTnLst>
                                    <p:set>
                                      <p:cBhvr>
                                        <p:cTn id="264" dur="1" fill="hold">
                                          <p:stCondLst>
                                            <p:cond delay="0"/>
                                          </p:stCondLst>
                                        </p:cTn>
                                        <p:tgtEl>
                                          <p:spTgt spid="1064"/>
                                        </p:tgtEl>
                                        <p:attrNameLst>
                                          <p:attrName>style.visibility</p:attrName>
                                        </p:attrNameLst>
                                      </p:cBhvr>
                                      <p:to>
                                        <p:strVal val="visible"/>
                                      </p:to>
                                    </p:set>
                                  </p:childTnLst>
                                </p:cTn>
                              </p:par>
                              <p:par>
                                <p:cTn id="265" presetID="1" presetClass="exit" presetSubtype="0" fill="hold" grpId="1" nodeType="withEffect">
                                  <p:stCondLst>
                                    <p:cond delay="6431"/>
                                  </p:stCondLst>
                                  <p:childTnLst>
                                    <p:set>
                                      <p:cBhvr>
                                        <p:cTn id="266" dur="1" fill="hold">
                                          <p:stCondLst>
                                            <p:cond delay="0"/>
                                          </p:stCondLst>
                                        </p:cTn>
                                        <p:tgtEl>
                                          <p:spTgt spid="1064"/>
                                        </p:tgtEl>
                                        <p:attrNameLst>
                                          <p:attrName>style.visibility</p:attrName>
                                        </p:attrNameLst>
                                      </p:cBhvr>
                                      <p:to>
                                        <p:strVal val="hidden"/>
                                      </p:to>
                                    </p:set>
                                  </p:childTnLst>
                                </p:cTn>
                              </p:par>
                              <p:par>
                                <p:cTn id="267" presetID="1" presetClass="entr" presetSubtype="0" fill="hold" grpId="0" nodeType="withEffect">
                                  <p:stCondLst>
                                    <p:cond delay="6431"/>
                                  </p:stCondLst>
                                  <p:childTnLst>
                                    <p:set>
                                      <p:cBhvr>
                                        <p:cTn id="268" dur="1" fill="hold">
                                          <p:stCondLst>
                                            <p:cond delay="0"/>
                                          </p:stCondLst>
                                        </p:cTn>
                                        <p:tgtEl>
                                          <p:spTgt spid="1065"/>
                                        </p:tgtEl>
                                        <p:attrNameLst>
                                          <p:attrName>style.visibility</p:attrName>
                                        </p:attrNameLst>
                                      </p:cBhvr>
                                      <p:to>
                                        <p:strVal val="visible"/>
                                      </p:to>
                                    </p:set>
                                  </p:childTnLst>
                                </p:cTn>
                              </p:par>
                              <p:par>
                                <p:cTn id="269" presetID="1" presetClass="exit" presetSubtype="0" fill="hold" grpId="1" nodeType="withEffect">
                                  <p:stCondLst>
                                    <p:cond delay="6507"/>
                                  </p:stCondLst>
                                  <p:childTnLst>
                                    <p:set>
                                      <p:cBhvr>
                                        <p:cTn id="270" dur="1" fill="hold">
                                          <p:stCondLst>
                                            <p:cond delay="0"/>
                                          </p:stCondLst>
                                        </p:cTn>
                                        <p:tgtEl>
                                          <p:spTgt spid="1065"/>
                                        </p:tgtEl>
                                        <p:attrNameLst>
                                          <p:attrName>style.visibility</p:attrName>
                                        </p:attrNameLst>
                                      </p:cBhvr>
                                      <p:to>
                                        <p:strVal val="hidden"/>
                                      </p:to>
                                    </p:set>
                                  </p:childTnLst>
                                </p:cTn>
                              </p:par>
                              <p:par>
                                <p:cTn id="271" presetID="1" presetClass="entr" presetSubtype="0" fill="hold" grpId="0" nodeType="withEffect">
                                  <p:stCondLst>
                                    <p:cond delay="6507"/>
                                  </p:stCondLst>
                                  <p:childTnLst>
                                    <p:set>
                                      <p:cBhvr>
                                        <p:cTn id="272" dur="1" fill="hold">
                                          <p:stCondLst>
                                            <p:cond delay="0"/>
                                          </p:stCondLst>
                                        </p:cTn>
                                        <p:tgtEl>
                                          <p:spTgt spid="1066"/>
                                        </p:tgtEl>
                                        <p:attrNameLst>
                                          <p:attrName>style.visibility</p:attrName>
                                        </p:attrNameLst>
                                      </p:cBhvr>
                                      <p:to>
                                        <p:strVal val="visible"/>
                                      </p:to>
                                    </p:set>
                                  </p:childTnLst>
                                </p:cTn>
                              </p:par>
                              <p:par>
                                <p:cTn id="273" presetID="1" presetClass="exit" presetSubtype="0" fill="hold" grpId="1" nodeType="withEffect">
                                  <p:stCondLst>
                                    <p:cond delay="6579"/>
                                  </p:stCondLst>
                                  <p:childTnLst>
                                    <p:set>
                                      <p:cBhvr>
                                        <p:cTn id="274" dur="1" fill="hold">
                                          <p:stCondLst>
                                            <p:cond delay="0"/>
                                          </p:stCondLst>
                                        </p:cTn>
                                        <p:tgtEl>
                                          <p:spTgt spid="1066"/>
                                        </p:tgtEl>
                                        <p:attrNameLst>
                                          <p:attrName>style.visibility</p:attrName>
                                        </p:attrNameLst>
                                      </p:cBhvr>
                                      <p:to>
                                        <p:strVal val="hidden"/>
                                      </p:to>
                                    </p:set>
                                  </p:childTnLst>
                                </p:cTn>
                              </p:par>
                              <p:par>
                                <p:cTn id="275" presetID="1" presetClass="entr" presetSubtype="0" fill="hold" grpId="0" nodeType="withEffect">
                                  <p:stCondLst>
                                    <p:cond delay="6579"/>
                                  </p:stCondLst>
                                  <p:childTnLst>
                                    <p:set>
                                      <p:cBhvr>
                                        <p:cTn id="276" dur="1" fill="hold">
                                          <p:stCondLst>
                                            <p:cond delay="0"/>
                                          </p:stCondLst>
                                        </p:cTn>
                                        <p:tgtEl>
                                          <p:spTgt spid="1067"/>
                                        </p:tgtEl>
                                        <p:attrNameLst>
                                          <p:attrName>style.visibility</p:attrName>
                                        </p:attrNameLst>
                                      </p:cBhvr>
                                      <p:to>
                                        <p:strVal val="visible"/>
                                      </p:to>
                                    </p:set>
                                  </p:childTnLst>
                                </p:cTn>
                              </p:par>
                              <p:par>
                                <p:cTn id="277" presetID="1" presetClass="exit" presetSubtype="0" fill="hold" grpId="1" nodeType="withEffect">
                                  <p:stCondLst>
                                    <p:cond delay="6667"/>
                                  </p:stCondLst>
                                  <p:childTnLst>
                                    <p:set>
                                      <p:cBhvr>
                                        <p:cTn id="278" dur="1" fill="hold">
                                          <p:stCondLst>
                                            <p:cond delay="0"/>
                                          </p:stCondLst>
                                        </p:cTn>
                                        <p:tgtEl>
                                          <p:spTgt spid="1067"/>
                                        </p:tgtEl>
                                        <p:attrNameLst>
                                          <p:attrName>style.visibility</p:attrName>
                                        </p:attrNameLst>
                                      </p:cBhvr>
                                      <p:to>
                                        <p:strVal val="hidden"/>
                                      </p:to>
                                    </p:set>
                                  </p:childTnLst>
                                </p:cTn>
                              </p:par>
                              <p:par>
                                <p:cTn id="279" presetID="1" presetClass="entr" presetSubtype="0" fill="hold" grpId="0" nodeType="withEffect">
                                  <p:stCondLst>
                                    <p:cond delay="6667"/>
                                  </p:stCondLst>
                                  <p:childTnLst>
                                    <p:set>
                                      <p:cBhvr>
                                        <p:cTn id="280" dur="1" fill="hold">
                                          <p:stCondLst>
                                            <p:cond delay="0"/>
                                          </p:stCondLst>
                                        </p:cTn>
                                        <p:tgtEl>
                                          <p:spTgt spid="1068"/>
                                        </p:tgtEl>
                                        <p:attrNameLst>
                                          <p:attrName>style.visibility</p:attrName>
                                        </p:attrNameLst>
                                      </p:cBhvr>
                                      <p:to>
                                        <p:strVal val="visible"/>
                                      </p:to>
                                    </p:set>
                                  </p:childTnLst>
                                </p:cTn>
                              </p:par>
                              <p:par>
                                <p:cTn id="281" presetID="1" presetClass="exit" presetSubtype="0" fill="hold" grpId="1" nodeType="withEffect">
                                  <p:stCondLst>
                                    <p:cond delay="6731"/>
                                  </p:stCondLst>
                                  <p:childTnLst>
                                    <p:set>
                                      <p:cBhvr>
                                        <p:cTn id="282" dur="1" fill="hold">
                                          <p:stCondLst>
                                            <p:cond delay="0"/>
                                          </p:stCondLst>
                                        </p:cTn>
                                        <p:tgtEl>
                                          <p:spTgt spid="1068"/>
                                        </p:tgtEl>
                                        <p:attrNameLst>
                                          <p:attrName>style.visibility</p:attrName>
                                        </p:attrNameLst>
                                      </p:cBhvr>
                                      <p:to>
                                        <p:strVal val="hidden"/>
                                      </p:to>
                                    </p:set>
                                  </p:childTnLst>
                                </p:cTn>
                              </p:par>
                              <p:par>
                                <p:cTn id="283" presetID="1" presetClass="entr" presetSubtype="0" fill="hold" grpId="0" nodeType="withEffect">
                                  <p:stCondLst>
                                    <p:cond delay="6731"/>
                                  </p:stCondLst>
                                  <p:childTnLst>
                                    <p:set>
                                      <p:cBhvr>
                                        <p:cTn id="284" dur="1" fill="hold">
                                          <p:stCondLst>
                                            <p:cond delay="0"/>
                                          </p:stCondLst>
                                        </p:cTn>
                                        <p:tgtEl>
                                          <p:spTgt spid="1069"/>
                                        </p:tgtEl>
                                        <p:attrNameLst>
                                          <p:attrName>style.visibility</p:attrName>
                                        </p:attrNameLst>
                                      </p:cBhvr>
                                      <p:to>
                                        <p:strVal val="visible"/>
                                      </p:to>
                                    </p:set>
                                  </p:childTnLst>
                                </p:cTn>
                              </p:par>
                              <p:par>
                                <p:cTn id="285" presetID="1" presetClass="exit" presetSubtype="0" fill="hold" grpId="1" nodeType="withEffect">
                                  <p:stCondLst>
                                    <p:cond delay="6811"/>
                                  </p:stCondLst>
                                  <p:childTnLst>
                                    <p:set>
                                      <p:cBhvr>
                                        <p:cTn id="286" dur="1" fill="hold">
                                          <p:stCondLst>
                                            <p:cond delay="0"/>
                                          </p:stCondLst>
                                        </p:cTn>
                                        <p:tgtEl>
                                          <p:spTgt spid="1069"/>
                                        </p:tgtEl>
                                        <p:attrNameLst>
                                          <p:attrName>style.visibility</p:attrName>
                                        </p:attrNameLst>
                                      </p:cBhvr>
                                      <p:to>
                                        <p:strVal val="hidden"/>
                                      </p:to>
                                    </p:set>
                                  </p:childTnLst>
                                </p:cTn>
                              </p:par>
                              <p:par>
                                <p:cTn id="287" presetID="1" presetClass="entr" presetSubtype="0" fill="hold" grpId="0" nodeType="withEffect">
                                  <p:stCondLst>
                                    <p:cond delay="6811"/>
                                  </p:stCondLst>
                                  <p:childTnLst>
                                    <p:set>
                                      <p:cBhvr>
                                        <p:cTn id="288" dur="1" fill="hold">
                                          <p:stCondLst>
                                            <p:cond delay="0"/>
                                          </p:stCondLst>
                                        </p:cTn>
                                        <p:tgtEl>
                                          <p:spTgt spid="86"/>
                                        </p:tgtEl>
                                        <p:attrNameLst>
                                          <p:attrName>style.visibility</p:attrName>
                                        </p:attrNameLst>
                                      </p:cBhvr>
                                      <p:to>
                                        <p:strVal val="visible"/>
                                      </p:to>
                                    </p:set>
                                  </p:childTnLst>
                                </p:cTn>
                              </p:par>
                              <p:par>
                                <p:cTn id="289" presetID="1" presetClass="entr" presetSubtype="0" fill="hold" grpId="0" nodeType="withEffect">
                                  <p:stCondLst>
                                    <p:cond delay="7067"/>
                                  </p:stCondLst>
                                  <p:childTnLst>
                                    <p:set>
                                      <p:cBhvr>
                                        <p:cTn id="290" dur="1" fill="hold">
                                          <p:stCondLst>
                                            <p:cond delay="0"/>
                                          </p:stCondLst>
                                        </p:cTn>
                                        <p:tgtEl>
                                          <p:spTgt spid="1070"/>
                                        </p:tgtEl>
                                        <p:attrNameLst>
                                          <p:attrName>style.visibility</p:attrName>
                                        </p:attrNameLst>
                                      </p:cBhvr>
                                      <p:to>
                                        <p:strVal val="visible"/>
                                      </p:to>
                                    </p:set>
                                  </p:childTnLst>
                                </p:cTn>
                              </p:par>
                              <p:par>
                                <p:cTn id="291" presetID="1" presetClass="exit" presetSubtype="0" fill="hold" grpId="1" nodeType="withEffect">
                                  <p:stCondLst>
                                    <p:cond delay="7113"/>
                                  </p:stCondLst>
                                  <p:childTnLst>
                                    <p:set>
                                      <p:cBhvr>
                                        <p:cTn id="292" dur="1" fill="hold">
                                          <p:stCondLst>
                                            <p:cond delay="0"/>
                                          </p:stCondLst>
                                        </p:cTn>
                                        <p:tgtEl>
                                          <p:spTgt spid="1070"/>
                                        </p:tgtEl>
                                        <p:attrNameLst>
                                          <p:attrName>style.visibility</p:attrName>
                                        </p:attrNameLst>
                                      </p:cBhvr>
                                      <p:to>
                                        <p:strVal val="hidden"/>
                                      </p:to>
                                    </p:set>
                                  </p:childTnLst>
                                </p:cTn>
                              </p:par>
                              <p:par>
                                <p:cTn id="293" presetID="1" presetClass="entr" presetSubtype="0" fill="hold" grpId="0" nodeType="withEffect">
                                  <p:stCondLst>
                                    <p:cond delay="7113"/>
                                  </p:stCondLst>
                                  <p:childTnLst>
                                    <p:set>
                                      <p:cBhvr>
                                        <p:cTn id="294" dur="1" fill="hold">
                                          <p:stCondLst>
                                            <p:cond delay="0"/>
                                          </p:stCondLst>
                                        </p:cTn>
                                        <p:tgtEl>
                                          <p:spTgt spid="1071"/>
                                        </p:tgtEl>
                                        <p:attrNameLst>
                                          <p:attrName>style.visibility</p:attrName>
                                        </p:attrNameLst>
                                      </p:cBhvr>
                                      <p:to>
                                        <p:strVal val="visible"/>
                                      </p:to>
                                    </p:set>
                                  </p:childTnLst>
                                </p:cTn>
                              </p:par>
                              <p:par>
                                <p:cTn id="295" presetID="1" presetClass="exit" presetSubtype="0" fill="hold" grpId="1" nodeType="withEffect">
                                  <p:stCondLst>
                                    <p:cond delay="7171"/>
                                  </p:stCondLst>
                                  <p:childTnLst>
                                    <p:set>
                                      <p:cBhvr>
                                        <p:cTn id="296" dur="1" fill="hold">
                                          <p:stCondLst>
                                            <p:cond delay="0"/>
                                          </p:stCondLst>
                                        </p:cTn>
                                        <p:tgtEl>
                                          <p:spTgt spid="1071"/>
                                        </p:tgtEl>
                                        <p:attrNameLst>
                                          <p:attrName>style.visibility</p:attrName>
                                        </p:attrNameLst>
                                      </p:cBhvr>
                                      <p:to>
                                        <p:strVal val="hidden"/>
                                      </p:to>
                                    </p:set>
                                  </p:childTnLst>
                                </p:cTn>
                              </p:par>
                              <p:par>
                                <p:cTn id="297" presetID="1" presetClass="entr" presetSubtype="0" fill="hold" grpId="0" nodeType="withEffect">
                                  <p:stCondLst>
                                    <p:cond delay="7171"/>
                                  </p:stCondLst>
                                  <p:childTnLst>
                                    <p:set>
                                      <p:cBhvr>
                                        <p:cTn id="298" dur="1" fill="hold">
                                          <p:stCondLst>
                                            <p:cond delay="0"/>
                                          </p:stCondLst>
                                        </p:cTn>
                                        <p:tgtEl>
                                          <p:spTgt spid="1072"/>
                                        </p:tgtEl>
                                        <p:attrNameLst>
                                          <p:attrName>style.visibility</p:attrName>
                                        </p:attrNameLst>
                                      </p:cBhvr>
                                      <p:to>
                                        <p:strVal val="visible"/>
                                      </p:to>
                                    </p:set>
                                  </p:childTnLst>
                                </p:cTn>
                              </p:par>
                              <p:par>
                                <p:cTn id="299" presetID="1" presetClass="exit" presetSubtype="0" fill="hold" grpId="1" nodeType="withEffect">
                                  <p:stCondLst>
                                    <p:cond delay="7243"/>
                                  </p:stCondLst>
                                  <p:childTnLst>
                                    <p:set>
                                      <p:cBhvr>
                                        <p:cTn id="300" dur="1" fill="hold">
                                          <p:stCondLst>
                                            <p:cond delay="0"/>
                                          </p:stCondLst>
                                        </p:cTn>
                                        <p:tgtEl>
                                          <p:spTgt spid="1072"/>
                                        </p:tgtEl>
                                        <p:attrNameLst>
                                          <p:attrName>style.visibility</p:attrName>
                                        </p:attrNameLst>
                                      </p:cBhvr>
                                      <p:to>
                                        <p:strVal val="hidden"/>
                                      </p:to>
                                    </p:set>
                                  </p:childTnLst>
                                </p:cTn>
                              </p:par>
                              <p:par>
                                <p:cTn id="301" presetID="1" presetClass="entr" presetSubtype="0" fill="hold" grpId="0" nodeType="withEffect">
                                  <p:stCondLst>
                                    <p:cond delay="7243"/>
                                  </p:stCondLst>
                                  <p:childTnLst>
                                    <p:set>
                                      <p:cBhvr>
                                        <p:cTn id="302" dur="1" fill="hold">
                                          <p:stCondLst>
                                            <p:cond delay="0"/>
                                          </p:stCondLst>
                                        </p:cTn>
                                        <p:tgtEl>
                                          <p:spTgt spid="1073"/>
                                        </p:tgtEl>
                                        <p:attrNameLst>
                                          <p:attrName>style.visibility</p:attrName>
                                        </p:attrNameLst>
                                      </p:cBhvr>
                                      <p:to>
                                        <p:strVal val="visible"/>
                                      </p:to>
                                    </p:set>
                                  </p:childTnLst>
                                </p:cTn>
                              </p:par>
                              <p:par>
                                <p:cTn id="303" presetID="1" presetClass="exit" presetSubtype="0" fill="hold" grpId="1" nodeType="withEffect">
                                  <p:stCondLst>
                                    <p:cond delay="7295"/>
                                  </p:stCondLst>
                                  <p:childTnLst>
                                    <p:set>
                                      <p:cBhvr>
                                        <p:cTn id="304" dur="1" fill="hold">
                                          <p:stCondLst>
                                            <p:cond delay="0"/>
                                          </p:stCondLst>
                                        </p:cTn>
                                        <p:tgtEl>
                                          <p:spTgt spid="1073"/>
                                        </p:tgtEl>
                                        <p:attrNameLst>
                                          <p:attrName>style.visibility</p:attrName>
                                        </p:attrNameLst>
                                      </p:cBhvr>
                                      <p:to>
                                        <p:strVal val="hidden"/>
                                      </p:to>
                                    </p:set>
                                  </p:childTnLst>
                                </p:cTn>
                              </p:par>
                              <p:par>
                                <p:cTn id="305" presetID="1" presetClass="entr" presetSubtype="0" fill="hold" grpId="0" nodeType="withEffect">
                                  <p:stCondLst>
                                    <p:cond delay="7295"/>
                                  </p:stCondLst>
                                  <p:childTnLst>
                                    <p:set>
                                      <p:cBhvr>
                                        <p:cTn id="306" dur="1" fill="hold">
                                          <p:stCondLst>
                                            <p:cond delay="0"/>
                                          </p:stCondLst>
                                        </p:cTn>
                                        <p:tgtEl>
                                          <p:spTgt spid="1074"/>
                                        </p:tgtEl>
                                        <p:attrNameLst>
                                          <p:attrName>style.visibility</p:attrName>
                                        </p:attrNameLst>
                                      </p:cBhvr>
                                      <p:to>
                                        <p:strVal val="visible"/>
                                      </p:to>
                                    </p:set>
                                  </p:childTnLst>
                                </p:cTn>
                              </p:par>
                              <p:par>
                                <p:cTn id="307" presetID="1" presetClass="exit" presetSubtype="0" fill="hold" grpId="1" nodeType="withEffect">
                                  <p:stCondLst>
                                    <p:cond delay="7356"/>
                                  </p:stCondLst>
                                  <p:childTnLst>
                                    <p:set>
                                      <p:cBhvr>
                                        <p:cTn id="308" dur="1" fill="hold">
                                          <p:stCondLst>
                                            <p:cond delay="0"/>
                                          </p:stCondLst>
                                        </p:cTn>
                                        <p:tgtEl>
                                          <p:spTgt spid="1074"/>
                                        </p:tgtEl>
                                        <p:attrNameLst>
                                          <p:attrName>style.visibility</p:attrName>
                                        </p:attrNameLst>
                                      </p:cBhvr>
                                      <p:to>
                                        <p:strVal val="hidden"/>
                                      </p:to>
                                    </p:set>
                                  </p:childTnLst>
                                </p:cTn>
                              </p:par>
                              <p:par>
                                <p:cTn id="309" presetID="1" presetClass="entr" presetSubtype="0" fill="hold" grpId="0" nodeType="withEffect">
                                  <p:stCondLst>
                                    <p:cond delay="7356"/>
                                  </p:stCondLst>
                                  <p:childTnLst>
                                    <p:set>
                                      <p:cBhvr>
                                        <p:cTn id="310" dur="1" fill="hold">
                                          <p:stCondLst>
                                            <p:cond delay="0"/>
                                          </p:stCondLst>
                                        </p:cTn>
                                        <p:tgtEl>
                                          <p:spTgt spid="1075"/>
                                        </p:tgtEl>
                                        <p:attrNameLst>
                                          <p:attrName>style.visibility</p:attrName>
                                        </p:attrNameLst>
                                      </p:cBhvr>
                                      <p:to>
                                        <p:strVal val="visible"/>
                                      </p:to>
                                    </p:set>
                                  </p:childTnLst>
                                </p:cTn>
                              </p:par>
                              <p:par>
                                <p:cTn id="311" presetID="1" presetClass="exit" presetSubtype="0" fill="hold" grpId="1" nodeType="withEffect">
                                  <p:stCondLst>
                                    <p:cond delay="7402"/>
                                  </p:stCondLst>
                                  <p:childTnLst>
                                    <p:set>
                                      <p:cBhvr>
                                        <p:cTn id="312" dur="1" fill="hold">
                                          <p:stCondLst>
                                            <p:cond delay="0"/>
                                          </p:stCondLst>
                                        </p:cTn>
                                        <p:tgtEl>
                                          <p:spTgt spid="1075"/>
                                        </p:tgtEl>
                                        <p:attrNameLst>
                                          <p:attrName>style.visibility</p:attrName>
                                        </p:attrNameLst>
                                      </p:cBhvr>
                                      <p:to>
                                        <p:strVal val="hidden"/>
                                      </p:to>
                                    </p:set>
                                  </p:childTnLst>
                                </p:cTn>
                              </p:par>
                              <p:par>
                                <p:cTn id="313" presetID="1" presetClass="entr" presetSubtype="0" fill="hold" grpId="0" nodeType="withEffect">
                                  <p:stCondLst>
                                    <p:cond delay="7402"/>
                                  </p:stCondLst>
                                  <p:childTnLst>
                                    <p:set>
                                      <p:cBhvr>
                                        <p:cTn id="314" dur="1" fill="hold">
                                          <p:stCondLst>
                                            <p:cond delay="0"/>
                                          </p:stCondLst>
                                        </p:cTn>
                                        <p:tgtEl>
                                          <p:spTgt spid="1076"/>
                                        </p:tgtEl>
                                        <p:attrNameLst>
                                          <p:attrName>style.visibility</p:attrName>
                                        </p:attrNameLst>
                                      </p:cBhvr>
                                      <p:to>
                                        <p:strVal val="visible"/>
                                      </p:to>
                                    </p:set>
                                  </p:childTnLst>
                                </p:cTn>
                              </p:par>
                              <p:par>
                                <p:cTn id="315" presetID="1" presetClass="exit" presetSubtype="0" fill="hold" grpId="1" nodeType="withEffect">
                                  <p:stCondLst>
                                    <p:cond delay="7460"/>
                                  </p:stCondLst>
                                  <p:childTnLst>
                                    <p:set>
                                      <p:cBhvr>
                                        <p:cTn id="316" dur="1" fill="hold">
                                          <p:stCondLst>
                                            <p:cond delay="0"/>
                                          </p:stCondLst>
                                        </p:cTn>
                                        <p:tgtEl>
                                          <p:spTgt spid="1076"/>
                                        </p:tgtEl>
                                        <p:attrNameLst>
                                          <p:attrName>style.visibility</p:attrName>
                                        </p:attrNameLst>
                                      </p:cBhvr>
                                      <p:to>
                                        <p:strVal val="hidden"/>
                                      </p:to>
                                    </p:set>
                                  </p:childTnLst>
                                </p:cTn>
                              </p:par>
                              <p:par>
                                <p:cTn id="317" presetID="1" presetClass="entr" presetSubtype="0" fill="hold" grpId="0" nodeType="withEffect">
                                  <p:stCondLst>
                                    <p:cond delay="7460"/>
                                  </p:stCondLst>
                                  <p:childTnLst>
                                    <p:set>
                                      <p:cBhvr>
                                        <p:cTn id="318" dur="1" fill="hold">
                                          <p:stCondLst>
                                            <p:cond delay="0"/>
                                          </p:stCondLst>
                                        </p:cTn>
                                        <p:tgtEl>
                                          <p:spTgt spid="1077"/>
                                        </p:tgtEl>
                                        <p:attrNameLst>
                                          <p:attrName>style.visibility</p:attrName>
                                        </p:attrNameLst>
                                      </p:cBhvr>
                                      <p:to>
                                        <p:strVal val="visible"/>
                                      </p:to>
                                    </p:set>
                                  </p:childTnLst>
                                </p:cTn>
                              </p:par>
                              <p:par>
                                <p:cTn id="319" presetID="1" presetClass="exit" presetSubtype="0" fill="hold" grpId="1" nodeType="withEffect">
                                  <p:stCondLst>
                                    <p:cond delay="7532"/>
                                  </p:stCondLst>
                                  <p:childTnLst>
                                    <p:set>
                                      <p:cBhvr>
                                        <p:cTn id="320" dur="1" fill="hold">
                                          <p:stCondLst>
                                            <p:cond delay="0"/>
                                          </p:stCondLst>
                                        </p:cTn>
                                        <p:tgtEl>
                                          <p:spTgt spid="1077"/>
                                        </p:tgtEl>
                                        <p:attrNameLst>
                                          <p:attrName>style.visibility</p:attrName>
                                        </p:attrNameLst>
                                      </p:cBhvr>
                                      <p:to>
                                        <p:strVal val="hidden"/>
                                      </p:to>
                                    </p:set>
                                  </p:childTnLst>
                                </p:cTn>
                              </p:par>
                              <p:par>
                                <p:cTn id="321" presetID="1" presetClass="entr" presetSubtype="0" fill="hold" grpId="0" nodeType="withEffect">
                                  <p:stCondLst>
                                    <p:cond delay="7532"/>
                                  </p:stCondLst>
                                  <p:childTnLst>
                                    <p:set>
                                      <p:cBhvr>
                                        <p:cTn id="322" dur="1" fill="hold">
                                          <p:stCondLst>
                                            <p:cond delay="0"/>
                                          </p:stCondLst>
                                        </p:cTn>
                                        <p:tgtEl>
                                          <p:spTgt spid="1078"/>
                                        </p:tgtEl>
                                        <p:attrNameLst>
                                          <p:attrName>style.visibility</p:attrName>
                                        </p:attrNameLst>
                                      </p:cBhvr>
                                      <p:to>
                                        <p:strVal val="visible"/>
                                      </p:to>
                                    </p:set>
                                  </p:childTnLst>
                                </p:cTn>
                              </p:par>
                              <p:par>
                                <p:cTn id="323" presetID="1" presetClass="exit" presetSubtype="0" fill="hold" grpId="1" nodeType="withEffect">
                                  <p:stCondLst>
                                    <p:cond delay="7594"/>
                                  </p:stCondLst>
                                  <p:childTnLst>
                                    <p:set>
                                      <p:cBhvr>
                                        <p:cTn id="324" dur="1" fill="hold">
                                          <p:stCondLst>
                                            <p:cond delay="0"/>
                                          </p:stCondLst>
                                        </p:cTn>
                                        <p:tgtEl>
                                          <p:spTgt spid="1078"/>
                                        </p:tgtEl>
                                        <p:attrNameLst>
                                          <p:attrName>style.visibility</p:attrName>
                                        </p:attrNameLst>
                                      </p:cBhvr>
                                      <p:to>
                                        <p:strVal val="hidden"/>
                                      </p:to>
                                    </p:set>
                                  </p:childTnLst>
                                </p:cTn>
                              </p:par>
                              <p:par>
                                <p:cTn id="325" presetID="1" presetClass="entr" presetSubtype="0" fill="hold" grpId="0" nodeType="withEffect">
                                  <p:stCondLst>
                                    <p:cond delay="7594"/>
                                  </p:stCondLst>
                                  <p:childTnLst>
                                    <p:set>
                                      <p:cBhvr>
                                        <p:cTn id="326" dur="1" fill="hold">
                                          <p:stCondLst>
                                            <p:cond delay="0"/>
                                          </p:stCondLst>
                                        </p:cTn>
                                        <p:tgtEl>
                                          <p:spTgt spid="1079"/>
                                        </p:tgtEl>
                                        <p:attrNameLst>
                                          <p:attrName>style.visibility</p:attrName>
                                        </p:attrNameLst>
                                      </p:cBhvr>
                                      <p:to>
                                        <p:strVal val="visible"/>
                                      </p:to>
                                    </p:set>
                                  </p:childTnLst>
                                </p:cTn>
                              </p:par>
                              <p:par>
                                <p:cTn id="327" presetID="1" presetClass="exit" presetSubtype="0" fill="hold" grpId="1" nodeType="withEffect">
                                  <p:stCondLst>
                                    <p:cond delay="7659"/>
                                  </p:stCondLst>
                                  <p:childTnLst>
                                    <p:set>
                                      <p:cBhvr>
                                        <p:cTn id="328" dur="1" fill="hold">
                                          <p:stCondLst>
                                            <p:cond delay="0"/>
                                          </p:stCondLst>
                                        </p:cTn>
                                        <p:tgtEl>
                                          <p:spTgt spid="1079"/>
                                        </p:tgtEl>
                                        <p:attrNameLst>
                                          <p:attrName>style.visibility</p:attrName>
                                        </p:attrNameLst>
                                      </p:cBhvr>
                                      <p:to>
                                        <p:strVal val="hidden"/>
                                      </p:to>
                                    </p:set>
                                  </p:childTnLst>
                                </p:cTn>
                              </p:par>
                              <p:par>
                                <p:cTn id="329" presetID="1" presetClass="entr" presetSubtype="0" fill="hold" grpId="0" nodeType="withEffect">
                                  <p:stCondLst>
                                    <p:cond delay="7659"/>
                                  </p:stCondLst>
                                  <p:childTnLst>
                                    <p:set>
                                      <p:cBhvr>
                                        <p:cTn id="330" dur="1" fill="hold">
                                          <p:stCondLst>
                                            <p:cond delay="0"/>
                                          </p:stCondLst>
                                        </p:cTn>
                                        <p:tgtEl>
                                          <p:spTgt spid="1080"/>
                                        </p:tgtEl>
                                        <p:attrNameLst>
                                          <p:attrName>style.visibility</p:attrName>
                                        </p:attrNameLst>
                                      </p:cBhvr>
                                      <p:to>
                                        <p:strVal val="visible"/>
                                      </p:to>
                                    </p:set>
                                  </p:childTnLst>
                                </p:cTn>
                              </p:par>
                              <p:par>
                                <p:cTn id="331" presetID="1" presetClass="exit" presetSubtype="0" fill="hold" grpId="1" nodeType="withEffect">
                                  <p:stCondLst>
                                    <p:cond delay="7704"/>
                                  </p:stCondLst>
                                  <p:childTnLst>
                                    <p:set>
                                      <p:cBhvr>
                                        <p:cTn id="332" dur="1" fill="hold">
                                          <p:stCondLst>
                                            <p:cond delay="0"/>
                                          </p:stCondLst>
                                        </p:cTn>
                                        <p:tgtEl>
                                          <p:spTgt spid="1080"/>
                                        </p:tgtEl>
                                        <p:attrNameLst>
                                          <p:attrName>style.visibility</p:attrName>
                                        </p:attrNameLst>
                                      </p:cBhvr>
                                      <p:to>
                                        <p:strVal val="hidden"/>
                                      </p:to>
                                    </p:set>
                                  </p:childTnLst>
                                </p:cTn>
                              </p:par>
                              <p:par>
                                <p:cTn id="333" presetID="1" presetClass="entr" presetSubtype="0" fill="hold" grpId="0" nodeType="withEffect">
                                  <p:stCondLst>
                                    <p:cond delay="7704"/>
                                  </p:stCondLst>
                                  <p:childTnLst>
                                    <p:set>
                                      <p:cBhvr>
                                        <p:cTn id="334" dur="1" fill="hold">
                                          <p:stCondLst>
                                            <p:cond delay="0"/>
                                          </p:stCondLst>
                                        </p:cTn>
                                        <p:tgtEl>
                                          <p:spTgt spid="1081"/>
                                        </p:tgtEl>
                                        <p:attrNameLst>
                                          <p:attrName>style.visibility</p:attrName>
                                        </p:attrNameLst>
                                      </p:cBhvr>
                                      <p:to>
                                        <p:strVal val="visible"/>
                                      </p:to>
                                    </p:set>
                                  </p:childTnLst>
                                </p:cTn>
                              </p:par>
                              <p:par>
                                <p:cTn id="335" presetID="1" presetClass="exit" presetSubtype="0" fill="hold" grpId="1" nodeType="withEffect">
                                  <p:stCondLst>
                                    <p:cond delay="7763"/>
                                  </p:stCondLst>
                                  <p:childTnLst>
                                    <p:set>
                                      <p:cBhvr>
                                        <p:cTn id="336" dur="1" fill="hold">
                                          <p:stCondLst>
                                            <p:cond delay="0"/>
                                          </p:stCondLst>
                                        </p:cTn>
                                        <p:tgtEl>
                                          <p:spTgt spid="1081"/>
                                        </p:tgtEl>
                                        <p:attrNameLst>
                                          <p:attrName>style.visibility</p:attrName>
                                        </p:attrNameLst>
                                      </p:cBhvr>
                                      <p:to>
                                        <p:strVal val="hidden"/>
                                      </p:to>
                                    </p:set>
                                  </p:childTnLst>
                                </p:cTn>
                              </p:par>
                              <p:par>
                                <p:cTn id="337" presetID="1" presetClass="entr" presetSubtype="0" fill="hold" grpId="0" nodeType="withEffect">
                                  <p:stCondLst>
                                    <p:cond delay="7763"/>
                                  </p:stCondLst>
                                  <p:childTnLst>
                                    <p:set>
                                      <p:cBhvr>
                                        <p:cTn id="338" dur="1" fill="hold">
                                          <p:stCondLst>
                                            <p:cond delay="0"/>
                                          </p:stCondLst>
                                        </p:cTn>
                                        <p:tgtEl>
                                          <p:spTgt spid="1082"/>
                                        </p:tgtEl>
                                        <p:attrNameLst>
                                          <p:attrName>style.visibility</p:attrName>
                                        </p:attrNameLst>
                                      </p:cBhvr>
                                      <p:to>
                                        <p:strVal val="visible"/>
                                      </p:to>
                                    </p:set>
                                  </p:childTnLst>
                                </p:cTn>
                              </p:par>
                              <p:par>
                                <p:cTn id="339" presetID="1" presetClass="exit" presetSubtype="0" fill="hold" grpId="1" nodeType="withEffect">
                                  <p:stCondLst>
                                    <p:cond delay="7824"/>
                                  </p:stCondLst>
                                  <p:childTnLst>
                                    <p:set>
                                      <p:cBhvr>
                                        <p:cTn id="340" dur="1" fill="hold">
                                          <p:stCondLst>
                                            <p:cond delay="0"/>
                                          </p:stCondLst>
                                        </p:cTn>
                                        <p:tgtEl>
                                          <p:spTgt spid="1082"/>
                                        </p:tgtEl>
                                        <p:attrNameLst>
                                          <p:attrName>style.visibility</p:attrName>
                                        </p:attrNameLst>
                                      </p:cBhvr>
                                      <p:to>
                                        <p:strVal val="hidden"/>
                                      </p:to>
                                    </p:set>
                                  </p:childTnLst>
                                </p:cTn>
                              </p:par>
                              <p:par>
                                <p:cTn id="341" presetID="1" presetClass="entr" presetSubtype="0" fill="hold" grpId="0" nodeType="withEffect">
                                  <p:stCondLst>
                                    <p:cond delay="7824"/>
                                  </p:stCondLst>
                                  <p:childTnLst>
                                    <p:set>
                                      <p:cBhvr>
                                        <p:cTn id="342" dur="1" fill="hold">
                                          <p:stCondLst>
                                            <p:cond delay="0"/>
                                          </p:stCondLst>
                                        </p:cTn>
                                        <p:tgtEl>
                                          <p:spTgt spid="1083"/>
                                        </p:tgtEl>
                                        <p:attrNameLst>
                                          <p:attrName>style.visibility</p:attrName>
                                        </p:attrNameLst>
                                      </p:cBhvr>
                                      <p:to>
                                        <p:strVal val="visible"/>
                                      </p:to>
                                    </p:set>
                                  </p:childTnLst>
                                </p:cTn>
                              </p:par>
                              <p:par>
                                <p:cTn id="343" presetID="1" presetClass="exit" presetSubtype="0" fill="hold" grpId="1" nodeType="withEffect">
                                  <p:stCondLst>
                                    <p:cond delay="7876"/>
                                  </p:stCondLst>
                                  <p:childTnLst>
                                    <p:set>
                                      <p:cBhvr>
                                        <p:cTn id="344" dur="1" fill="hold">
                                          <p:stCondLst>
                                            <p:cond delay="0"/>
                                          </p:stCondLst>
                                        </p:cTn>
                                        <p:tgtEl>
                                          <p:spTgt spid="1083"/>
                                        </p:tgtEl>
                                        <p:attrNameLst>
                                          <p:attrName>style.visibility</p:attrName>
                                        </p:attrNameLst>
                                      </p:cBhvr>
                                      <p:to>
                                        <p:strVal val="hidden"/>
                                      </p:to>
                                    </p:set>
                                  </p:childTnLst>
                                </p:cTn>
                              </p:par>
                              <p:par>
                                <p:cTn id="345" presetID="1" presetClass="entr" presetSubtype="0" fill="hold" grpId="0" nodeType="withEffect">
                                  <p:stCondLst>
                                    <p:cond delay="7876"/>
                                  </p:stCondLst>
                                  <p:childTnLst>
                                    <p:set>
                                      <p:cBhvr>
                                        <p:cTn id="346" dur="1" fill="hold">
                                          <p:stCondLst>
                                            <p:cond delay="0"/>
                                          </p:stCondLst>
                                        </p:cTn>
                                        <p:tgtEl>
                                          <p:spTgt spid="1084"/>
                                        </p:tgtEl>
                                        <p:attrNameLst>
                                          <p:attrName>style.visibility</p:attrName>
                                        </p:attrNameLst>
                                      </p:cBhvr>
                                      <p:to>
                                        <p:strVal val="visible"/>
                                      </p:to>
                                    </p:set>
                                  </p:childTnLst>
                                </p:cTn>
                              </p:par>
                              <p:par>
                                <p:cTn id="347" presetID="1" presetClass="exit" presetSubtype="0" fill="hold" grpId="1" nodeType="withEffect">
                                  <p:stCondLst>
                                    <p:cond delay="7941"/>
                                  </p:stCondLst>
                                  <p:childTnLst>
                                    <p:set>
                                      <p:cBhvr>
                                        <p:cTn id="348" dur="1" fill="hold">
                                          <p:stCondLst>
                                            <p:cond delay="0"/>
                                          </p:stCondLst>
                                        </p:cTn>
                                        <p:tgtEl>
                                          <p:spTgt spid="1084"/>
                                        </p:tgtEl>
                                        <p:attrNameLst>
                                          <p:attrName>style.visibility</p:attrName>
                                        </p:attrNameLst>
                                      </p:cBhvr>
                                      <p:to>
                                        <p:strVal val="hidden"/>
                                      </p:to>
                                    </p:set>
                                  </p:childTnLst>
                                </p:cTn>
                              </p:par>
                              <p:par>
                                <p:cTn id="349" presetID="1" presetClass="entr" presetSubtype="0" fill="hold" grpId="0" nodeType="withEffect">
                                  <p:stCondLst>
                                    <p:cond delay="7941"/>
                                  </p:stCondLst>
                                  <p:childTnLst>
                                    <p:set>
                                      <p:cBhvr>
                                        <p:cTn id="350" dur="1" fill="hold">
                                          <p:stCondLst>
                                            <p:cond delay="0"/>
                                          </p:stCondLst>
                                        </p:cTn>
                                        <p:tgtEl>
                                          <p:spTgt spid="1085"/>
                                        </p:tgtEl>
                                        <p:attrNameLst>
                                          <p:attrName>style.visibility</p:attrName>
                                        </p:attrNameLst>
                                      </p:cBhvr>
                                      <p:to>
                                        <p:strVal val="visible"/>
                                      </p:to>
                                    </p:set>
                                  </p:childTnLst>
                                </p:cTn>
                              </p:par>
                              <p:par>
                                <p:cTn id="351" presetID="1" presetClass="exit" presetSubtype="0" fill="hold" grpId="1" nodeType="withEffect">
                                  <p:stCondLst>
                                    <p:cond delay="7987"/>
                                  </p:stCondLst>
                                  <p:childTnLst>
                                    <p:set>
                                      <p:cBhvr>
                                        <p:cTn id="352" dur="1" fill="hold">
                                          <p:stCondLst>
                                            <p:cond delay="0"/>
                                          </p:stCondLst>
                                        </p:cTn>
                                        <p:tgtEl>
                                          <p:spTgt spid="1085"/>
                                        </p:tgtEl>
                                        <p:attrNameLst>
                                          <p:attrName>style.visibility</p:attrName>
                                        </p:attrNameLst>
                                      </p:cBhvr>
                                      <p:to>
                                        <p:strVal val="hidden"/>
                                      </p:to>
                                    </p:set>
                                  </p:childTnLst>
                                </p:cTn>
                              </p:par>
                              <p:par>
                                <p:cTn id="353" presetID="1" presetClass="entr" presetSubtype="0" fill="hold" grpId="0" nodeType="withEffect">
                                  <p:stCondLst>
                                    <p:cond delay="7987"/>
                                  </p:stCondLst>
                                  <p:childTnLst>
                                    <p:set>
                                      <p:cBhvr>
                                        <p:cTn id="354" dur="1" fill="hold">
                                          <p:stCondLst>
                                            <p:cond delay="0"/>
                                          </p:stCondLst>
                                        </p:cTn>
                                        <p:tgtEl>
                                          <p:spTgt spid="1086"/>
                                        </p:tgtEl>
                                        <p:attrNameLst>
                                          <p:attrName>style.visibility</p:attrName>
                                        </p:attrNameLst>
                                      </p:cBhvr>
                                      <p:to>
                                        <p:strVal val="visible"/>
                                      </p:to>
                                    </p:set>
                                  </p:childTnLst>
                                </p:cTn>
                              </p:par>
                              <p:par>
                                <p:cTn id="355" presetID="1" presetClass="exit" presetSubtype="0" fill="hold" grpId="1" nodeType="withEffect">
                                  <p:stCondLst>
                                    <p:cond delay="8045"/>
                                  </p:stCondLst>
                                  <p:childTnLst>
                                    <p:set>
                                      <p:cBhvr>
                                        <p:cTn id="356" dur="1" fill="hold">
                                          <p:stCondLst>
                                            <p:cond delay="0"/>
                                          </p:stCondLst>
                                        </p:cTn>
                                        <p:tgtEl>
                                          <p:spTgt spid="1086"/>
                                        </p:tgtEl>
                                        <p:attrNameLst>
                                          <p:attrName>style.visibility</p:attrName>
                                        </p:attrNameLst>
                                      </p:cBhvr>
                                      <p:to>
                                        <p:strVal val="hidden"/>
                                      </p:to>
                                    </p:set>
                                  </p:childTnLst>
                                </p:cTn>
                              </p:par>
                              <p:par>
                                <p:cTn id="357" presetID="1" presetClass="entr" presetSubtype="0" fill="hold" grpId="0" nodeType="withEffect">
                                  <p:stCondLst>
                                    <p:cond delay="8045"/>
                                  </p:stCondLst>
                                  <p:childTnLst>
                                    <p:set>
                                      <p:cBhvr>
                                        <p:cTn id="358" dur="1" fill="hold">
                                          <p:stCondLst>
                                            <p:cond delay="0"/>
                                          </p:stCondLst>
                                        </p:cTn>
                                        <p:tgtEl>
                                          <p:spTgt spid="1087"/>
                                        </p:tgtEl>
                                        <p:attrNameLst>
                                          <p:attrName>style.visibility</p:attrName>
                                        </p:attrNameLst>
                                      </p:cBhvr>
                                      <p:to>
                                        <p:strVal val="visible"/>
                                      </p:to>
                                    </p:set>
                                  </p:childTnLst>
                                </p:cTn>
                              </p:par>
                              <p:par>
                                <p:cTn id="359" presetID="1" presetClass="exit" presetSubtype="0" fill="hold" grpId="1" nodeType="withEffect">
                                  <p:stCondLst>
                                    <p:cond delay="8117"/>
                                  </p:stCondLst>
                                  <p:childTnLst>
                                    <p:set>
                                      <p:cBhvr>
                                        <p:cTn id="360" dur="1" fill="hold">
                                          <p:stCondLst>
                                            <p:cond delay="0"/>
                                          </p:stCondLst>
                                        </p:cTn>
                                        <p:tgtEl>
                                          <p:spTgt spid="1087"/>
                                        </p:tgtEl>
                                        <p:attrNameLst>
                                          <p:attrName>style.visibility</p:attrName>
                                        </p:attrNameLst>
                                      </p:cBhvr>
                                      <p:to>
                                        <p:strVal val="hidden"/>
                                      </p:to>
                                    </p:set>
                                  </p:childTnLst>
                                </p:cTn>
                              </p:par>
                              <p:par>
                                <p:cTn id="361" presetID="1" presetClass="entr" presetSubtype="0" fill="hold" grpId="0" nodeType="withEffect">
                                  <p:stCondLst>
                                    <p:cond delay="8117"/>
                                  </p:stCondLst>
                                  <p:childTnLst>
                                    <p:set>
                                      <p:cBhvr>
                                        <p:cTn id="362" dur="1" fill="hold">
                                          <p:stCondLst>
                                            <p:cond delay="0"/>
                                          </p:stCondLst>
                                        </p:cTn>
                                        <p:tgtEl>
                                          <p:spTgt spid="1088"/>
                                        </p:tgtEl>
                                        <p:attrNameLst>
                                          <p:attrName>style.visibility</p:attrName>
                                        </p:attrNameLst>
                                      </p:cBhvr>
                                      <p:to>
                                        <p:strVal val="visible"/>
                                      </p:to>
                                    </p:set>
                                  </p:childTnLst>
                                </p:cTn>
                              </p:par>
                              <p:par>
                                <p:cTn id="363" presetID="1" presetClass="exit" presetSubtype="0" fill="hold" grpId="1" nodeType="withEffect">
                                  <p:stCondLst>
                                    <p:cond delay="8169"/>
                                  </p:stCondLst>
                                  <p:childTnLst>
                                    <p:set>
                                      <p:cBhvr>
                                        <p:cTn id="364" dur="1" fill="hold">
                                          <p:stCondLst>
                                            <p:cond delay="0"/>
                                          </p:stCondLst>
                                        </p:cTn>
                                        <p:tgtEl>
                                          <p:spTgt spid="1088"/>
                                        </p:tgtEl>
                                        <p:attrNameLst>
                                          <p:attrName>style.visibility</p:attrName>
                                        </p:attrNameLst>
                                      </p:cBhvr>
                                      <p:to>
                                        <p:strVal val="hidden"/>
                                      </p:to>
                                    </p:set>
                                  </p:childTnLst>
                                </p:cTn>
                              </p:par>
                              <p:par>
                                <p:cTn id="365" presetID="1" presetClass="entr" presetSubtype="0" fill="hold" grpId="0" nodeType="withEffect">
                                  <p:stCondLst>
                                    <p:cond delay="8169"/>
                                  </p:stCondLst>
                                  <p:childTnLst>
                                    <p:set>
                                      <p:cBhvr>
                                        <p:cTn id="366" dur="1" fill="hold">
                                          <p:stCondLst>
                                            <p:cond delay="0"/>
                                          </p:stCondLst>
                                        </p:cTn>
                                        <p:tgtEl>
                                          <p:spTgt spid="1089"/>
                                        </p:tgtEl>
                                        <p:attrNameLst>
                                          <p:attrName>style.visibility</p:attrName>
                                        </p:attrNameLst>
                                      </p:cBhvr>
                                      <p:to>
                                        <p:strVal val="visible"/>
                                      </p:to>
                                    </p:set>
                                  </p:childTnLst>
                                </p:cTn>
                              </p:par>
                              <p:par>
                                <p:cTn id="367" presetID="1" presetClass="exit" presetSubtype="0" fill="hold" grpId="1" nodeType="withEffect">
                                  <p:stCondLst>
                                    <p:cond delay="8234"/>
                                  </p:stCondLst>
                                  <p:childTnLst>
                                    <p:set>
                                      <p:cBhvr>
                                        <p:cTn id="368" dur="1" fill="hold">
                                          <p:stCondLst>
                                            <p:cond delay="0"/>
                                          </p:stCondLst>
                                        </p:cTn>
                                        <p:tgtEl>
                                          <p:spTgt spid="1089"/>
                                        </p:tgtEl>
                                        <p:attrNameLst>
                                          <p:attrName>style.visibility</p:attrName>
                                        </p:attrNameLst>
                                      </p:cBhvr>
                                      <p:to>
                                        <p:strVal val="hidden"/>
                                      </p:to>
                                    </p:set>
                                  </p:childTnLst>
                                </p:cTn>
                              </p:par>
                              <p:par>
                                <p:cTn id="369" presetID="1" presetClass="entr" presetSubtype="0" fill="hold" grpId="0" nodeType="withEffect">
                                  <p:stCondLst>
                                    <p:cond delay="8234"/>
                                  </p:stCondLst>
                                  <p:childTnLst>
                                    <p:set>
                                      <p:cBhvr>
                                        <p:cTn id="370" dur="1" fill="hold">
                                          <p:stCondLst>
                                            <p:cond delay="0"/>
                                          </p:stCondLst>
                                        </p:cTn>
                                        <p:tgtEl>
                                          <p:spTgt spid="1090"/>
                                        </p:tgtEl>
                                        <p:attrNameLst>
                                          <p:attrName>style.visibility</p:attrName>
                                        </p:attrNameLst>
                                      </p:cBhvr>
                                      <p:to>
                                        <p:strVal val="visible"/>
                                      </p:to>
                                    </p:set>
                                  </p:childTnLst>
                                </p:cTn>
                              </p:par>
                              <p:par>
                                <p:cTn id="371" presetID="1" presetClass="exit" presetSubtype="0" fill="hold" grpId="1" nodeType="withEffect">
                                  <p:stCondLst>
                                    <p:cond delay="8279"/>
                                  </p:stCondLst>
                                  <p:childTnLst>
                                    <p:set>
                                      <p:cBhvr>
                                        <p:cTn id="372" dur="1" fill="hold">
                                          <p:stCondLst>
                                            <p:cond delay="0"/>
                                          </p:stCondLst>
                                        </p:cTn>
                                        <p:tgtEl>
                                          <p:spTgt spid="1090"/>
                                        </p:tgtEl>
                                        <p:attrNameLst>
                                          <p:attrName>style.visibility</p:attrName>
                                        </p:attrNameLst>
                                      </p:cBhvr>
                                      <p:to>
                                        <p:strVal val="hidden"/>
                                      </p:to>
                                    </p:set>
                                  </p:childTnLst>
                                </p:cTn>
                              </p:par>
                              <p:par>
                                <p:cTn id="373" presetID="1" presetClass="entr" presetSubtype="0" fill="hold" grpId="0" nodeType="withEffect">
                                  <p:stCondLst>
                                    <p:cond delay="8279"/>
                                  </p:stCondLst>
                                  <p:childTnLst>
                                    <p:set>
                                      <p:cBhvr>
                                        <p:cTn id="374" dur="1" fill="hold">
                                          <p:stCondLst>
                                            <p:cond delay="0"/>
                                          </p:stCondLst>
                                        </p:cTn>
                                        <p:tgtEl>
                                          <p:spTgt spid="1091"/>
                                        </p:tgtEl>
                                        <p:attrNameLst>
                                          <p:attrName>style.visibility</p:attrName>
                                        </p:attrNameLst>
                                      </p:cBhvr>
                                      <p:to>
                                        <p:strVal val="visible"/>
                                      </p:to>
                                    </p:set>
                                  </p:childTnLst>
                                </p:cTn>
                              </p:par>
                              <p:par>
                                <p:cTn id="375" presetID="1" presetClass="exit" presetSubtype="0" fill="hold" grpId="1" nodeType="withEffect">
                                  <p:stCondLst>
                                    <p:cond delay="8341"/>
                                  </p:stCondLst>
                                  <p:childTnLst>
                                    <p:set>
                                      <p:cBhvr>
                                        <p:cTn id="376" dur="1" fill="hold">
                                          <p:stCondLst>
                                            <p:cond delay="0"/>
                                          </p:stCondLst>
                                        </p:cTn>
                                        <p:tgtEl>
                                          <p:spTgt spid="1091"/>
                                        </p:tgtEl>
                                        <p:attrNameLst>
                                          <p:attrName>style.visibility</p:attrName>
                                        </p:attrNameLst>
                                      </p:cBhvr>
                                      <p:to>
                                        <p:strVal val="hidden"/>
                                      </p:to>
                                    </p:set>
                                  </p:childTnLst>
                                </p:cTn>
                              </p:par>
                              <p:par>
                                <p:cTn id="377" presetID="1" presetClass="entr" presetSubtype="0" fill="hold" grpId="0" nodeType="withEffect">
                                  <p:stCondLst>
                                    <p:cond delay="8341"/>
                                  </p:stCondLst>
                                  <p:childTnLst>
                                    <p:set>
                                      <p:cBhvr>
                                        <p:cTn id="378" dur="1" fill="hold">
                                          <p:stCondLst>
                                            <p:cond delay="0"/>
                                          </p:stCondLst>
                                        </p:cTn>
                                        <p:tgtEl>
                                          <p:spTgt spid="1092"/>
                                        </p:tgtEl>
                                        <p:attrNameLst>
                                          <p:attrName>style.visibility</p:attrName>
                                        </p:attrNameLst>
                                      </p:cBhvr>
                                      <p:to>
                                        <p:strVal val="visible"/>
                                      </p:to>
                                    </p:set>
                                  </p:childTnLst>
                                </p:cTn>
                              </p:par>
                              <p:par>
                                <p:cTn id="379" presetID="1" presetClass="exit" presetSubtype="0" fill="hold" grpId="1" nodeType="withEffect">
                                  <p:stCondLst>
                                    <p:cond delay="8413"/>
                                  </p:stCondLst>
                                  <p:childTnLst>
                                    <p:set>
                                      <p:cBhvr>
                                        <p:cTn id="380" dur="1" fill="hold">
                                          <p:stCondLst>
                                            <p:cond delay="0"/>
                                          </p:stCondLst>
                                        </p:cTn>
                                        <p:tgtEl>
                                          <p:spTgt spid="1092"/>
                                        </p:tgtEl>
                                        <p:attrNameLst>
                                          <p:attrName>style.visibility</p:attrName>
                                        </p:attrNameLst>
                                      </p:cBhvr>
                                      <p:to>
                                        <p:strVal val="hidden"/>
                                      </p:to>
                                    </p:set>
                                  </p:childTnLst>
                                </p:cTn>
                              </p:par>
                              <p:par>
                                <p:cTn id="381" presetID="1" presetClass="entr" presetSubtype="0" fill="hold" grpId="0" nodeType="withEffect">
                                  <p:stCondLst>
                                    <p:cond delay="8413"/>
                                  </p:stCondLst>
                                  <p:childTnLst>
                                    <p:set>
                                      <p:cBhvr>
                                        <p:cTn id="382" dur="1" fill="hold">
                                          <p:stCondLst>
                                            <p:cond delay="0"/>
                                          </p:stCondLst>
                                        </p:cTn>
                                        <p:tgtEl>
                                          <p:spTgt spid="1093"/>
                                        </p:tgtEl>
                                        <p:attrNameLst>
                                          <p:attrName>style.visibility</p:attrName>
                                        </p:attrNameLst>
                                      </p:cBhvr>
                                      <p:to>
                                        <p:strVal val="visible"/>
                                      </p:to>
                                    </p:set>
                                  </p:childTnLst>
                                </p:cTn>
                              </p:par>
                              <p:par>
                                <p:cTn id="383" presetID="1" presetClass="exit" presetSubtype="0" fill="hold" grpId="1" nodeType="withEffect">
                                  <p:stCondLst>
                                    <p:cond delay="8465"/>
                                  </p:stCondLst>
                                  <p:childTnLst>
                                    <p:set>
                                      <p:cBhvr>
                                        <p:cTn id="384" dur="1" fill="hold">
                                          <p:stCondLst>
                                            <p:cond delay="0"/>
                                          </p:stCondLst>
                                        </p:cTn>
                                        <p:tgtEl>
                                          <p:spTgt spid="1093"/>
                                        </p:tgtEl>
                                        <p:attrNameLst>
                                          <p:attrName>style.visibility</p:attrName>
                                        </p:attrNameLst>
                                      </p:cBhvr>
                                      <p:to>
                                        <p:strVal val="hidden"/>
                                      </p:to>
                                    </p:set>
                                  </p:childTnLst>
                                </p:cTn>
                              </p:par>
                              <p:par>
                                <p:cTn id="385" presetID="1" presetClass="entr" presetSubtype="0" fill="hold" grpId="0" nodeType="withEffect">
                                  <p:stCondLst>
                                    <p:cond delay="8465"/>
                                  </p:stCondLst>
                                  <p:childTnLst>
                                    <p:set>
                                      <p:cBhvr>
                                        <p:cTn id="386" dur="1" fill="hold">
                                          <p:stCondLst>
                                            <p:cond delay="0"/>
                                          </p:stCondLst>
                                        </p:cTn>
                                        <p:tgtEl>
                                          <p:spTgt spid="1094"/>
                                        </p:tgtEl>
                                        <p:attrNameLst>
                                          <p:attrName>style.visibility</p:attrName>
                                        </p:attrNameLst>
                                      </p:cBhvr>
                                      <p:to>
                                        <p:strVal val="visible"/>
                                      </p:to>
                                    </p:set>
                                  </p:childTnLst>
                                </p:cTn>
                              </p:par>
                              <p:par>
                                <p:cTn id="387" presetID="1" presetClass="exit" presetSubtype="0" fill="hold" grpId="1" nodeType="withEffect">
                                  <p:stCondLst>
                                    <p:cond delay="8526"/>
                                  </p:stCondLst>
                                  <p:childTnLst>
                                    <p:set>
                                      <p:cBhvr>
                                        <p:cTn id="388" dur="1" fill="hold">
                                          <p:stCondLst>
                                            <p:cond delay="0"/>
                                          </p:stCondLst>
                                        </p:cTn>
                                        <p:tgtEl>
                                          <p:spTgt spid="1094"/>
                                        </p:tgtEl>
                                        <p:attrNameLst>
                                          <p:attrName>style.visibility</p:attrName>
                                        </p:attrNameLst>
                                      </p:cBhvr>
                                      <p:to>
                                        <p:strVal val="hidden"/>
                                      </p:to>
                                    </p:set>
                                  </p:childTnLst>
                                </p:cTn>
                              </p:par>
                              <p:par>
                                <p:cTn id="389" presetID="1" presetClass="entr" presetSubtype="0" fill="hold" grpId="0" nodeType="withEffect">
                                  <p:stCondLst>
                                    <p:cond delay="8526"/>
                                  </p:stCondLst>
                                  <p:childTnLst>
                                    <p:set>
                                      <p:cBhvr>
                                        <p:cTn id="390" dur="1" fill="hold">
                                          <p:stCondLst>
                                            <p:cond delay="0"/>
                                          </p:stCondLst>
                                        </p:cTn>
                                        <p:tgtEl>
                                          <p:spTgt spid="1095"/>
                                        </p:tgtEl>
                                        <p:attrNameLst>
                                          <p:attrName>style.visibility</p:attrName>
                                        </p:attrNameLst>
                                      </p:cBhvr>
                                      <p:to>
                                        <p:strVal val="visible"/>
                                      </p:to>
                                    </p:set>
                                  </p:childTnLst>
                                </p:cTn>
                              </p:par>
                              <p:par>
                                <p:cTn id="391" presetID="1" presetClass="exit" presetSubtype="0" fill="hold" grpId="1" nodeType="withEffect">
                                  <p:stCondLst>
                                    <p:cond delay="8572"/>
                                  </p:stCondLst>
                                  <p:childTnLst>
                                    <p:set>
                                      <p:cBhvr>
                                        <p:cTn id="392" dur="1" fill="hold">
                                          <p:stCondLst>
                                            <p:cond delay="0"/>
                                          </p:stCondLst>
                                        </p:cTn>
                                        <p:tgtEl>
                                          <p:spTgt spid="1095"/>
                                        </p:tgtEl>
                                        <p:attrNameLst>
                                          <p:attrName>style.visibility</p:attrName>
                                        </p:attrNameLst>
                                      </p:cBhvr>
                                      <p:to>
                                        <p:strVal val="hidden"/>
                                      </p:to>
                                    </p:set>
                                  </p:childTnLst>
                                </p:cTn>
                              </p:par>
                              <p:par>
                                <p:cTn id="393" presetID="1" presetClass="entr" presetSubtype="0" fill="hold" grpId="0" nodeType="withEffect">
                                  <p:stCondLst>
                                    <p:cond delay="8572"/>
                                  </p:stCondLst>
                                  <p:childTnLst>
                                    <p:set>
                                      <p:cBhvr>
                                        <p:cTn id="394" dur="1" fill="hold">
                                          <p:stCondLst>
                                            <p:cond delay="0"/>
                                          </p:stCondLst>
                                        </p:cTn>
                                        <p:tgtEl>
                                          <p:spTgt spid="1096"/>
                                        </p:tgtEl>
                                        <p:attrNameLst>
                                          <p:attrName>style.visibility</p:attrName>
                                        </p:attrNameLst>
                                      </p:cBhvr>
                                      <p:to>
                                        <p:strVal val="visible"/>
                                      </p:to>
                                    </p:set>
                                  </p:childTnLst>
                                </p:cTn>
                              </p:par>
                              <p:par>
                                <p:cTn id="395" presetID="1" presetClass="exit" presetSubtype="0" fill="hold" grpId="1" nodeType="withEffect">
                                  <p:stCondLst>
                                    <p:cond delay="8630"/>
                                  </p:stCondLst>
                                  <p:childTnLst>
                                    <p:set>
                                      <p:cBhvr>
                                        <p:cTn id="396" dur="1" fill="hold">
                                          <p:stCondLst>
                                            <p:cond delay="0"/>
                                          </p:stCondLst>
                                        </p:cTn>
                                        <p:tgtEl>
                                          <p:spTgt spid="1096"/>
                                        </p:tgtEl>
                                        <p:attrNameLst>
                                          <p:attrName>style.visibility</p:attrName>
                                        </p:attrNameLst>
                                      </p:cBhvr>
                                      <p:to>
                                        <p:strVal val="hidden"/>
                                      </p:to>
                                    </p:set>
                                  </p:childTnLst>
                                </p:cTn>
                              </p:par>
                              <p:par>
                                <p:cTn id="397" presetID="1" presetClass="entr" presetSubtype="0" fill="hold" grpId="0" nodeType="withEffect">
                                  <p:stCondLst>
                                    <p:cond delay="8630"/>
                                  </p:stCondLst>
                                  <p:childTnLst>
                                    <p:set>
                                      <p:cBhvr>
                                        <p:cTn id="398" dur="1" fill="hold">
                                          <p:stCondLst>
                                            <p:cond delay="0"/>
                                          </p:stCondLst>
                                        </p:cTn>
                                        <p:tgtEl>
                                          <p:spTgt spid="1097"/>
                                        </p:tgtEl>
                                        <p:attrNameLst>
                                          <p:attrName>style.visibility</p:attrName>
                                        </p:attrNameLst>
                                      </p:cBhvr>
                                      <p:to>
                                        <p:strVal val="visible"/>
                                      </p:to>
                                    </p:set>
                                  </p:childTnLst>
                                </p:cTn>
                              </p:par>
                              <p:par>
                                <p:cTn id="399" presetID="1" presetClass="exit" presetSubtype="0" fill="hold" grpId="1" nodeType="withEffect">
                                  <p:stCondLst>
                                    <p:cond delay="8702"/>
                                  </p:stCondLst>
                                  <p:childTnLst>
                                    <p:set>
                                      <p:cBhvr>
                                        <p:cTn id="400" dur="1" fill="hold">
                                          <p:stCondLst>
                                            <p:cond delay="0"/>
                                          </p:stCondLst>
                                        </p:cTn>
                                        <p:tgtEl>
                                          <p:spTgt spid="1097"/>
                                        </p:tgtEl>
                                        <p:attrNameLst>
                                          <p:attrName>style.visibility</p:attrName>
                                        </p:attrNameLst>
                                      </p:cBhvr>
                                      <p:to>
                                        <p:strVal val="hidden"/>
                                      </p:to>
                                    </p:set>
                                  </p:childTnLst>
                                </p:cTn>
                              </p:par>
                              <p:par>
                                <p:cTn id="401" presetID="1" presetClass="entr" presetSubtype="0" fill="hold" grpId="0" nodeType="withEffect">
                                  <p:stCondLst>
                                    <p:cond delay="8702"/>
                                  </p:stCondLst>
                                  <p:childTnLst>
                                    <p:set>
                                      <p:cBhvr>
                                        <p:cTn id="402" dur="1" fill="hold">
                                          <p:stCondLst>
                                            <p:cond delay="0"/>
                                          </p:stCondLst>
                                        </p:cTn>
                                        <p:tgtEl>
                                          <p:spTgt spid="1098"/>
                                        </p:tgtEl>
                                        <p:attrNameLst>
                                          <p:attrName>style.visibility</p:attrName>
                                        </p:attrNameLst>
                                      </p:cBhvr>
                                      <p:to>
                                        <p:strVal val="visible"/>
                                      </p:to>
                                    </p:set>
                                  </p:childTnLst>
                                </p:cTn>
                              </p:par>
                              <p:par>
                                <p:cTn id="403" presetID="1" presetClass="exit" presetSubtype="0" fill="hold" grpId="1" nodeType="withEffect">
                                  <p:stCondLst>
                                    <p:cond delay="8754"/>
                                  </p:stCondLst>
                                  <p:childTnLst>
                                    <p:set>
                                      <p:cBhvr>
                                        <p:cTn id="404" dur="1" fill="hold">
                                          <p:stCondLst>
                                            <p:cond delay="0"/>
                                          </p:stCondLst>
                                        </p:cTn>
                                        <p:tgtEl>
                                          <p:spTgt spid="1098"/>
                                        </p:tgtEl>
                                        <p:attrNameLst>
                                          <p:attrName>style.visibility</p:attrName>
                                        </p:attrNameLst>
                                      </p:cBhvr>
                                      <p:to>
                                        <p:strVal val="hidden"/>
                                      </p:to>
                                    </p:set>
                                  </p:childTnLst>
                                </p:cTn>
                              </p:par>
                              <p:par>
                                <p:cTn id="405" presetID="1" presetClass="entr" presetSubtype="0" fill="hold" grpId="0" nodeType="withEffect">
                                  <p:stCondLst>
                                    <p:cond delay="8754"/>
                                  </p:stCondLst>
                                  <p:childTnLst>
                                    <p:set>
                                      <p:cBhvr>
                                        <p:cTn id="406" dur="1" fill="hold">
                                          <p:stCondLst>
                                            <p:cond delay="0"/>
                                          </p:stCondLst>
                                        </p:cTn>
                                        <p:tgtEl>
                                          <p:spTgt spid="1099"/>
                                        </p:tgtEl>
                                        <p:attrNameLst>
                                          <p:attrName>style.visibility</p:attrName>
                                        </p:attrNameLst>
                                      </p:cBhvr>
                                      <p:to>
                                        <p:strVal val="visible"/>
                                      </p:to>
                                    </p:set>
                                  </p:childTnLst>
                                </p:cTn>
                              </p:par>
                              <p:par>
                                <p:cTn id="407" presetID="1" presetClass="exit" presetSubtype="0" fill="hold" grpId="1" nodeType="withEffect">
                                  <p:stCondLst>
                                    <p:cond delay="9001"/>
                                  </p:stCondLst>
                                  <p:childTnLst>
                                    <p:set>
                                      <p:cBhvr>
                                        <p:cTn id="408" dur="1" fill="hold">
                                          <p:stCondLst>
                                            <p:cond delay="0"/>
                                          </p:stCondLst>
                                        </p:cTn>
                                        <p:tgtEl>
                                          <p:spTgt spid="1099"/>
                                        </p:tgtEl>
                                        <p:attrNameLst>
                                          <p:attrName>style.visibility</p:attrName>
                                        </p:attrNameLst>
                                      </p:cBhvr>
                                      <p:to>
                                        <p:strVal val="hidden"/>
                                      </p:to>
                                    </p:set>
                                  </p:childTnLst>
                                </p:cTn>
                              </p:par>
                              <p:par>
                                <p:cTn id="409" presetID="1" presetClass="entr" presetSubtype="0" fill="hold" grpId="0" nodeType="withEffect">
                                  <p:stCondLst>
                                    <p:cond delay="9001"/>
                                  </p:stCondLst>
                                  <p:childTnLst>
                                    <p:set>
                                      <p:cBhvr>
                                        <p:cTn id="410" dur="1" fill="hold">
                                          <p:stCondLst>
                                            <p:cond delay="0"/>
                                          </p:stCondLst>
                                        </p:cTn>
                                        <p:tgtEl>
                                          <p:spTgt spid="1100"/>
                                        </p:tgtEl>
                                        <p:attrNameLst>
                                          <p:attrName>style.visibility</p:attrName>
                                        </p:attrNameLst>
                                      </p:cBhvr>
                                      <p:to>
                                        <p:strVal val="visible"/>
                                      </p:to>
                                    </p:set>
                                  </p:childTnLst>
                                </p:cTn>
                              </p:par>
                              <p:par>
                                <p:cTn id="411" presetID="1" presetClass="exit" presetSubtype="0" fill="hold" grpId="1" nodeType="withEffect">
                                  <p:stCondLst>
                                    <p:cond delay="9040"/>
                                  </p:stCondLst>
                                  <p:childTnLst>
                                    <p:set>
                                      <p:cBhvr>
                                        <p:cTn id="412" dur="1" fill="hold">
                                          <p:stCondLst>
                                            <p:cond delay="0"/>
                                          </p:stCondLst>
                                        </p:cTn>
                                        <p:tgtEl>
                                          <p:spTgt spid="1100"/>
                                        </p:tgtEl>
                                        <p:attrNameLst>
                                          <p:attrName>style.visibility</p:attrName>
                                        </p:attrNameLst>
                                      </p:cBhvr>
                                      <p:to>
                                        <p:strVal val="hidden"/>
                                      </p:to>
                                    </p:set>
                                  </p:childTnLst>
                                </p:cTn>
                              </p:par>
                              <p:par>
                                <p:cTn id="413" presetID="1" presetClass="entr" presetSubtype="0" fill="hold" grpId="0" nodeType="withEffect">
                                  <p:stCondLst>
                                    <p:cond delay="9040"/>
                                  </p:stCondLst>
                                  <p:childTnLst>
                                    <p:set>
                                      <p:cBhvr>
                                        <p:cTn id="414" dur="1" fill="hold">
                                          <p:stCondLst>
                                            <p:cond delay="0"/>
                                          </p:stCondLst>
                                        </p:cTn>
                                        <p:tgtEl>
                                          <p:spTgt spid="1101"/>
                                        </p:tgtEl>
                                        <p:attrNameLst>
                                          <p:attrName>style.visibility</p:attrName>
                                        </p:attrNameLst>
                                      </p:cBhvr>
                                      <p:to>
                                        <p:strVal val="visible"/>
                                      </p:to>
                                    </p:set>
                                  </p:childTnLst>
                                </p:cTn>
                              </p:par>
                              <p:par>
                                <p:cTn id="415" presetID="1" presetClass="exit" presetSubtype="0" fill="hold" grpId="1" nodeType="withEffect">
                                  <p:stCondLst>
                                    <p:cond delay="9079"/>
                                  </p:stCondLst>
                                  <p:childTnLst>
                                    <p:set>
                                      <p:cBhvr>
                                        <p:cTn id="416" dur="1" fill="hold">
                                          <p:stCondLst>
                                            <p:cond delay="0"/>
                                          </p:stCondLst>
                                        </p:cTn>
                                        <p:tgtEl>
                                          <p:spTgt spid="1101"/>
                                        </p:tgtEl>
                                        <p:attrNameLst>
                                          <p:attrName>style.visibility</p:attrName>
                                        </p:attrNameLst>
                                      </p:cBhvr>
                                      <p:to>
                                        <p:strVal val="hidden"/>
                                      </p:to>
                                    </p:set>
                                  </p:childTnLst>
                                </p:cTn>
                              </p:par>
                              <p:par>
                                <p:cTn id="417" presetID="1" presetClass="entr" presetSubtype="0" fill="hold" grpId="0" nodeType="withEffect">
                                  <p:stCondLst>
                                    <p:cond delay="9079"/>
                                  </p:stCondLst>
                                  <p:childTnLst>
                                    <p:set>
                                      <p:cBhvr>
                                        <p:cTn id="418" dur="1" fill="hold">
                                          <p:stCondLst>
                                            <p:cond delay="0"/>
                                          </p:stCondLst>
                                        </p:cTn>
                                        <p:tgtEl>
                                          <p:spTgt spid="1102"/>
                                        </p:tgtEl>
                                        <p:attrNameLst>
                                          <p:attrName>style.visibility</p:attrName>
                                        </p:attrNameLst>
                                      </p:cBhvr>
                                      <p:to>
                                        <p:strVal val="visible"/>
                                      </p:to>
                                    </p:set>
                                  </p:childTnLst>
                                </p:cTn>
                              </p:par>
                              <p:par>
                                <p:cTn id="419" presetID="1" presetClass="exit" presetSubtype="0" fill="hold" grpId="1" nodeType="withEffect">
                                  <p:stCondLst>
                                    <p:cond delay="9118"/>
                                  </p:stCondLst>
                                  <p:childTnLst>
                                    <p:set>
                                      <p:cBhvr>
                                        <p:cTn id="420" dur="1" fill="hold">
                                          <p:stCondLst>
                                            <p:cond delay="0"/>
                                          </p:stCondLst>
                                        </p:cTn>
                                        <p:tgtEl>
                                          <p:spTgt spid="1102"/>
                                        </p:tgtEl>
                                        <p:attrNameLst>
                                          <p:attrName>style.visibility</p:attrName>
                                        </p:attrNameLst>
                                      </p:cBhvr>
                                      <p:to>
                                        <p:strVal val="hidden"/>
                                      </p:to>
                                    </p:set>
                                  </p:childTnLst>
                                </p:cTn>
                              </p:par>
                              <p:par>
                                <p:cTn id="421" presetID="1" presetClass="entr" presetSubtype="0" fill="hold" grpId="0" nodeType="withEffect">
                                  <p:stCondLst>
                                    <p:cond delay="9118"/>
                                  </p:stCondLst>
                                  <p:childTnLst>
                                    <p:set>
                                      <p:cBhvr>
                                        <p:cTn id="422" dur="1" fill="hold">
                                          <p:stCondLst>
                                            <p:cond delay="0"/>
                                          </p:stCondLst>
                                        </p:cTn>
                                        <p:tgtEl>
                                          <p:spTgt spid="1103"/>
                                        </p:tgtEl>
                                        <p:attrNameLst>
                                          <p:attrName>style.visibility</p:attrName>
                                        </p:attrNameLst>
                                      </p:cBhvr>
                                      <p:to>
                                        <p:strVal val="visible"/>
                                      </p:to>
                                    </p:set>
                                  </p:childTnLst>
                                </p:cTn>
                              </p:par>
                              <p:par>
                                <p:cTn id="423" presetID="1" presetClass="exit" presetSubtype="0" fill="hold" grpId="1" nodeType="withEffect">
                                  <p:stCondLst>
                                    <p:cond delay="9170"/>
                                  </p:stCondLst>
                                  <p:childTnLst>
                                    <p:set>
                                      <p:cBhvr>
                                        <p:cTn id="424" dur="1" fill="hold">
                                          <p:stCondLst>
                                            <p:cond delay="0"/>
                                          </p:stCondLst>
                                        </p:cTn>
                                        <p:tgtEl>
                                          <p:spTgt spid="1103"/>
                                        </p:tgtEl>
                                        <p:attrNameLst>
                                          <p:attrName>style.visibility</p:attrName>
                                        </p:attrNameLst>
                                      </p:cBhvr>
                                      <p:to>
                                        <p:strVal val="hidden"/>
                                      </p:to>
                                    </p:set>
                                  </p:childTnLst>
                                </p:cTn>
                              </p:par>
                              <p:par>
                                <p:cTn id="425" presetID="1" presetClass="entr" presetSubtype="0" fill="hold" grpId="0" nodeType="withEffect">
                                  <p:stCondLst>
                                    <p:cond delay="9170"/>
                                  </p:stCondLst>
                                  <p:childTnLst>
                                    <p:set>
                                      <p:cBhvr>
                                        <p:cTn id="426" dur="1" fill="hold">
                                          <p:stCondLst>
                                            <p:cond delay="0"/>
                                          </p:stCondLst>
                                        </p:cTn>
                                        <p:tgtEl>
                                          <p:spTgt spid="1104"/>
                                        </p:tgtEl>
                                        <p:attrNameLst>
                                          <p:attrName>style.visibility</p:attrName>
                                        </p:attrNameLst>
                                      </p:cBhvr>
                                      <p:to>
                                        <p:strVal val="visible"/>
                                      </p:to>
                                    </p:set>
                                  </p:childTnLst>
                                </p:cTn>
                              </p:par>
                              <p:par>
                                <p:cTn id="427" presetID="1" presetClass="exit" presetSubtype="0" fill="hold" grpId="1" nodeType="withEffect">
                                  <p:stCondLst>
                                    <p:cond delay="9235"/>
                                  </p:stCondLst>
                                  <p:childTnLst>
                                    <p:set>
                                      <p:cBhvr>
                                        <p:cTn id="428" dur="1" fill="hold">
                                          <p:stCondLst>
                                            <p:cond delay="0"/>
                                          </p:stCondLst>
                                        </p:cTn>
                                        <p:tgtEl>
                                          <p:spTgt spid="1104"/>
                                        </p:tgtEl>
                                        <p:attrNameLst>
                                          <p:attrName>style.visibility</p:attrName>
                                        </p:attrNameLst>
                                      </p:cBhvr>
                                      <p:to>
                                        <p:strVal val="hidden"/>
                                      </p:to>
                                    </p:set>
                                  </p:childTnLst>
                                </p:cTn>
                              </p:par>
                              <p:par>
                                <p:cTn id="429" presetID="1" presetClass="entr" presetSubtype="0" fill="hold" grpId="0" nodeType="withEffect">
                                  <p:stCondLst>
                                    <p:cond delay="9235"/>
                                  </p:stCondLst>
                                  <p:childTnLst>
                                    <p:set>
                                      <p:cBhvr>
                                        <p:cTn id="430" dur="1" fill="hold">
                                          <p:stCondLst>
                                            <p:cond delay="0"/>
                                          </p:stCondLst>
                                        </p:cTn>
                                        <p:tgtEl>
                                          <p:spTgt spid="89"/>
                                        </p:tgtEl>
                                        <p:attrNameLst>
                                          <p:attrName>style.visibility</p:attrName>
                                        </p:attrNameLst>
                                      </p:cBhvr>
                                      <p:to>
                                        <p:strVal val="visible"/>
                                      </p:to>
                                    </p:set>
                                  </p:childTnLst>
                                </p:cTn>
                              </p:par>
                              <p:par>
                                <p:cTn id="431" presetID="1" presetClass="entr" presetSubtype="0" fill="hold" grpId="0" nodeType="withEffect">
                                  <p:stCondLst>
                                    <p:cond delay="9443"/>
                                  </p:stCondLst>
                                  <p:childTnLst>
                                    <p:set>
                                      <p:cBhvr>
                                        <p:cTn id="432" dur="1" fill="hold">
                                          <p:stCondLst>
                                            <p:cond delay="0"/>
                                          </p:stCondLst>
                                        </p:cTn>
                                        <p:tgtEl>
                                          <p:spTgt spid="1105"/>
                                        </p:tgtEl>
                                        <p:attrNameLst>
                                          <p:attrName>style.visibility</p:attrName>
                                        </p:attrNameLst>
                                      </p:cBhvr>
                                      <p:to>
                                        <p:strVal val="visible"/>
                                      </p:to>
                                    </p:set>
                                  </p:childTnLst>
                                </p:cTn>
                              </p:par>
                              <p:par>
                                <p:cTn id="433" presetID="1" presetClass="exit" presetSubtype="0" fill="hold" grpId="1" nodeType="withEffect">
                                  <p:stCondLst>
                                    <p:cond delay="9481"/>
                                  </p:stCondLst>
                                  <p:childTnLst>
                                    <p:set>
                                      <p:cBhvr>
                                        <p:cTn id="434" dur="1" fill="hold">
                                          <p:stCondLst>
                                            <p:cond delay="0"/>
                                          </p:stCondLst>
                                        </p:cTn>
                                        <p:tgtEl>
                                          <p:spTgt spid="1105"/>
                                        </p:tgtEl>
                                        <p:attrNameLst>
                                          <p:attrName>style.visibility</p:attrName>
                                        </p:attrNameLst>
                                      </p:cBhvr>
                                      <p:to>
                                        <p:strVal val="hidden"/>
                                      </p:to>
                                    </p:set>
                                  </p:childTnLst>
                                </p:cTn>
                              </p:par>
                              <p:par>
                                <p:cTn id="435" presetID="1" presetClass="entr" presetSubtype="0" fill="hold" grpId="0" nodeType="withEffect">
                                  <p:stCondLst>
                                    <p:cond delay="9481"/>
                                  </p:stCondLst>
                                  <p:childTnLst>
                                    <p:set>
                                      <p:cBhvr>
                                        <p:cTn id="436" dur="1" fill="hold">
                                          <p:stCondLst>
                                            <p:cond delay="0"/>
                                          </p:stCondLst>
                                        </p:cTn>
                                        <p:tgtEl>
                                          <p:spTgt spid="1106"/>
                                        </p:tgtEl>
                                        <p:attrNameLst>
                                          <p:attrName>style.visibility</p:attrName>
                                        </p:attrNameLst>
                                      </p:cBhvr>
                                      <p:to>
                                        <p:strVal val="visible"/>
                                      </p:to>
                                    </p:set>
                                  </p:childTnLst>
                                </p:cTn>
                              </p:par>
                              <p:par>
                                <p:cTn id="437" presetID="1" presetClass="exit" presetSubtype="0" fill="hold" grpId="1" nodeType="withEffect">
                                  <p:stCondLst>
                                    <p:cond delay="9531"/>
                                  </p:stCondLst>
                                  <p:childTnLst>
                                    <p:set>
                                      <p:cBhvr>
                                        <p:cTn id="438" dur="1" fill="hold">
                                          <p:stCondLst>
                                            <p:cond delay="0"/>
                                          </p:stCondLst>
                                        </p:cTn>
                                        <p:tgtEl>
                                          <p:spTgt spid="1106"/>
                                        </p:tgtEl>
                                        <p:attrNameLst>
                                          <p:attrName>style.visibility</p:attrName>
                                        </p:attrNameLst>
                                      </p:cBhvr>
                                      <p:to>
                                        <p:strVal val="hidden"/>
                                      </p:to>
                                    </p:set>
                                  </p:childTnLst>
                                </p:cTn>
                              </p:par>
                              <p:par>
                                <p:cTn id="439" presetID="1" presetClass="entr" presetSubtype="0" fill="hold" grpId="0" nodeType="withEffect">
                                  <p:stCondLst>
                                    <p:cond delay="9531"/>
                                  </p:stCondLst>
                                  <p:childTnLst>
                                    <p:set>
                                      <p:cBhvr>
                                        <p:cTn id="440" dur="1" fill="hold">
                                          <p:stCondLst>
                                            <p:cond delay="0"/>
                                          </p:stCondLst>
                                        </p:cTn>
                                        <p:tgtEl>
                                          <p:spTgt spid="1107"/>
                                        </p:tgtEl>
                                        <p:attrNameLst>
                                          <p:attrName>style.visibility</p:attrName>
                                        </p:attrNameLst>
                                      </p:cBhvr>
                                      <p:to>
                                        <p:strVal val="visible"/>
                                      </p:to>
                                    </p:set>
                                  </p:childTnLst>
                                </p:cTn>
                              </p:par>
                              <p:par>
                                <p:cTn id="441" presetID="1" presetClass="exit" presetSubtype="0" fill="hold" grpId="1" nodeType="withEffect">
                                  <p:stCondLst>
                                    <p:cond delay="9591"/>
                                  </p:stCondLst>
                                  <p:childTnLst>
                                    <p:set>
                                      <p:cBhvr>
                                        <p:cTn id="442" dur="1" fill="hold">
                                          <p:stCondLst>
                                            <p:cond delay="0"/>
                                          </p:stCondLst>
                                        </p:cTn>
                                        <p:tgtEl>
                                          <p:spTgt spid="1107"/>
                                        </p:tgtEl>
                                        <p:attrNameLst>
                                          <p:attrName>style.visibility</p:attrName>
                                        </p:attrNameLst>
                                      </p:cBhvr>
                                      <p:to>
                                        <p:strVal val="hidden"/>
                                      </p:to>
                                    </p:set>
                                  </p:childTnLst>
                                </p:cTn>
                              </p:par>
                              <p:par>
                                <p:cTn id="443" presetID="1" presetClass="entr" presetSubtype="0" fill="hold" grpId="0" nodeType="withEffect">
                                  <p:stCondLst>
                                    <p:cond delay="9591"/>
                                  </p:stCondLst>
                                  <p:childTnLst>
                                    <p:set>
                                      <p:cBhvr>
                                        <p:cTn id="444" dur="1" fill="hold">
                                          <p:stCondLst>
                                            <p:cond delay="0"/>
                                          </p:stCondLst>
                                        </p:cTn>
                                        <p:tgtEl>
                                          <p:spTgt spid="1108"/>
                                        </p:tgtEl>
                                        <p:attrNameLst>
                                          <p:attrName>style.visibility</p:attrName>
                                        </p:attrNameLst>
                                      </p:cBhvr>
                                      <p:to>
                                        <p:strVal val="visible"/>
                                      </p:to>
                                    </p:set>
                                  </p:childTnLst>
                                </p:cTn>
                              </p:par>
                              <p:par>
                                <p:cTn id="445" presetID="1" presetClass="exit" presetSubtype="0" fill="hold" grpId="1" nodeType="withEffect">
                                  <p:stCondLst>
                                    <p:cond delay="9635"/>
                                  </p:stCondLst>
                                  <p:childTnLst>
                                    <p:set>
                                      <p:cBhvr>
                                        <p:cTn id="446" dur="1" fill="hold">
                                          <p:stCondLst>
                                            <p:cond delay="0"/>
                                          </p:stCondLst>
                                        </p:cTn>
                                        <p:tgtEl>
                                          <p:spTgt spid="1108"/>
                                        </p:tgtEl>
                                        <p:attrNameLst>
                                          <p:attrName>style.visibility</p:attrName>
                                        </p:attrNameLst>
                                      </p:cBhvr>
                                      <p:to>
                                        <p:strVal val="hidden"/>
                                      </p:to>
                                    </p:set>
                                  </p:childTnLst>
                                </p:cTn>
                              </p:par>
                              <p:par>
                                <p:cTn id="447" presetID="1" presetClass="entr" presetSubtype="0" fill="hold" grpId="0" nodeType="withEffect">
                                  <p:stCondLst>
                                    <p:cond delay="9635"/>
                                  </p:stCondLst>
                                  <p:childTnLst>
                                    <p:set>
                                      <p:cBhvr>
                                        <p:cTn id="448" dur="1" fill="hold">
                                          <p:stCondLst>
                                            <p:cond delay="0"/>
                                          </p:stCondLst>
                                        </p:cTn>
                                        <p:tgtEl>
                                          <p:spTgt spid="1109"/>
                                        </p:tgtEl>
                                        <p:attrNameLst>
                                          <p:attrName>style.visibility</p:attrName>
                                        </p:attrNameLst>
                                      </p:cBhvr>
                                      <p:to>
                                        <p:strVal val="visible"/>
                                      </p:to>
                                    </p:set>
                                  </p:childTnLst>
                                </p:cTn>
                              </p:par>
                              <p:par>
                                <p:cTn id="449" presetID="1" presetClass="exit" presetSubtype="0" fill="hold" grpId="1" nodeType="withEffect">
                                  <p:stCondLst>
                                    <p:cond delay="9688"/>
                                  </p:stCondLst>
                                  <p:childTnLst>
                                    <p:set>
                                      <p:cBhvr>
                                        <p:cTn id="450" dur="1" fill="hold">
                                          <p:stCondLst>
                                            <p:cond delay="0"/>
                                          </p:stCondLst>
                                        </p:cTn>
                                        <p:tgtEl>
                                          <p:spTgt spid="1109"/>
                                        </p:tgtEl>
                                        <p:attrNameLst>
                                          <p:attrName>style.visibility</p:attrName>
                                        </p:attrNameLst>
                                      </p:cBhvr>
                                      <p:to>
                                        <p:strVal val="hidden"/>
                                      </p:to>
                                    </p:set>
                                  </p:childTnLst>
                                </p:cTn>
                              </p:par>
                              <p:par>
                                <p:cTn id="451" presetID="1" presetClass="entr" presetSubtype="0" fill="hold" grpId="0" nodeType="withEffect">
                                  <p:stCondLst>
                                    <p:cond delay="9688"/>
                                  </p:stCondLst>
                                  <p:childTnLst>
                                    <p:set>
                                      <p:cBhvr>
                                        <p:cTn id="452" dur="1" fill="hold">
                                          <p:stCondLst>
                                            <p:cond delay="0"/>
                                          </p:stCondLst>
                                        </p:cTn>
                                        <p:tgtEl>
                                          <p:spTgt spid="1110"/>
                                        </p:tgtEl>
                                        <p:attrNameLst>
                                          <p:attrName>style.visibility</p:attrName>
                                        </p:attrNameLst>
                                      </p:cBhvr>
                                      <p:to>
                                        <p:strVal val="visible"/>
                                      </p:to>
                                    </p:set>
                                  </p:childTnLst>
                                </p:cTn>
                              </p:par>
                              <p:par>
                                <p:cTn id="453" presetID="1" presetClass="exit" presetSubtype="0" fill="hold" grpId="1" nodeType="withEffect">
                                  <p:stCondLst>
                                    <p:cond delay="9726"/>
                                  </p:stCondLst>
                                  <p:childTnLst>
                                    <p:set>
                                      <p:cBhvr>
                                        <p:cTn id="454" dur="1" fill="hold">
                                          <p:stCondLst>
                                            <p:cond delay="0"/>
                                          </p:stCondLst>
                                        </p:cTn>
                                        <p:tgtEl>
                                          <p:spTgt spid="1110"/>
                                        </p:tgtEl>
                                        <p:attrNameLst>
                                          <p:attrName>style.visibility</p:attrName>
                                        </p:attrNameLst>
                                      </p:cBhvr>
                                      <p:to>
                                        <p:strVal val="hidden"/>
                                      </p:to>
                                    </p:set>
                                  </p:childTnLst>
                                </p:cTn>
                              </p:par>
                              <p:par>
                                <p:cTn id="455" presetID="1" presetClass="entr" presetSubtype="0" fill="hold" grpId="0" nodeType="withEffect">
                                  <p:stCondLst>
                                    <p:cond delay="9726"/>
                                  </p:stCondLst>
                                  <p:childTnLst>
                                    <p:set>
                                      <p:cBhvr>
                                        <p:cTn id="456" dur="1" fill="hold">
                                          <p:stCondLst>
                                            <p:cond delay="0"/>
                                          </p:stCondLst>
                                        </p:cTn>
                                        <p:tgtEl>
                                          <p:spTgt spid="1111"/>
                                        </p:tgtEl>
                                        <p:attrNameLst>
                                          <p:attrName>style.visibility</p:attrName>
                                        </p:attrNameLst>
                                      </p:cBhvr>
                                      <p:to>
                                        <p:strVal val="visible"/>
                                      </p:to>
                                    </p:set>
                                  </p:childTnLst>
                                </p:cTn>
                              </p:par>
                              <p:par>
                                <p:cTn id="457" presetID="1" presetClass="exit" presetSubtype="0" fill="hold" grpId="1" nodeType="withEffect">
                                  <p:stCondLst>
                                    <p:cond delay="9776"/>
                                  </p:stCondLst>
                                  <p:childTnLst>
                                    <p:set>
                                      <p:cBhvr>
                                        <p:cTn id="458" dur="1" fill="hold">
                                          <p:stCondLst>
                                            <p:cond delay="0"/>
                                          </p:stCondLst>
                                        </p:cTn>
                                        <p:tgtEl>
                                          <p:spTgt spid="1111"/>
                                        </p:tgtEl>
                                        <p:attrNameLst>
                                          <p:attrName>style.visibility</p:attrName>
                                        </p:attrNameLst>
                                      </p:cBhvr>
                                      <p:to>
                                        <p:strVal val="hidden"/>
                                      </p:to>
                                    </p:set>
                                  </p:childTnLst>
                                </p:cTn>
                              </p:par>
                              <p:par>
                                <p:cTn id="459" presetID="1" presetClass="entr" presetSubtype="0" fill="hold" grpId="0" nodeType="withEffect">
                                  <p:stCondLst>
                                    <p:cond delay="9776"/>
                                  </p:stCondLst>
                                  <p:childTnLst>
                                    <p:set>
                                      <p:cBhvr>
                                        <p:cTn id="460" dur="1" fill="hold">
                                          <p:stCondLst>
                                            <p:cond delay="0"/>
                                          </p:stCondLst>
                                        </p:cTn>
                                        <p:tgtEl>
                                          <p:spTgt spid="1112"/>
                                        </p:tgtEl>
                                        <p:attrNameLst>
                                          <p:attrName>style.visibility</p:attrName>
                                        </p:attrNameLst>
                                      </p:cBhvr>
                                      <p:to>
                                        <p:strVal val="visible"/>
                                      </p:to>
                                    </p:set>
                                  </p:childTnLst>
                                </p:cTn>
                              </p:par>
                              <p:par>
                                <p:cTn id="461" presetID="1" presetClass="exit" presetSubtype="0" fill="hold" grpId="1" nodeType="withEffect">
                                  <p:stCondLst>
                                    <p:cond delay="9985"/>
                                  </p:stCondLst>
                                  <p:childTnLst>
                                    <p:set>
                                      <p:cBhvr>
                                        <p:cTn id="462" dur="1" fill="hold">
                                          <p:stCondLst>
                                            <p:cond delay="0"/>
                                          </p:stCondLst>
                                        </p:cTn>
                                        <p:tgtEl>
                                          <p:spTgt spid="1112"/>
                                        </p:tgtEl>
                                        <p:attrNameLst>
                                          <p:attrName>style.visibility</p:attrName>
                                        </p:attrNameLst>
                                      </p:cBhvr>
                                      <p:to>
                                        <p:strVal val="hidden"/>
                                      </p:to>
                                    </p:set>
                                  </p:childTnLst>
                                </p:cTn>
                              </p:par>
                              <p:par>
                                <p:cTn id="463" presetID="1" presetClass="entr" presetSubtype="0" fill="hold" grpId="0" nodeType="withEffect">
                                  <p:stCondLst>
                                    <p:cond delay="9985"/>
                                  </p:stCondLst>
                                  <p:childTnLst>
                                    <p:set>
                                      <p:cBhvr>
                                        <p:cTn id="464" dur="1" fill="hold">
                                          <p:stCondLst>
                                            <p:cond delay="0"/>
                                          </p:stCondLst>
                                        </p:cTn>
                                        <p:tgtEl>
                                          <p:spTgt spid="1113"/>
                                        </p:tgtEl>
                                        <p:attrNameLst>
                                          <p:attrName>style.visibility</p:attrName>
                                        </p:attrNameLst>
                                      </p:cBhvr>
                                      <p:to>
                                        <p:strVal val="visible"/>
                                      </p:to>
                                    </p:set>
                                  </p:childTnLst>
                                </p:cTn>
                              </p:par>
                              <p:par>
                                <p:cTn id="465" presetID="1" presetClass="exit" presetSubtype="0" fill="hold" grpId="1" nodeType="withEffect">
                                  <p:stCondLst>
                                    <p:cond delay="10018"/>
                                  </p:stCondLst>
                                  <p:childTnLst>
                                    <p:set>
                                      <p:cBhvr>
                                        <p:cTn id="466" dur="1" fill="hold">
                                          <p:stCondLst>
                                            <p:cond delay="0"/>
                                          </p:stCondLst>
                                        </p:cTn>
                                        <p:tgtEl>
                                          <p:spTgt spid="1113"/>
                                        </p:tgtEl>
                                        <p:attrNameLst>
                                          <p:attrName>style.visibility</p:attrName>
                                        </p:attrNameLst>
                                      </p:cBhvr>
                                      <p:to>
                                        <p:strVal val="hidden"/>
                                      </p:to>
                                    </p:set>
                                  </p:childTnLst>
                                </p:cTn>
                              </p:par>
                              <p:par>
                                <p:cTn id="467" presetID="1" presetClass="entr" presetSubtype="0" fill="hold" grpId="0" nodeType="withEffect">
                                  <p:stCondLst>
                                    <p:cond delay="10018"/>
                                  </p:stCondLst>
                                  <p:childTnLst>
                                    <p:set>
                                      <p:cBhvr>
                                        <p:cTn id="468" dur="1" fill="hold">
                                          <p:stCondLst>
                                            <p:cond delay="0"/>
                                          </p:stCondLst>
                                        </p:cTn>
                                        <p:tgtEl>
                                          <p:spTgt spid="1114"/>
                                        </p:tgtEl>
                                        <p:attrNameLst>
                                          <p:attrName>style.visibility</p:attrName>
                                        </p:attrNameLst>
                                      </p:cBhvr>
                                      <p:to>
                                        <p:strVal val="visible"/>
                                      </p:to>
                                    </p:set>
                                  </p:childTnLst>
                                </p:cTn>
                              </p:par>
                              <p:par>
                                <p:cTn id="469" presetID="1" presetClass="exit" presetSubtype="0" fill="hold" grpId="1" nodeType="withEffect">
                                  <p:stCondLst>
                                    <p:cond delay="10073"/>
                                  </p:stCondLst>
                                  <p:childTnLst>
                                    <p:set>
                                      <p:cBhvr>
                                        <p:cTn id="470" dur="1" fill="hold">
                                          <p:stCondLst>
                                            <p:cond delay="0"/>
                                          </p:stCondLst>
                                        </p:cTn>
                                        <p:tgtEl>
                                          <p:spTgt spid="1114"/>
                                        </p:tgtEl>
                                        <p:attrNameLst>
                                          <p:attrName>style.visibility</p:attrName>
                                        </p:attrNameLst>
                                      </p:cBhvr>
                                      <p:to>
                                        <p:strVal val="hidden"/>
                                      </p:to>
                                    </p:set>
                                  </p:childTnLst>
                                </p:cTn>
                              </p:par>
                              <p:par>
                                <p:cTn id="471" presetID="1" presetClass="entr" presetSubtype="0" fill="hold" grpId="0" nodeType="withEffect">
                                  <p:stCondLst>
                                    <p:cond delay="10073"/>
                                  </p:stCondLst>
                                  <p:childTnLst>
                                    <p:set>
                                      <p:cBhvr>
                                        <p:cTn id="472" dur="1" fill="hold">
                                          <p:stCondLst>
                                            <p:cond delay="0"/>
                                          </p:stCondLst>
                                        </p:cTn>
                                        <p:tgtEl>
                                          <p:spTgt spid="1115"/>
                                        </p:tgtEl>
                                        <p:attrNameLst>
                                          <p:attrName>style.visibility</p:attrName>
                                        </p:attrNameLst>
                                      </p:cBhvr>
                                      <p:to>
                                        <p:strVal val="visible"/>
                                      </p:to>
                                    </p:set>
                                  </p:childTnLst>
                                </p:cTn>
                              </p:par>
                              <p:par>
                                <p:cTn id="473" presetID="1" presetClass="exit" presetSubtype="0" fill="hold" grpId="1" nodeType="withEffect">
                                  <p:stCondLst>
                                    <p:cond delay="10125"/>
                                  </p:stCondLst>
                                  <p:childTnLst>
                                    <p:set>
                                      <p:cBhvr>
                                        <p:cTn id="474" dur="1" fill="hold">
                                          <p:stCondLst>
                                            <p:cond delay="0"/>
                                          </p:stCondLst>
                                        </p:cTn>
                                        <p:tgtEl>
                                          <p:spTgt spid="1115"/>
                                        </p:tgtEl>
                                        <p:attrNameLst>
                                          <p:attrName>style.visibility</p:attrName>
                                        </p:attrNameLst>
                                      </p:cBhvr>
                                      <p:to>
                                        <p:strVal val="hidden"/>
                                      </p:to>
                                    </p:set>
                                  </p:childTnLst>
                                </p:cTn>
                              </p:par>
                              <p:par>
                                <p:cTn id="475" presetID="1" presetClass="entr" presetSubtype="0" fill="hold" grpId="0" nodeType="withEffect">
                                  <p:stCondLst>
                                    <p:cond delay="10125"/>
                                  </p:stCondLst>
                                  <p:childTnLst>
                                    <p:set>
                                      <p:cBhvr>
                                        <p:cTn id="476" dur="1" fill="hold">
                                          <p:stCondLst>
                                            <p:cond delay="0"/>
                                          </p:stCondLst>
                                        </p:cTn>
                                        <p:tgtEl>
                                          <p:spTgt spid="1116"/>
                                        </p:tgtEl>
                                        <p:attrNameLst>
                                          <p:attrName>style.visibility</p:attrName>
                                        </p:attrNameLst>
                                      </p:cBhvr>
                                      <p:to>
                                        <p:strVal val="visible"/>
                                      </p:to>
                                    </p:set>
                                  </p:childTnLst>
                                </p:cTn>
                              </p:par>
                              <p:par>
                                <p:cTn id="477" presetID="1" presetClass="exit" presetSubtype="0" fill="hold" grpId="1" nodeType="withEffect">
                                  <p:stCondLst>
                                    <p:cond delay="10174"/>
                                  </p:stCondLst>
                                  <p:childTnLst>
                                    <p:set>
                                      <p:cBhvr>
                                        <p:cTn id="478" dur="1" fill="hold">
                                          <p:stCondLst>
                                            <p:cond delay="0"/>
                                          </p:stCondLst>
                                        </p:cTn>
                                        <p:tgtEl>
                                          <p:spTgt spid="1116"/>
                                        </p:tgtEl>
                                        <p:attrNameLst>
                                          <p:attrName>style.visibility</p:attrName>
                                        </p:attrNameLst>
                                      </p:cBhvr>
                                      <p:to>
                                        <p:strVal val="hidden"/>
                                      </p:to>
                                    </p:set>
                                  </p:childTnLst>
                                </p:cTn>
                              </p:par>
                              <p:par>
                                <p:cTn id="479" presetID="1" presetClass="entr" presetSubtype="0" fill="hold" grpId="0" nodeType="withEffect">
                                  <p:stCondLst>
                                    <p:cond delay="10174"/>
                                  </p:stCondLst>
                                  <p:childTnLst>
                                    <p:set>
                                      <p:cBhvr>
                                        <p:cTn id="480" dur="1" fill="hold">
                                          <p:stCondLst>
                                            <p:cond delay="0"/>
                                          </p:stCondLst>
                                        </p:cTn>
                                        <p:tgtEl>
                                          <p:spTgt spid="1117"/>
                                        </p:tgtEl>
                                        <p:attrNameLst>
                                          <p:attrName>style.visibility</p:attrName>
                                        </p:attrNameLst>
                                      </p:cBhvr>
                                      <p:to>
                                        <p:strVal val="visible"/>
                                      </p:to>
                                    </p:set>
                                  </p:childTnLst>
                                </p:cTn>
                              </p:par>
                              <p:par>
                                <p:cTn id="481" presetID="1" presetClass="exit" presetSubtype="0" fill="hold" grpId="1" nodeType="withEffect">
                                  <p:stCondLst>
                                    <p:cond delay="10235"/>
                                  </p:stCondLst>
                                  <p:childTnLst>
                                    <p:set>
                                      <p:cBhvr>
                                        <p:cTn id="482" dur="1" fill="hold">
                                          <p:stCondLst>
                                            <p:cond delay="0"/>
                                          </p:stCondLst>
                                        </p:cTn>
                                        <p:tgtEl>
                                          <p:spTgt spid="1117"/>
                                        </p:tgtEl>
                                        <p:attrNameLst>
                                          <p:attrName>style.visibility</p:attrName>
                                        </p:attrNameLst>
                                      </p:cBhvr>
                                      <p:to>
                                        <p:strVal val="hidden"/>
                                      </p:to>
                                    </p:set>
                                  </p:childTnLst>
                                </p:cTn>
                              </p:par>
                              <p:par>
                                <p:cTn id="483" presetID="1" presetClass="entr" presetSubtype="0" fill="hold" grpId="0" nodeType="withEffect">
                                  <p:stCondLst>
                                    <p:cond delay="10235"/>
                                  </p:stCondLst>
                                  <p:childTnLst>
                                    <p:set>
                                      <p:cBhvr>
                                        <p:cTn id="484" dur="1" fill="hold">
                                          <p:stCondLst>
                                            <p:cond delay="0"/>
                                          </p:stCondLst>
                                        </p:cTn>
                                        <p:tgtEl>
                                          <p:spTgt spid="1118"/>
                                        </p:tgtEl>
                                        <p:attrNameLst>
                                          <p:attrName>style.visibility</p:attrName>
                                        </p:attrNameLst>
                                      </p:cBhvr>
                                      <p:to>
                                        <p:strVal val="visible"/>
                                      </p:to>
                                    </p:set>
                                  </p:childTnLst>
                                </p:cTn>
                              </p:par>
                              <p:par>
                                <p:cTn id="485" presetID="1" presetClass="exit" presetSubtype="0" fill="hold" grpId="1" nodeType="withEffect">
                                  <p:stCondLst>
                                    <p:cond delay="10279"/>
                                  </p:stCondLst>
                                  <p:childTnLst>
                                    <p:set>
                                      <p:cBhvr>
                                        <p:cTn id="486" dur="1" fill="hold">
                                          <p:stCondLst>
                                            <p:cond delay="0"/>
                                          </p:stCondLst>
                                        </p:cTn>
                                        <p:tgtEl>
                                          <p:spTgt spid="1118"/>
                                        </p:tgtEl>
                                        <p:attrNameLst>
                                          <p:attrName>style.visibility</p:attrName>
                                        </p:attrNameLst>
                                      </p:cBhvr>
                                      <p:to>
                                        <p:strVal val="hidden"/>
                                      </p:to>
                                    </p:set>
                                  </p:childTnLst>
                                </p:cTn>
                              </p:par>
                              <p:par>
                                <p:cTn id="487" presetID="1" presetClass="entr" presetSubtype="0" fill="hold" grpId="0" nodeType="withEffect">
                                  <p:stCondLst>
                                    <p:cond delay="10279"/>
                                  </p:stCondLst>
                                  <p:childTnLst>
                                    <p:set>
                                      <p:cBhvr>
                                        <p:cTn id="488" dur="1" fill="hold">
                                          <p:stCondLst>
                                            <p:cond delay="0"/>
                                          </p:stCondLst>
                                        </p:cTn>
                                        <p:tgtEl>
                                          <p:spTgt spid="1119"/>
                                        </p:tgtEl>
                                        <p:attrNameLst>
                                          <p:attrName>style.visibility</p:attrName>
                                        </p:attrNameLst>
                                      </p:cBhvr>
                                      <p:to>
                                        <p:strVal val="visible"/>
                                      </p:to>
                                    </p:set>
                                  </p:childTnLst>
                                </p:cTn>
                              </p:par>
                              <p:par>
                                <p:cTn id="489" presetID="1" presetClass="exit" presetSubtype="0" fill="hold" grpId="1" nodeType="withEffect">
                                  <p:stCondLst>
                                    <p:cond delay="10331"/>
                                  </p:stCondLst>
                                  <p:childTnLst>
                                    <p:set>
                                      <p:cBhvr>
                                        <p:cTn id="490" dur="1" fill="hold">
                                          <p:stCondLst>
                                            <p:cond delay="0"/>
                                          </p:stCondLst>
                                        </p:cTn>
                                        <p:tgtEl>
                                          <p:spTgt spid="1119"/>
                                        </p:tgtEl>
                                        <p:attrNameLst>
                                          <p:attrName>style.visibility</p:attrName>
                                        </p:attrNameLst>
                                      </p:cBhvr>
                                      <p:to>
                                        <p:strVal val="hidden"/>
                                      </p:to>
                                    </p:set>
                                  </p:childTnLst>
                                </p:cTn>
                              </p:par>
                              <p:par>
                                <p:cTn id="491" presetID="1" presetClass="entr" presetSubtype="0" fill="hold" grpId="0" nodeType="withEffect">
                                  <p:stCondLst>
                                    <p:cond delay="10331"/>
                                  </p:stCondLst>
                                  <p:childTnLst>
                                    <p:set>
                                      <p:cBhvr>
                                        <p:cTn id="492" dur="1" fill="hold">
                                          <p:stCondLst>
                                            <p:cond delay="0"/>
                                          </p:stCondLst>
                                        </p:cTn>
                                        <p:tgtEl>
                                          <p:spTgt spid="1120"/>
                                        </p:tgtEl>
                                        <p:attrNameLst>
                                          <p:attrName>style.visibility</p:attrName>
                                        </p:attrNameLst>
                                      </p:cBhvr>
                                      <p:to>
                                        <p:strVal val="visible"/>
                                      </p:to>
                                    </p:set>
                                  </p:childTnLst>
                                </p:cTn>
                              </p:par>
                              <p:par>
                                <p:cTn id="493" presetID="1" presetClass="exit" presetSubtype="0" fill="hold" grpId="1" nodeType="withEffect">
                                  <p:stCondLst>
                                    <p:cond delay="10370"/>
                                  </p:stCondLst>
                                  <p:childTnLst>
                                    <p:set>
                                      <p:cBhvr>
                                        <p:cTn id="494" dur="1" fill="hold">
                                          <p:stCondLst>
                                            <p:cond delay="0"/>
                                          </p:stCondLst>
                                        </p:cTn>
                                        <p:tgtEl>
                                          <p:spTgt spid="1120"/>
                                        </p:tgtEl>
                                        <p:attrNameLst>
                                          <p:attrName>style.visibility</p:attrName>
                                        </p:attrNameLst>
                                      </p:cBhvr>
                                      <p:to>
                                        <p:strVal val="hidden"/>
                                      </p:to>
                                    </p:set>
                                  </p:childTnLst>
                                </p:cTn>
                              </p:par>
                              <p:par>
                                <p:cTn id="495" presetID="1" presetClass="entr" presetSubtype="0" fill="hold" grpId="0" nodeType="withEffect">
                                  <p:stCondLst>
                                    <p:cond delay="10370"/>
                                  </p:stCondLst>
                                  <p:childTnLst>
                                    <p:set>
                                      <p:cBhvr>
                                        <p:cTn id="496" dur="1" fill="hold">
                                          <p:stCondLst>
                                            <p:cond delay="0"/>
                                          </p:stCondLst>
                                        </p:cTn>
                                        <p:tgtEl>
                                          <p:spTgt spid="1121"/>
                                        </p:tgtEl>
                                        <p:attrNameLst>
                                          <p:attrName>style.visibility</p:attrName>
                                        </p:attrNameLst>
                                      </p:cBhvr>
                                      <p:to>
                                        <p:strVal val="visible"/>
                                      </p:to>
                                    </p:set>
                                  </p:childTnLst>
                                </p:cTn>
                              </p:par>
                              <p:par>
                                <p:cTn id="497" presetID="1" presetClass="exit" presetSubtype="0" fill="hold" grpId="1" nodeType="withEffect">
                                  <p:stCondLst>
                                    <p:cond delay="10419"/>
                                  </p:stCondLst>
                                  <p:childTnLst>
                                    <p:set>
                                      <p:cBhvr>
                                        <p:cTn id="498" dur="1" fill="hold">
                                          <p:stCondLst>
                                            <p:cond delay="0"/>
                                          </p:stCondLst>
                                        </p:cTn>
                                        <p:tgtEl>
                                          <p:spTgt spid="1121"/>
                                        </p:tgtEl>
                                        <p:attrNameLst>
                                          <p:attrName>style.visibility</p:attrName>
                                        </p:attrNameLst>
                                      </p:cBhvr>
                                      <p:to>
                                        <p:strVal val="hidden"/>
                                      </p:to>
                                    </p:set>
                                  </p:childTnLst>
                                </p:cTn>
                              </p:par>
                              <p:par>
                                <p:cTn id="499" presetID="1" presetClass="entr" presetSubtype="0" fill="hold" grpId="0" nodeType="withEffect">
                                  <p:stCondLst>
                                    <p:cond delay="10419"/>
                                  </p:stCondLst>
                                  <p:childTnLst>
                                    <p:set>
                                      <p:cBhvr>
                                        <p:cTn id="500" dur="1" fill="hold">
                                          <p:stCondLst>
                                            <p:cond delay="0"/>
                                          </p:stCondLst>
                                        </p:cTn>
                                        <p:tgtEl>
                                          <p:spTgt spid="1122"/>
                                        </p:tgtEl>
                                        <p:attrNameLst>
                                          <p:attrName>style.visibility</p:attrName>
                                        </p:attrNameLst>
                                      </p:cBhvr>
                                      <p:to>
                                        <p:strVal val="visible"/>
                                      </p:to>
                                    </p:set>
                                  </p:childTnLst>
                                </p:cTn>
                              </p:par>
                              <p:par>
                                <p:cTn id="501" presetID="1" presetClass="exit" presetSubtype="0" fill="hold" grpId="1" nodeType="withEffect">
                                  <p:stCondLst>
                                    <p:cond delay="10480"/>
                                  </p:stCondLst>
                                  <p:childTnLst>
                                    <p:set>
                                      <p:cBhvr>
                                        <p:cTn id="502" dur="1" fill="hold">
                                          <p:stCondLst>
                                            <p:cond delay="0"/>
                                          </p:stCondLst>
                                        </p:cTn>
                                        <p:tgtEl>
                                          <p:spTgt spid="1122"/>
                                        </p:tgtEl>
                                        <p:attrNameLst>
                                          <p:attrName>style.visibility</p:attrName>
                                        </p:attrNameLst>
                                      </p:cBhvr>
                                      <p:to>
                                        <p:strVal val="hidden"/>
                                      </p:to>
                                    </p:set>
                                  </p:childTnLst>
                                </p:cTn>
                              </p:par>
                              <p:par>
                                <p:cTn id="503" presetID="1" presetClass="entr" presetSubtype="0" fill="hold" grpId="0" nodeType="withEffect">
                                  <p:stCondLst>
                                    <p:cond delay="10480"/>
                                  </p:stCondLst>
                                  <p:childTnLst>
                                    <p:set>
                                      <p:cBhvr>
                                        <p:cTn id="504" dur="1" fill="hold">
                                          <p:stCondLst>
                                            <p:cond delay="0"/>
                                          </p:stCondLst>
                                        </p:cTn>
                                        <p:tgtEl>
                                          <p:spTgt spid="1123"/>
                                        </p:tgtEl>
                                        <p:attrNameLst>
                                          <p:attrName>style.visibility</p:attrName>
                                        </p:attrNameLst>
                                      </p:cBhvr>
                                      <p:to>
                                        <p:strVal val="visible"/>
                                      </p:to>
                                    </p:set>
                                  </p:childTnLst>
                                </p:cTn>
                              </p:par>
                              <p:par>
                                <p:cTn id="505" presetID="1" presetClass="exit" presetSubtype="0" fill="hold" grpId="1" nodeType="withEffect">
                                  <p:stCondLst>
                                    <p:cond delay="10524"/>
                                  </p:stCondLst>
                                  <p:childTnLst>
                                    <p:set>
                                      <p:cBhvr>
                                        <p:cTn id="506" dur="1" fill="hold">
                                          <p:stCondLst>
                                            <p:cond delay="0"/>
                                          </p:stCondLst>
                                        </p:cTn>
                                        <p:tgtEl>
                                          <p:spTgt spid="1123"/>
                                        </p:tgtEl>
                                        <p:attrNameLst>
                                          <p:attrName>style.visibility</p:attrName>
                                        </p:attrNameLst>
                                      </p:cBhvr>
                                      <p:to>
                                        <p:strVal val="hidden"/>
                                      </p:to>
                                    </p:set>
                                  </p:childTnLst>
                                </p:cTn>
                              </p:par>
                              <p:par>
                                <p:cTn id="507" presetID="1" presetClass="entr" presetSubtype="0" fill="hold" grpId="0" nodeType="withEffect">
                                  <p:stCondLst>
                                    <p:cond delay="10524"/>
                                  </p:stCondLst>
                                  <p:childTnLst>
                                    <p:set>
                                      <p:cBhvr>
                                        <p:cTn id="508" dur="1" fill="hold">
                                          <p:stCondLst>
                                            <p:cond delay="0"/>
                                          </p:stCondLst>
                                        </p:cTn>
                                        <p:tgtEl>
                                          <p:spTgt spid="1124"/>
                                        </p:tgtEl>
                                        <p:attrNameLst>
                                          <p:attrName>style.visibility</p:attrName>
                                        </p:attrNameLst>
                                      </p:cBhvr>
                                      <p:to>
                                        <p:strVal val="visible"/>
                                      </p:to>
                                    </p:set>
                                  </p:childTnLst>
                                </p:cTn>
                              </p:par>
                              <p:par>
                                <p:cTn id="509" presetID="1" presetClass="exit" presetSubtype="0" fill="hold" grpId="1" nodeType="withEffect">
                                  <p:stCondLst>
                                    <p:cond delay="10579"/>
                                  </p:stCondLst>
                                  <p:childTnLst>
                                    <p:set>
                                      <p:cBhvr>
                                        <p:cTn id="510" dur="1" fill="hold">
                                          <p:stCondLst>
                                            <p:cond delay="0"/>
                                          </p:stCondLst>
                                        </p:cTn>
                                        <p:tgtEl>
                                          <p:spTgt spid="1124"/>
                                        </p:tgtEl>
                                        <p:attrNameLst>
                                          <p:attrName>style.visibility</p:attrName>
                                        </p:attrNameLst>
                                      </p:cBhvr>
                                      <p:to>
                                        <p:strVal val="hidden"/>
                                      </p:to>
                                    </p:set>
                                  </p:childTnLst>
                                </p:cTn>
                              </p:par>
                              <p:par>
                                <p:cTn id="511" presetID="1" presetClass="entr" presetSubtype="0" fill="hold" grpId="0" nodeType="withEffect">
                                  <p:stCondLst>
                                    <p:cond delay="10579"/>
                                  </p:stCondLst>
                                  <p:childTnLst>
                                    <p:set>
                                      <p:cBhvr>
                                        <p:cTn id="512" dur="1" fill="hold">
                                          <p:stCondLst>
                                            <p:cond delay="0"/>
                                          </p:stCondLst>
                                        </p:cTn>
                                        <p:tgtEl>
                                          <p:spTgt spid="1125"/>
                                        </p:tgtEl>
                                        <p:attrNameLst>
                                          <p:attrName>style.visibility</p:attrName>
                                        </p:attrNameLst>
                                      </p:cBhvr>
                                      <p:to>
                                        <p:strVal val="visible"/>
                                      </p:to>
                                    </p:set>
                                  </p:childTnLst>
                                </p:cTn>
                              </p:par>
                              <p:par>
                                <p:cTn id="513" presetID="1" presetClass="exit" presetSubtype="0" fill="hold" grpId="1" nodeType="withEffect">
                                  <p:stCondLst>
                                    <p:cond delay="10617"/>
                                  </p:stCondLst>
                                  <p:childTnLst>
                                    <p:set>
                                      <p:cBhvr>
                                        <p:cTn id="514" dur="1" fill="hold">
                                          <p:stCondLst>
                                            <p:cond delay="0"/>
                                          </p:stCondLst>
                                        </p:cTn>
                                        <p:tgtEl>
                                          <p:spTgt spid="1125"/>
                                        </p:tgtEl>
                                        <p:attrNameLst>
                                          <p:attrName>style.visibility</p:attrName>
                                        </p:attrNameLst>
                                      </p:cBhvr>
                                      <p:to>
                                        <p:strVal val="hidden"/>
                                      </p:to>
                                    </p:set>
                                  </p:childTnLst>
                                </p:cTn>
                              </p:par>
                              <p:par>
                                <p:cTn id="515" presetID="1" presetClass="entr" presetSubtype="0" fill="hold" grpId="0" nodeType="withEffect">
                                  <p:stCondLst>
                                    <p:cond delay="10617"/>
                                  </p:stCondLst>
                                  <p:childTnLst>
                                    <p:set>
                                      <p:cBhvr>
                                        <p:cTn id="516" dur="1" fill="hold">
                                          <p:stCondLst>
                                            <p:cond delay="0"/>
                                          </p:stCondLst>
                                        </p:cTn>
                                        <p:tgtEl>
                                          <p:spTgt spid="1126"/>
                                        </p:tgtEl>
                                        <p:attrNameLst>
                                          <p:attrName>style.visibility</p:attrName>
                                        </p:attrNameLst>
                                      </p:cBhvr>
                                      <p:to>
                                        <p:strVal val="visible"/>
                                      </p:to>
                                    </p:set>
                                  </p:childTnLst>
                                </p:cTn>
                              </p:par>
                              <p:par>
                                <p:cTn id="517" presetID="1" presetClass="exit" presetSubtype="0" fill="hold" grpId="1" nodeType="withEffect">
                                  <p:stCondLst>
                                    <p:cond delay="10667"/>
                                  </p:stCondLst>
                                  <p:childTnLst>
                                    <p:set>
                                      <p:cBhvr>
                                        <p:cTn id="518" dur="1" fill="hold">
                                          <p:stCondLst>
                                            <p:cond delay="0"/>
                                          </p:stCondLst>
                                        </p:cTn>
                                        <p:tgtEl>
                                          <p:spTgt spid="1126"/>
                                        </p:tgtEl>
                                        <p:attrNameLst>
                                          <p:attrName>style.visibility</p:attrName>
                                        </p:attrNameLst>
                                      </p:cBhvr>
                                      <p:to>
                                        <p:strVal val="hidden"/>
                                      </p:to>
                                    </p:set>
                                  </p:childTnLst>
                                </p:cTn>
                              </p:par>
                              <p:par>
                                <p:cTn id="519" presetID="1" presetClass="entr" presetSubtype="0" fill="hold" grpId="0" nodeType="withEffect">
                                  <p:stCondLst>
                                    <p:cond delay="10667"/>
                                  </p:stCondLst>
                                  <p:childTnLst>
                                    <p:set>
                                      <p:cBhvr>
                                        <p:cTn id="520" dur="1" fill="hold">
                                          <p:stCondLst>
                                            <p:cond delay="0"/>
                                          </p:stCondLst>
                                        </p:cTn>
                                        <p:tgtEl>
                                          <p:spTgt spid="1127"/>
                                        </p:tgtEl>
                                        <p:attrNameLst>
                                          <p:attrName>style.visibility</p:attrName>
                                        </p:attrNameLst>
                                      </p:cBhvr>
                                      <p:to>
                                        <p:strVal val="visible"/>
                                      </p:to>
                                    </p:set>
                                  </p:childTnLst>
                                </p:cTn>
                              </p:par>
                              <p:par>
                                <p:cTn id="521" presetID="1" presetClass="exit" presetSubtype="0" fill="hold" grpId="1" nodeType="withEffect">
                                  <p:stCondLst>
                                    <p:cond delay="10727"/>
                                  </p:stCondLst>
                                  <p:childTnLst>
                                    <p:set>
                                      <p:cBhvr>
                                        <p:cTn id="522" dur="1" fill="hold">
                                          <p:stCondLst>
                                            <p:cond delay="0"/>
                                          </p:stCondLst>
                                        </p:cTn>
                                        <p:tgtEl>
                                          <p:spTgt spid="1127"/>
                                        </p:tgtEl>
                                        <p:attrNameLst>
                                          <p:attrName>style.visibility</p:attrName>
                                        </p:attrNameLst>
                                      </p:cBhvr>
                                      <p:to>
                                        <p:strVal val="hidden"/>
                                      </p:to>
                                    </p:set>
                                  </p:childTnLst>
                                </p:cTn>
                              </p:par>
                              <p:par>
                                <p:cTn id="523" presetID="1" presetClass="entr" presetSubtype="0" fill="hold" grpId="0" nodeType="withEffect">
                                  <p:stCondLst>
                                    <p:cond delay="10727"/>
                                  </p:stCondLst>
                                  <p:childTnLst>
                                    <p:set>
                                      <p:cBhvr>
                                        <p:cTn id="524" dur="1" fill="hold">
                                          <p:stCondLst>
                                            <p:cond delay="0"/>
                                          </p:stCondLst>
                                        </p:cTn>
                                        <p:tgtEl>
                                          <p:spTgt spid="1128"/>
                                        </p:tgtEl>
                                        <p:attrNameLst>
                                          <p:attrName>style.visibility</p:attrName>
                                        </p:attrNameLst>
                                      </p:cBhvr>
                                      <p:to>
                                        <p:strVal val="visible"/>
                                      </p:to>
                                    </p:set>
                                  </p:childTnLst>
                                </p:cTn>
                              </p:par>
                              <p:par>
                                <p:cTn id="525" presetID="1" presetClass="exit" presetSubtype="0" fill="hold" grpId="1" nodeType="withEffect">
                                  <p:stCondLst>
                                    <p:cond delay="10779"/>
                                  </p:stCondLst>
                                  <p:childTnLst>
                                    <p:set>
                                      <p:cBhvr>
                                        <p:cTn id="526" dur="1" fill="hold">
                                          <p:stCondLst>
                                            <p:cond delay="0"/>
                                          </p:stCondLst>
                                        </p:cTn>
                                        <p:tgtEl>
                                          <p:spTgt spid="1128"/>
                                        </p:tgtEl>
                                        <p:attrNameLst>
                                          <p:attrName>style.visibility</p:attrName>
                                        </p:attrNameLst>
                                      </p:cBhvr>
                                      <p:to>
                                        <p:strVal val="hidden"/>
                                      </p:to>
                                    </p:set>
                                  </p:childTnLst>
                                </p:cTn>
                              </p:par>
                              <p:par>
                                <p:cTn id="527" presetID="1" presetClass="entr" presetSubtype="0" fill="hold" grpId="0" nodeType="withEffect">
                                  <p:stCondLst>
                                    <p:cond delay="10779"/>
                                  </p:stCondLst>
                                  <p:childTnLst>
                                    <p:set>
                                      <p:cBhvr>
                                        <p:cTn id="528" dur="1" fill="hold">
                                          <p:stCondLst>
                                            <p:cond delay="0"/>
                                          </p:stCondLst>
                                        </p:cTn>
                                        <p:tgtEl>
                                          <p:spTgt spid="1129"/>
                                        </p:tgtEl>
                                        <p:attrNameLst>
                                          <p:attrName>style.visibility</p:attrName>
                                        </p:attrNameLst>
                                      </p:cBhvr>
                                      <p:to>
                                        <p:strVal val="visible"/>
                                      </p:to>
                                    </p:set>
                                  </p:childTnLst>
                                </p:cTn>
                              </p:par>
                              <p:par>
                                <p:cTn id="529" presetID="1" presetClass="exit" presetSubtype="0" fill="hold" grpId="1" nodeType="withEffect">
                                  <p:stCondLst>
                                    <p:cond delay="10834"/>
                                  </p:stCondLst>
                                  <p:childTnLst>
                                    <p:set>
                                      <p:cBhvr>
                                        <p:cTn id="530" dur="1" fill="hold">
                                          <p:stCondLst>
                                            <p:cond delay="0"/>
                                          </p:stCondLst>
                                        </p:cTn>
                                        <p:tgtEl>
                                          <p:spTgt spid="1129"/>
                                        </p:tgtEl>
                                        <p:attrNameLst>
                                          <p:attrName>style.visibility</p:attrName>
                                        </p:attrNameLst>
                                      </p:cBhvr>
                                      <p:to>
                                        <p:strVal val="hidden"/>
                                      </p:to>
                                    </p:set>
                                  </p:childTnLst>
                                </p:cTn>
                              </p:par>
                              <p:par>
                                <p:cTn id="531" presetID="1" presetClass="entr" presetSubtype="0" fill="hold" grpId="0" nodeType="withEffect">
                                  <p:stCondLst>
                                    <p:cond delay="10834"/>
                                  </p:stCondLst>
                                  <p:childTnLst>
                                    <p:set>
                                      <p:cBhvr>
                                        <p:cTn id="532" dur="1" fill="hold">
                                          <p:stCondLst>
                                            <p:cond delay="0"/>
                                          </p:stCondLst>
                                        </p:cTn>
                                        <p:tgtEl>
                                          <p:spTgt spid="1130"/>
                                        </p:tgtEl>
                                        <p:attrNameLst>
                                          <p:attrName>style.visibility</p:attrName>
                                        </p:attrNameLst>
                                      </p:cBhvr>
                                      <p:to>
                                        <p:strVal val="visible"/>
                                      </p:to>
                                    </p:set>
                                  </p:childTnLst>
                                </p:cTn>
                              </p:par>
                              <p:par>
                                <p:cTn id="533" presetID="1" presetClass="exit" presetSubtype="0" fill="hold" grpId="1" nodeType="withEffect">
                                  <p:stCondLst>
                                    <p:cond delay="10873"/>
                                  </p:stCondLst>
                                  <p:childTnLst>
                                    <p:set>
                                      <p:cBhvr>
                                        <p:cTn id="534" dur="1" fill="hold">
                                          <p:stCondLst>
                                            <p:cond delay="0"/>
                                          </p:stCondLst>
                                        </p:cTn>
                                        <p:tgtEl>
                                          <p:spTgt spid="1130"/>
                                        </p:tgtEl>
                                        <p:attrNameLst>
                                          <p:attrName>style.visibility</p:attrName>
                                        </p:attrNameLst>
                                      </p:cBhvr>
                                      <p:to>
                                        <p:strVal val="hidden"/>
                                      </p:to>
                                    </p:set>
                                  </p:childTnLst>
                                </p:cTn>
                              </p:par>
                              <p:par>
                                <p:cTn id="535" presetID="1" presetClass="entr" presetSubtype="0" fill="hold" grpId="0" nodeType="withEffect">
                                  <p:stCondLst>
                                    <p:cond delay="10873"/>
                                  </p:stCondLst>
                                  <p:childTnLst>
                                    <p:set>
                                      <p:cBhvr>
                                        <p:cTn id="536" dur="1" fill="hold">
                                          <p:stCondLst>
                                            <p:cond delay="0"/>
                                          </p:stCondLst>
                                        </p:cTn>
                                        <p:tgtEl>
                                          <p:spTgt spid="1131"/>
                                        </p:tgtEl>
                                        <p:attrNameLst>
                                          <p:attrName>style.visibility</p:attrName>
                                        </p:attrNameLst>
                                      </p:cBhvr>
                                      <p:to>
                                        <p:strVal val="visible"/>
                                      </p:to>
                                    </p:set>
                                  </p:childTnLst>
                                </p:cTn>
                              </p:par>
                              <p:par>
                                <p:cTn id="537" presetID="1" presetClass="exit" presetSubtype="0" fill="hold" grpId="1" nodeType="withEffect">
                                  <p:stCondLst>
                                    <p:cond delay="10925"/>
                                  </p:stCondLst>
                                  <p:childTnLst>
                                    <p:set>
                                      <p:cBhvr>
                                        <p:cTn id="538" dur="1" fill="hold">
                                          <p:stCondLst>
                                            <p:cond delay="0"/>
                                          </p:stCondLst>
                                        </p:cTn>
                                        <p:tgtEl>
                                          <p:spTgt spid="1131"/>
                                        </p:tgtEl>
                                        <p:attrNameLst>
                                          <p:attrName>style.visibility</p:attrName>
                                        </p:attrNameLst>
                                      </p:cBhvr>
                                      <p:to>
                                        <p:strVal val="hidden"/>
                                      </p:to>
                                    </p:set>
                                  </p:childTnLst>
                                </p:cTn>
                              </p:par>
                              <p:par>
                                <p:cTn id="539" presetID="1" presetClass="entr" presetSubtype="0" fill="hold" grpId="0" nodeType="withEffect">
                                  <p:stCondLst>
                                    <p:cond delay="10925"/>
                                  </p:stCondLst>
                                  <p:childTnLst>
                                    <p:set>
                                      <p:cBhvr>
                                        <p:cTn id="540" dur="1" fill="hold">
                                          <p:stCondLst>
                                            <p:cond delay="0"/>
                                          </p:stCondLst>
                                        </p:cTn>
                                        <p:tgtEl>
                                          <p:spTgt spid="1132"/>
                                        </p:tgtEl>
                                        <p:attrNameLst>
                                          <p:attrName>style.visibility</p:attrName>
                                        </p:attrNameLst>
                                      </p:cBhvr>
                                      <p:to>
                                        <p:strVal val="visible"/>
                                      </p:to>
                                    </p:set>
                                  </p:childTnLst>
                                </p:cTn>
                              </p:par>
                              <p:par>
                                <p:cTn id="541" presetID="1" presetClass="exit" presetSubtype="0" fill="hold" grpId="1" nodeType="withEffect">
                                  <p:stCondLst>
                                    <p:cond delay="10986"/>
                                  </p:stCondLst>
                                  <p:childTnLst>
                                    <p:set>
                                      <p:cBhvr>
                                        <p:cTn id="542" dur="1" fill="hold">
                                          <p:stCondLst>
                                            <p:cond delay="0"/>
                                          </p:stCondLst>
                                        </p:cTn>
                                        <p:tgtEl>
                                          <p:spTgt spid="1132"/>
                                        </p:tgtEl>
                                        <p:attrNameLst>
                                          <p:attrName>style.visibility</p:attrName>
                                        </p:attrNameLst>
                                      </p:cBhvr>
                                      <p:to>
                                        <p:strVal val="hidden"/>
                                      </p:to>
                                    </p:set>
                                  </p:childTnLst>
                                </p:cTn>
                              </p:par>
                              <p:par>
                                <p:cTn id="543" presetID="1" presetClass="entr" presetSubtype="0" fill="hold" grpId="0" nodeType="withEffect">
                                  <p:stCondLst>
                                    <p:cond delay="10986"/>
                                  </p:stCondLst>
                                  <p:childTnLst>
                                    <p:set>
                                      <p:cBhvr>
                                        <p:cTn id="544" dur="1" fill="hold">
                                          <p:stCondLst>
                                            <p:cond delay="0"/>
                                          </p:stCondLst>
                                        </p:cTn>
                                        <p:tgtEl>
                                          <p:spTgt spid="1133"/>
                                        </p:tgtEl>
                                        <p:attrNameLst>
                                          <p:attrName>style.visibility</p:attrName>
                                        </p:attrNameLst>
                                      </p:cBhvr>
                                      <p:to>
                                        <p:strVal val="visible"/>
                                      </p:to>
                                    </p:set>
                                  </p:childTnLst>
                                </p:cTn>
                              </p:par>
                              <p:par>
                                <p:cTn id="545" presetID="1" presetClass="exit" presetSubtype="0" fill="hold" grpId="1" nodeType="withEffect">
                                  <p:stCondLst>
                                    <p:cond delay="11030"/>
                                  </p:stCondLst>
                                  <p:childTnLst>
                                    <p:set>
                                      <p:cBhvr>
                                        <p:cTn id="546" dur="1" fill="hold">
                                          <p:stCondLst>
                                            <p:cond delay="0"/>
                                          </p:stCondLst>
                                        </p:cTn>
                                        <p:tgtEl>
                                          <p:spTgt spid="1133"/>
                                        </p:tgtEl>
                                        <p:attrNameLst>
                                          <p:attrName>style.visibility</p:attrName>
                                        </p:attrNameLst>
                                      </p:cBhvr>
                                      <p:to>
                                        <p:strVal val="hidden"/>
                                      </p:to>
                                    </p:set>
                                  </p:childTnLst>
                                </p:cTn>
                              </p:par>
                              <p:par>
                                <p:cTn id="547" presetID="1" presetClass="entr" presetSubtype="0" fill="hold" grpId="0" nodeType="withEffect">
                                  <p:stCondLst>
                                    <p:cond delay="11030"/>
                                  </p:stCondLst>
                                  <p:childTnLst>
                                    <p:set>
                                      <p:cBhvr>
                                        <p:cTn id="548" dur="1" fill="hold">
                                          <p:stCondLst>
                                            <p:cond delay="0"/>
                                          </p:stCondLst>
                                        </p:cTn>
                                        <p:tgtEl>
                                          <p:spTgt spid="1134"/>
                                        </p:tgtEl>
                                        <p:attrNameLst>
                                          <p:attrName>style.visibility</p:attrName>
                                        </p:attrNameLst>
                                      </p:cBhvr>
                                      <p:to>
                                        <p:strVal val="visible"/>
                                      </p:to>
                                    </p:set>
                                  </p:childTnLst>
                                </p:cTn>
                              </p:par>
                              <p:par>
                                <p:cTn id="549" presetID="1" presetClass="exit" presetSubtype="0" fill="hold" grpId="1" nodeType="withEffect">
                                  <p:stCondLst>
                                    <p:cond delay="11085"/>
                                  </p:stCondLst>
                                  <p:childTnLst>
                                    <p:set>
                                      <p:cBhvr>
                                        <p:cTn id="550" dur="1" fill="hold">
                                          <p:stCondLst>
                                            <p:cond delay="0"/>
                                          </p:stCondLst>
                                        </p:cTn>
                                        <p:tgtEl>
                                          <p:spTgt spid="1134"/>
                                        </p:tgtEl>
                                        <p:attrNameLst>
                                          <p:attrName>style.visibility</p:attrName>
                                        </p:attrNameLst>
                                      </p:cBhvr>
                                      <p:to>
                                        <p:strVal val="hidden"/>
                                      </p:to>
                                    </p:set>
                                  </p:childTnLst>
                                </p:cTn>
                              </p:par>
                              <p:par>
                                <p:cTn id="551" presetID="1" presetClass="entr" presetSubtype="0" fill="hold" grpId="0" nodeType="withEffect">
                                  <p:stCondLst>
                                    <p:cond delay="11085"/>
                                  </p:stCondLst>
                                  <p:childTnLst>
                                    <p:set>
                                      <p:cBhvr>
                                        <p:cTn id="552" dur="1" fill="hold">
                                          <p:stCondLst>
                                            <p:cond delay="0"/>
                                          </p:stCondLst>
                                        </p:cTn>
                                        <p:tgtEl>
                                          <p:spTgt spid="1135"/>
                                        </p:tgtEl>
                                        <p:attrNameLst>
                                          <p:attrName>style.visibility</p:attrName>
                                        </p:attrNameLst>
                                      </p:cBhvr>
                                      <p:to>
                                        <p:strVal val="visible"/>
                                      </p:to>
                                    </p:set>
                                  </p:childTnLst>
                                </p:cTn>
                              </p:par>
                              <p:par>
                                <p:cTn id="553" presetID="1" presetClass="exit" presetSubtype="0" fill="hold" grpId="1" nodeType="withEffect">
                                  <p:stCondLst>
                                    <p:cond delay="11123"/>
                                  </p:stCondLst>
                                  <p:childTnLst>
                                    <p:set>
                                      <p:cBhvr>
                                        <p:cTn id="554" dur="1" fill="hold">
                                          <p:stCondLst>
                                            <p:cond delay="0"/>
                                          </p:stCondLst>
                                        </p:cTn>
                                        <p:tgtEl>
                                          <p:spTgt spid="1135"/>
                                        </p:tgtEl>
                                        <p:attrNameLst>
                                          <p:attrName>style.visibility</p:attrName>
                                        </p:attrNameLst>
                                      </p:cBhvr>
                                      <p:to>
                                        <p:strVal val="hidden"/>
                                      </p:to>
                                    </p:set>
                                  </p:childTnLst>
                                </p:cTn>
                              </p:par>
                              <p:par>
                                <p:cTn id="555" presetID="1" presetClass="entr" presetSubtype="0" fill="hold" grpId="0" nodeType="withEffect">
                                  <p:stCondLst>
                                    <p:cond delay="11123"/>
                                  </p:stCondLst>
                                  <p:childTnLst>
                                    <p:set>
                                      <p:cBhvr>
                                        <p:cTn id="556" dur="1" fill="hold">
                                          <p:stCondLst>
                                            <p:cond delay="0"/>
                                          </p:stCondLst>
                                        </p:cTn>
                                        <p:tgtEl>
                                          <p:spTgt spid="92"/>
                                        </p:tgtEl>
                                        <p:attrNameLst>
                                          <p:attrName>style.visibility</p:attrName>
                                        </p:attrNameLst>
                                      </p:cBhvr>
                                      <p:to>
                                        <p:strVal val="visible"/>
                                      </p:to>
                                    </p:set>
                                  </p:childTnLst>
                                </p:cTn>
                              </p:par>
                              <p:par>
                                <p:cTn id="557" presetID="1" presetClass="entr" presetSubtype="0" fill="hold" grpId="0" nodeType="withEffect">
                                  <p:stCondLst>
                                    <p:cond delay="11310"/>
                                  </p:stCondLst>
                                  <p:childTnLst>
                                    <p:set>
                                      <p:cBhvr>
                                        <p:cTn id="558" dur="1" fill="hold">
                                          <p:stCondLst>
                                            <p:cond delay="0"/>
                                          </p:stCondLst>
                                        </p:cTn>
                                        <p:tgtEl>
                                          <p:spTgt spid="1136"/>
                                        </p:tgtEl>
                                        <p:attrNameLst>
                                          <p:attrName>style.visibility</p:attrName>
                                        </p:attrNameLst>
                                      </p:cBhvr>
                                      <p:to>
                                        <p:strVal val="visible"/>
                                      </p:to>
                                    </p:set>
                                  </p:childTnLst>
                                </p:cTn>
                              </p:par>
                              <p:par>
                                <p:cTn id="559" presetID="1" presetClass="exit" presetSubtype="0" fill="hold" grpId="1" nodeType="withEffect">
                                  <p:stCondLst>
                                    <p:cond delay="11342"/>
                                  </p:stCondLst>
                                  <p:childTnLst>
                                    <p:set>
                                      <p:cBhvr>
                                        <p:cTn id="560" dur="1" fill="hold">
                                          <p:stCondLst>
                                            <p:cond delay="0"/>
                                          </p:stCondLst>
                                        </p:cTn>
                                        <p:tgtEl>
                                          <p:spTgt spid="1136"/>
                                        </p:tgtEl>
                                        <p:attrNameLst>
                                          <p:attrName>style.visibility</p:attrName>
                                        </p:attrNameLst>
                                      </p:cBhvr>
                                      <p:to>
                                        <p:strVal val="hidden"/>
                                      </p:to>
                                    </p:set>
                                  </p:childTnLst>
                                </p:cTn>
                              </p:par>
                              <p:par>
                                <p:cTn id="561" presetID="1" presetClass="entr" presetSubtype="0" fill="hold" grpId="0" nodeType="withEffect">
                                  <p:stCondLst>
                                    <p:cond delay="11342"/>
                                  </p:stCondLst>
                                  <p:childTnLst>
                                    <p:set>
                                      <p:cBhvr>
                                        <p:cTn id="562" dur="1" fill="hold">
                                          <p:stCondLst>
                                            <p:cond delay="0"/>
                                          </p:stCondLst>
                                        </p:cTn>
                                        <p:tgtEl>
                                          <p:spTgt spid="1137"/>
                                        </p:tgtEl>
                                        <p:attrNameLst>
                                          <p:attrName>style.visibility</p:attrName>
                                        </p:attrNameLst>
                                      </p:cBhvr>
                                      <p:to>
                                        <p:strVal val="visible"/>
                                      </p:to>
                                    </p:set>
                                  </p:childTnLst>
                                </p:cTn>
                              </p:par>
                              <p:par>
                                <p:cTn id="563" presetID="1" presetClass="exit" presetSubtype="0" fill="hold" grpId="1" nodeType="withEffect">
                                  <p:stCondLst>
                                    <p:cond delay="11382"/>
                                  </p:stCondLst>
                                  <p:childTnLst>
                                    <p:set>
                                      <p:cBhvr>
                                        <p:cTn id="564" dur="1" fill="hold">
                                          <p:stCondLst>
                                            <p:cond delay="0"/>
                                          </p:stCondLst>
                                        </p:cTn>
                                        <p:tgtEl>
                                          <p:spTgt spid="1137"/>
                                        </p:tgtEl>
                                        <p:attrNameLst>
                                          <p:attrName>style.visibility</p:attrName>
                                        </p:attrNameLst>
                                      </p:cBhvr>
                                      <p:to>
                                        <p:strVal val="hidden"/>
                                      </p:to>
                                    </p:set>
                                  </p:childTnLst>
                                </p:cTn>
                              </p:par>
                              <p:par>
                                <p:cTn id="565" presetID="1" presetClass="entr" presetSubtype="0" fill="hold" grpId="0" nodeType="withEffect">
                                  <p:stCondLst>
                                    <p:cond delay="11382"/>
                                  </p:stCondLst>
                                  <p:childTnLst>
                                    <p:set>
                                      <p:cBhvr>
                                        <p:cTn id="566" dur="1" fill="hold">
                                          <p:stCondLst>
                                            <p:cond delay="0"/>
                                          </p:stCondLst>
                                        </p:cTn>
                                        <p:tgtEl>
                                          <p:spTgt spid="1138"/>
                                        </p:tgtEl>
                                        <p:attrNameLst>
                                          <p:attrName>style.visibility</p:attrName>
                                        </p:attrNameLst>
                                      </p:cBhvr>
                                      <p:to>
                                        <p:strVal val="visible"/>
                                      </p:to>
                                    </p:set>
                                  </p:childTnLst>
                                </p:cTn>
                              </p:par>
                              <p:par>
                                <p:cTn id="567" presetID="1" presetClass="exit" presetSubtype="0" fill="hold" grpId="1" nodeType="withEffect">
                                  <p:stCondLst>
                                    <p:cond delay="11432"/>
                                  </p:stCondLst>
                                  <p:childTnLst>
                                    <p:set>
                                      <p:cBhvr>
                                        <p:cTn id="568" dur="1" fill="hold">
                                          <p:stCondLst>
                                            <p:cond delay="0"/>
                                          </p:stCondLst>
                                        </p:cTn>
                                        <p:tgtEl>
                                          <p:spTgt spid="1138"/>
                                        </p:tgtEl>
                                        <p:attrNameLst>
                                          <p:attrName>style.visibility</p:attrName>
                                        </p:attrNameLst>
                                      </p:cBhvr>
                                      <p:to>
                                        <p:strVal val="hidden"/>
                                      </p:to>
                                    </p:set>
                                  </p:childTnLst>
                                </p:cTn>
                              </p:par>
                              <p:par>
                                <p:cTn id="569" presetID="1" presetClass="entr" presetSubtype="0" fill="hold" grpId="0" nodeType="withEffect">
                                  <p:stCondLst>
                                    <p:cond delay="11432"/>
                                  </p:stCondLst>
                                  <p:childTnLst>
                                    <p:set>
                                      <p:cBhvr>
                                        <p:cTn id="570" dur="1" fill="hold">
                                          <p:stCondLst>
                                            <p:cond delay="0"/>
                                          </p:stCondLst>
                                        </p:cTn>
                                        <p:tgtEl>
                                          <p:spTgt spid="1139"/>
                                        </p:tgtEl>
                                        <p:attrNameLst>
                                          <p:attrName>style.visibility</p:attrName>
                                        </p:attrNameLst>
                                      </p:cBhvr>
                                      <p:to>
                                        <p:strVal val="visible"/>
                                      </p:to>
                                    </p:set>
                                  </p:childTnLst>
                                </p:cTn>
                              </p:par>
                              <p:par>
                                <p:cTn id="571" presetID="1" presetClass="exit" presetSubtype="0" fill="hold" grpId="1" nodeType="withEffect">
                                  <p:stCondLst>
                                    <p:cond delay="11468"/>
                                  </p:stCondLst>
                                  <p:childTnLst>
                                    <p:set>
                                      <p:cBhvr>
                                        <p:cTn id="572" dur="1" fill="hold">
                                          <p:stCondLst>
                                            <p:cond delay="0"/>
                                          </p:stCondLst>
                                        </p:cTn>
                                        <p:tgtEl>
                                          <p:spTgt spid="1139"/>
                                        </p:tgtEl>
                                        <p:attrNameLst>
                                          <p:attrName>style.visibility</p:attrName>
                                        </p:attrNameLst>
                                      </p:cBhvr>
                                      <p:to>
                                        <p:strVal val="hidden"/>
                                      </p:to>
                                    </p:set>
                                  </p:childTnLst>
                                </p:cTn>
                              </p:par>
                              <p:par>
                                <p:cTn id="573" presetID="1" presetClass="entr" presetSubtype="0" fill="hold" grpId="0" nodeType="withEffect">
                                  <p:stCondLst>
                                    <p:cond delay="11468"/>
                                  </p:stCondLst>
                                  <p:childTnLst>
                                    <p:set>
                                      <p:cBhvr>
                                        <p:cTn id="574" dur="1" fill="hold">
                                          <p:stCondLst>
                                            <p:cond delay="0"/>
                                          </p:stCondLst>
                                        </p:cTn>
                                        <p:tgtEl>
                                          <p:spTgt spid="1140"/>
                                        </p:tgtEl>
                                        <p:attrNameLst>
                                          <p:attrName>style.visibility</p:attrName>
                                        </p:attrNameLst>
                                      </p:cBhvr>
                                      <p:to>
                                        <p:strVal val="visible"/>
                                      </p:to>
                                    </p:set>
                                  </p:childTnLst>
                                </p:cTn>
                              </p:par>
                              <p:par>
                                <p:cTn id="575" presetID="1" presetClass="exit" presetSubtype="0" fill="hold" grpId="1" nodeType="withEffect">
                                  <p:stCondLst>
                                    <p:cond delay="11510"/>
                                  </p:stCondLst>
                                  <p:childTnLst>
                                    <p:set>
                                      <p:cBhvr>
                                        <p:cTn id="576" dur="1" fill="hold">
                                          <p:stCondLst>
                                            <p:cond delay="0"/>
                                          </p:stCondLst>
                                        </p:cTn>
                                        <p:tgtEl>
                                          <p:spTgt spid="1140"/>
                                        </p:tgtEl>
                                        <p:attrNameLst>
                                          <p:attrName>style.visibility</p:attrName>
                                        </p:attrNameLst>
                                      </p:cBhvr>
                                      <p:to>
                                        <p:strVal val="hidden"/>
                                      </p:to>
                                    </p:set>
                                  </p:childTnLst>
                                </p:cTn>
                              </p:par>
                              <p:par>
                                <p:cTn id="577" presetID="1" presetClass="entr" presetSubtype="0" fill="hold" grpId="0" nodeType="withEffect">
                                  <p:stCondLst>
                                    <p:cond delay="11510"/>
                                  </p:stCondLst>
                                  <p:childTnLst>
                                    <p:set>
                                      <p:cBhvr>
                                        <p:cTn id="578" dur="1" fill="hold">
                                          <p:stCondLst>
                                            <p:cond delay="0"/>
                                          </p:stCondLst>
                                        </p:cTn>
                                        <p:tgtEl>
                                          <p:spTgt spid="1141"/>
                                        </p:tgtEl>
                                        <p:attrNameLst>
                                          <p:attrName>style.visibility</p:attrName>
                                        </p:attrNameLst>
                                      </p:cBhvr>
                                      <p:to>
                                        <p:strVal val="visible"/>
                                      </p:to>
                                    </p:set>
                                  </p:childTnLst>
                                </p:cTn>
                              </p:par>
                              <p:par>
                                <p:cTn id="579" presetID="1" presetClass="exit" presetSubtype="0" fill="hold" grpId="1" nodeType="withEffect">
                                  <p:stCondLst>
                                    <p:cond delay="11542"/>
                                  </p:stCondLst>
                                  <p:childTnLst>
                                    <p:set>
                                      <p:cBhvr>
                                        <p:cTn id="580" dur="1" fill="hold">
                                          <p:stCondLst>
                                            <p:cond delay="0"/>
                                          </p:stCondLst>
                                        </p:cTn>
                                        <p:tgtEl>
                                          <p:spTgt spid="1141"/>
                                        </p:tgtEl>
                                        <p:attrNameLst>
                                          <p:attrName>style.visibility</p:attrName>
                                        </p:attrNameLst>
                                      </p:cBhvr>
                                      <p:to>
                                        <p:strVal val="hidden"/>
                                      </p:to>
                                    </p:set>
                                  </p:childTnLst>
                                </p:cTn>
                              </p:par>
                              <p:par>
                                <p:cTn id="581" presetID="1" presetClass="entr" presetSubtype="0" fill="hold" grpId="0" nodeType="withEffect">
                                  <p:stCondLst>
                                    <p:cond delay="11542"/>
                                  </p:stCondLst>
                                  <p:childTnLst>
                                    <p:set>
                                      <p:cBhvr>
                                        <p:cTn id="582" dur="1" fill="hold">
                                          <p:stCondLst>
                                            <p:cond delay="0"/>
                                          </p:stCondLst>
                                        </p:cTn>
                                        <p:tgtEl>
                                          <p:spTgt spid="1142"/>
                                        </p:tgtEl>
                                        <p:attrNameLst>
                                          <p:attrName>style.visibility</p:attrName>
                                        </p:attrNameLst>
                                      </p:cBhvr>
                                      <p:to>
                                        <p:strVal val="visible"/>
                                      </p:to>
                                    </p:set>
                                  </p:childTnLst>
                                </p:cTn>
                              </p:par>
                              <p:par>
                                <p:cTn id="583" presetID="1" presetClass="exit" presetSubtype="0" fill="hold" grpId="1" nodeType="withEffect">
                                  <p:stCondLst>
                                    <p:cond delay="11582"/>
                                  </p:stCondLst>
                                  <p:childTnLst>
                                    <p:set>
                                      <p:cBhvr>
                                        <p:cTn id="584" dur="1" fill="hold">
                                          <p:stCondLst>
                                            <p:cond delay="0"/>
                                          </p:stCondLst>
                                        </p:cTn>
                                        <p:tgtEl>
                                          <p:spTgt spid="1142"/>
                                        </p:tgtEl>
                                        <p:attrNameLst>
                                          <p:attrName>style.visibility</p:attrName>
                                        </p:attrNameLst>
                                      </p:cBhvr>
                                      <p:to>
                                        <p:strVal val="hidden"/>
                                      </p:to>
                                    </p:set>
                                  </p:childTnLst>
                                </p:cTn>
                              </p:par>
                              <p:par>
                                <p:cTn id="585" presetID="1" presetClass="entr" presetSubtype="0" fill="hold" grpId="0" nodeType="withEffect">
                                  <p:stCondLst>
                                    <p:cond delay="11582"/>
                                  </p:stCondLst>
                                  <p:childTnLst>
                                    <p:set>
                                      <p:cBhvr>
                                        <p:cTn id="586" dur="1" fill="hold">
                                          <p:stCondLst>
                                            <p:cond delay="0"/>
                                          </p:stCondLst>
                                        </p:cTn>
                                        <p:tgtEl>
                                          <p:spTgt spid="1143"/>
                                        </p:tgtEl>
                                        <p:attrNameLst>
                                          <p:attrName>style.visibility</p:attrName>
                                        </p:attrNameLst>
                                      </p:cBhvr>
                                      <p:to>
                                        <p:strVal val="visible"/>
                                      </p:to>
                                    </p:set>
                                  </p:childTnLst>
                                </p:cTn>
                              </p:par>
                              <p:par>
                                <p:cTn id="587" presetID="1" presetClass="exit" presetSubtype="0" fill="hold" grpId="1" nodeType="withEffect">
                                  <p:stCondLst>
                                    <p:cond delay="11632"/>
                                  </p:stCondLst>
                                  <p:childTnLst>
                                    <p:set>
                                      <p:cBhvr>
                                        <p:cTn id="588" dur="1" fill="hold">
                                          <p:stCondLst>
                                            <p:cond delay="0"/>
                                          </p:stCondLst>
                                        </p:cTn>
                                        <p:tgtEl>
                                          <p:spTgt spid="1143"/>
                                        </p:tgtEl>
                                        <p:attrNameLst>
                                          <p:attrName>style.visibility</p:attrName>
                                        </p:attrNameLst>
                                      </p:cBhvr>
                                      <p:to>
                                        <p:strVal val="hidden"/>
                                      </p:to>
                                    </p:set>
                                  </p:childTnLst>
                                </p:cTn>
                              </p:par>
                              <p:par>
                                <p:cTn id="589" presetID="1" presetClass="entr" presetSubtype="0" fill="hold" grpId="0" nodeType="withEffect">
                                  <p:stCondLst>
                                    <p:cond delay="11632"/>
                                  </p:stCondLst>
                                  <p:childTnLst>
                                    <p:set>
                                      <p:cBhvr>
                                        <p:cTn id="590" dur="1" fill="hold">
                                          <p:stCondLst>
                                            <p:cond delay="0"/>
                                          </p:stCondLst>
                                        </p:cTn>
                                        <p:tgtEl>
                                          <p:spTgt spid="1144"/>
                                        </p:tgtEl>
                                        <p:attrNameLst>
                                          <p:attrName>style.visibility</p:attrName>
                                        </p:attrNameLst>
                                      </p:cBhvr>
                                      <p:to>
                                        <p:strVal val="visible"/>
                                      </p:to>
                                    </p:set>
                                  </p:childTnLst>
                                </p:cTn>
                              </p:par>
                              <p:par>
                                <p:cTn id="591" presetID="1" presetClass="exit" presetSubtype="0" fill="hold" grpId="1" nodeType="withEffect">
                                  <p:stCondLst>
                                    <p:cond delay="11675"/>
                                  </p:stCondLst>
                                  <p:childTnLst>
                                    <p:set>
                                      <p:cBhvr>
                                        <p:cTn id="592" dur="1" fill="hold">
                                          <p:stCondLst>
                                            <p:cond delay="0"/>
                                          </p:stCondLst>
                                        </p:cTn>
                                        <p:tgtEl>
                                          <p:spTgt spid="1144"/>
                                        </p:tgtEl>
                                        <p:attrNameLst>
                                          <p:attrName>style.visibility</p:attrName>
                                        </p:attrNameLst>
                                      </p:cBhvr>
                                      <p:to>
                                        <p:strVal val="hidden"/>
                                      </p:to>
                                    </p:set>
                                  </p:childTnLst>
                                </p:cTn>
                              </p:par>
                              <p:par>
                                <p:cTn id="593" presetID="1" presetClass="entr" presetSubtype="0" fill="hold" grpId="0" nodeType="withEffect">
                                  <p:stCondLst>
                                    <p:cond delay="11675"/>
                                  </p:stCondLst>
                                  <p:childTnLst>
                                    <p:set>
                                      <p:cBhvr>
                                        <p:cTn id="594" dur="1" fill="hold">
                                          <p:stCondLst>
                                            <p:cond delay="0"/>
                                          </p:stCondLst>
                                        </p:cTn>
                                        <p:tgtEl>
                                          <p:spTgt spid="1145"/>
                                        </p:tgtEl>
                                        <p:attrNameLst>
                                          <p:attrName>style.visibility</p:attrName>
                                        </p:attrNameLst>
                                      </p:cBhvr>
                                      <p:to>
                                        <p:strVal val="visible"/>
                                      </p:to>
                                    </p:set>
                                  </p:childTnLst>
                                </p:cTn>
                              </p:par>
                              <p:par>
                                <p:cTn id="595" presetID="1" presetClass="exit" presetSubtype="0" fill="hold" grpId="1" nodeType="withEffect">
                                  <p:stCondLst>
                                    <p:cond delay="11720"/>
                                  </p:stCondLst>
                                  <p:childTnLst>
                                    <p:set>
                                      <p:cBhvr>
                                        <p:cTn id="596" dur="1" fill="hold">
                                          <p:stCondLst>
                                            <p:cond delay="0"/>
                                          </p:stCondLst>
                                        </p:cTn>
                                        <p:tgtEl>
                                          <p:spTgt spid="1145"/>
                                        </p:tgtEl>
                                        <p:attrNameLst>
                                          <p:attrName>style.visibility</p:attrName>
                                        </p:attrNameLst>
                                      </p:cBhvr>
                                      <p:to>
                                        <p:strVal val="hidden"/>
                                      </p:to>
                                    </p:set>
                                  </p:childTnLst>
                                </p:cTn>
                              </p:par>
                              <p:par>
                                <p:cTn id="597" presetID="1" presetClass="entr" presetSubtype="0" fill="hold" grpId="0" nodeType="withEffect">
                                  <p:stCondLst>
                                    <p:cond delay="11720"/>
                                  </p:stCondLst>
                                  <p:childTnLst>
                                    <p:set>
                                      <p:cBhvr>
                                        <p:cTn id="598" dur="1" fill="hold">
                                          <p:stCondLst>
                                            <p:cond delay="0"/>
                                          </p:stCondLst>
                                        </p:cTn>
                                        <p:tgtEl>
                                          <p:spTgt spid="1146"/>
                                        </p:tgtEl>
                                        <p:attrNameLst>
                                          <p:attrName>style.visibility</p:attrName>
                                        </p:attrNameLst>
                                      </p:cBhvr>
                                      <p:to>
                                        <p:strVal val="visible"/>
                                      </p:to>
                                    </p:set>
                                  </p:childTnLst>
                                </p:cTn>
                              </p:par>
                              <p:par>
                                <p:cTn id="599" presetID="1" presetClass="exit" presetSubtype="0" fill="hold" grpId="1" nodeType="withEffect">
                                  <p:stCondLst>
                                    <p:cond delay="11751"/>
                                  </p:stCondLst>
                                  <p:childTnLst>
                                    <p:set>
                                      <p:cBhvr>
                                        <p:cTn id="600" dur="1" fill="hold">
                                          <p:stCondLst>
                                            <p:cond delay="0"/>
                                          </p:stCondLst>
                                        </p:cTn>
                                        <p:tgtEl>
                                          <p:spTgt spid="1146"/>
                                        </p:tgtEl>
                                        <p:attrNameLst>
                                          <p:attrName>style.visibility</p:attrName>
                                        </p:attrNameLst>
                                      </p:cBhvr>
                                      <p:to>
                                        <p:strVal val="hidden"/>
                                      </p:to>
                                    </p:set>
                                  </p:childTnLst>
                                </p:cTn>
                              </p:par>
                              <p:par>
                                <p:cTn id="601" presetID="1" presetClass="entr" presetSubtype="0" fill="hold" grpId="0" nodeType="withEffect">
                                  <p:stCondLst>
                                    <p:cond delay="11751"/>
                                  </p:stCondLst>
                                  <p:childTnLst>
                                    <p:set>
                                      <p:cBhvr>
                                        <p:cTn id="602" dur="1" fill="hold">
                                          <p:stCondLst>
                                            <p:cond delay="0"/>
                                          </p:stCondLst>
                                        </p:cTn>
                                        <p:tgtEl>
                                          <p:spTgt spid="1147"/>
                                        </p:tgtEl>
                                        <p:attrNameLst>
                                          <p:attrName>style.visibility</p:attrName>
                                        </p:attrNameLst>
                                      </p:cBhvr>
                                      <p:to>
                                        <p:strVal val="visible"/>
                                      </p:to>
                                    </p:set>
                                  </p:childTnLst>
                                </p:cTn>
                              </p:par>
                              <p:par>
                                <p:cTn id="603" presetID="1" presetClass="exit" presetSubtype="0" fill="hold" grpId="1" nodeType="withEffect">
                                  <p:stCondLst>
                                    <p:cond delay="11792"/>
                                  </p:stCondLst>
                                  <p:childTnLst>
                                    <p:set>
                                      <p:cBhvr>
                                        <p:cTn id="604" dur="1" fill="hold">
                                          <p:stCondLst>
                                            <p:cond delay="0"/>
                                          </p:stCondLst>
                                        </p:cTn>
                                        <p:tgtEl>
                                          <p:spTgt spid="1147"/>
                                        </p:tgtEl>
                                        <p:attrNameLst>
                                          <p:attrName>style.visibility</p:attrName>
                                        </p:attrNameLst>
                                      </p:cBhvr>
                                      <p:to>
                                        <p:strVal val="hidden"/>
                                      </p:to>
                                    </p:set>
                                  </p:childTnLst>
                                </p:cTn>
                              </p:par>
                              <p:par>
                                <p:cTn id="605" presetID="1" presetClass="entr" presetSubtype="0" fill="hold" grpId="0" nodeType="withEffect">
                                  <p:stCondLst>
                                    <p:cond delay="11792"/>
                                  </p:stCondLst>
                                  <p:childTnLst>
                                    <p:set>
                                      <p:cBhvr>
                                        <p:cTn id="606" dur="1" fill="hold">
                                          <p:stCondLst>
                                            <p:cond delay="0"/>
                                          </p:stCondLst>
                                        </p:cTn>
                                        <p:tgtEl>
                                          <p:spTgt spid="1148"/>
                                        </p:tgtEl>
                                        <p:attrNameLst>
                                          <p:attrName>style.visibility</p:attrName>
                                        </p:attrNameLst>
                                      </p:cBhvr>
                                      <p:to>
                                        <p:strVal val="visible"/>
                                      </p:to>
                                    </p:set>
                                  </p:childTnLst>
                                </p:cTn>
                              </p:par>
                              <p:par>
                                <p:cTn id="607" presetID="1" presetClass="exit" presetSubtype="0" fill="hold" grpId="1" nodeType="withEffect">
                                  <p:stCondLst>
                                    <p:cond delay="11834"/>
                                  </p:stCondLst>
                                  <p:childTnLst>
                                    <p:set>
                                      <p:cBhvr>
                                        <p:cTn id="608" dur="1" fill="hold">
                                          <p:stCondLst>
                                            <p:cond delay="0"/>
                                          </p:stCondLst>
                                        </p:cTn>
                                        <p:tgtEl>
                                          <p:spTgt spid="1148"/>
                                        </p:tgtEl>
                                        <p:attrNameLst>
                                          <p:attrName>style.visibility</p:attrName>
                                        </p:attrNameLst>
                                      </p:cBhvr>
                                      <p:to>
                                        <p:strVal val="hidden"/>
                                      </p:to>
                                    </p:set>
                                  </p:childTnLst>
                                </p:cTn>
                              </p:par>
                              <p:par>
                                <p:cTn id="609" presetID="1" presetClass="entr" presetSubtype="0" fill="hold" grpId="0" nodeType="withEffect">
                                  <p:stCondLst>
                                    <p:cond delay="11834"/>
                                  </p:stCondLst>
                                  <p:childTnLst>
                                    <p:set>
                                      <p:cBhvr>
                                        <p:cTn id="610" dur="1" fill="hold">
                                          <p:stCondLst>
                                            <p:cond delay="0"/>
                                          </p:stCondLst>
                                        </p:cTn>
                                        <p:tgtEl>
                                          <p:spTgt spid="1149"/>
                                        </p:tgtEl>
                                        <p:attrNameLst>
                                          <p:attrName>style.visibility</p:attrName>
                                        </p:attrNameLst>
                                      </p:cBhvr>
                                      <p:to>
                                        <p:strVal val="visible"/>
                                      </p:to>
                                    </p:set>
                                  </p:childTnLst>
                                </p:cTn>
                              </p:par>
                              <p:par>
                                <p:cTn id="611" presetID="1" presetClass="exit" presetSubtype="0" fill="hold" grpId="1" nodeType="withEffect">
                                  <p:stCondLst>
                                    <p:cond delay="11870"/>
                                  </p:stCondLst>
                                  <p:childTnLst>
                                    <p:set>
                                      <p:cBhvr>
                                        <p:cTn id="612" dur="1" fill="hold">
                                          <p:stCondLst>
                                            <p:cond delay="0"/>
                                          </p:stCondLst>
                                        </p:cTn>
                                        <p:tgtEl>
                                          <p:spTgt spid="1149"/>
                                        </p:tgtEl>
                                        <p:attrNameLst>
                                          <p:attrName>style.visibility</p:attrName>
                                        </p:attrNameLst>
                                      </p:cBhvr>
                                      <p:to>
                                        <p:strVal val="hidden"/>
                                      </p:to>
                                    </p:set>
                                  </p:childTnLst>
                                </p:cTn>
                              </p:par>
                              <p:par>
                                <p:cTn id="613" presetID="1" presetClass="entr" presetSubtype="0" fill="hold" grpId="0" nodeType="withEffect">
                                  <p:stCondLst>
                                    <p:cond delay="11870"/>
                                  </p:stCondLst>
                                  <p:childTnLst>
                                    <p:set>
                                      <p:cBhvr>
                                        <p:cTn id="614" dur="1" fill="hold">
                                          <p:stCondLst>
                                            <p:cond delay="0"/>
                                          </p:stCondLst>
                                        </p:cTn>
                                        <p:tgtEl>
                                          <p:spTgt spid="1150"/>
                                        </p:tgtEl>
                                        <p:attrNameLst>
                                          <p:attrName>style.visibility</p:attrName>
                                        </p:attrNameLst>
                                      </p:cBhvr>
                                      <p:to>
                                        <p:strVal val="visible"/>
                                      </p:to>
                                    </p:set>
                                  </p:childTnLst>
                                </p:cTn>
                              </p:par>
                              <p:par>
                                <p:cTn id="615" presetID="1" presetClass="exit" presetSubtype="0" fill="hold" grpId="1" nodeType="withEffect">
                                  <p:stCondLst>
                                    <p:cond delay="11915"/>
                                  </p:stCondLst>
                                  <p:childTnLst>
                                    <p:set>
                                      <p:cBhvr>
                                        <p:cTn id="616" dur="1" fill="hold">
                                          <p:stCondLst>
                                            <p:cond delay="0"/>
                                          </p:stCondLst>
                                        </p:cTn>
                                        <p:tgtEl>
                                          <p:spTgt spid="1150"/>
                                        </p:tgtEl>
                                        <p:attrNameLst>
                                          <p:attrName>style.visibility</p:attrName>
                                        </p:attrNameLst>
                                      </p:cBhvr>
                                      <p:to>
                                        <p:strVal val="hidden"/>
                                      </p:to>
                                    </p:set>
                                  </p:childTnLst>
                                </p:cTn>
                              </p:par>
                              <p:par>
                                <p:cTn id="617" presetID="1" presetClass="entr" presetSubtype="0" fill="hold" grpId="0" nodeType="withEffect">
                                  <p:stCondLst>
                                    <p:cond delay="11915"/>
                                  </p:stCondLst>
                                  <p:childTnLst>
                                    <p:set>
                                      <p:cBhvr>
                                        <p:cTn id="618" dur="1" fill="hold">
                                          <p:stCondLst>
                                            <p:cond delay="0"/>
                                          </p:stCondLst>
                                        </p:cTn>
                                        <p:tgtEl>
                                          <p:spTgt spid="1151"/>
                                        </p:tgtEl>
                                        <p:attrNameLst>
                                          <p:attrName>style.visibility</p:attrName>
                                        </p:attrNameLst>
                                      </p:cBhvr>
                                      <p:to>
                                        <p:strVal val="visible"/>
                                      </p:to>
                                    </p:set>
                                  </p:childTnLst>
                                </p:cTn>
                              </p:par>
                              <p:par>
                                <p:cTn id="619" presetID="1" presetClass="exit" presetSubtype="0" fill="hold" grpId="1" nodeType="withEffect">
                                  <p:stCondLst>
                                    <p:cond delay="11947"/>
                                  </p:stCondLst>
                                  <p:childTnLst>
                                    <p:set>
                                      <p:cBhvr>
                                        <p:cTn id="620" dur="1" fill="hold">
                                          <p:stCondLst>
                                            <p:cond delay="0"/>
                                          </p:stCondLst>
                                        </p:cTn>
                                        <p:tgtEl>
                                          <p:spTgt spid="1151"/>
                                        </p:tgtEl>
                                        <p:attrNameLst>
                                          <p:attrName>style.visibility</p:attrName>
                                        </p:attrNameLst>
                                      </p:cBhvr>
                                      <p:to>
                                        <p:strVal val="hidden"/>
                                      </p:to>
                                    </p:set>
                                  </p:childTnLst>
                                </p:cTn>
                              </p:par>
                              <p:par>
                                <p:cTn id="621" presetID="1" presetClass="entr" presetSubtype="0" fill="hold" grpId="0" nodeType="withEffect">
                                  <p:stCondLst>
                                    <p:cond delay="11947"/>
                                  </p:stCondLst>
                                  <p:childTnLst>
                                    <p:set>
                                      <p:cBhvr>
                                        <p:cTn id="622" dur="1" fill="hold">
                                          <p:stCondLst>
                                            <p:cond delay="0"/>
                                          </p:stCondLst>
                                        </p:cTn>
                                        <p:tgtEl>
                                          <p:spTgt spid="1152"/>
                                        </p:tgtEl>
                                        <p:attrNameLst>
                                          <p:attrName>style.visibility</p:attrName>
                                        </p:attrNameLst>
                                      </p:cBhvr>
                                      <p:to>
                                        <p:strVal val="visible"/>
                                      </p:to>
                                    </p:set>
                                  </p:childTnLst>
                                </p:cTn>
                              </p:par>
                              <p:par>
                                <p:cTn id="623" presetID="1" presetClass="exit" presetSubtype="0" fill="hold" grpId="1" nodeType="withEffect">
                                  <p:stCondLst>
                                    <p:cond delay="11987"/>
                                  </p:stCondLst>
                                  <p:childTnLst>
                                    <p:set>
                                      <p:cBhvr>
                                        <p:cTn id="624" dur="1" fill="hold">
                                          <p:stCondLst>
                                            <p:cond delay="0"/>
                                          </p:stCondLst>
                                        </p:cTn>
                                        <p:tgtEl>
                                          <p:spTgt spid="1152"/>
                                        </p:tgtEl>
                                        <p:attrNameLst>
                                          <p:attrName>style.visibility</p:attrName>
                                        </p:attrNameLst>
                                      </p:cBhvr>
                                      <p:to>
                                        <p:strVal val="hidden"/>
                                      </p:to>
                                    </p:set>
                                  </p:childTnLst>
                                </p:cTn>
                              </p:par>
                              <p:par>
                                <p:cTn id="625" presetID="1" presetClass="entr" presetSubtype="0" fill="hold" grpId="0" nodeType="withEffect">
                                  <p:stCondLst>
                                    <p:cond delay="11987"/>
                                  </p:stCondLst>
                                  <p:childTnLst>
                                    <p:set>
                                      <p:cBhvr>
                                        <p:cTn id="626" dur="1" fill="hold">
                                          <p:stCondLst>
                                            <p:cond delay="0"/>
                                          </p:stCondLst>
                                        </p:cTn>
                                        <p:tgtEl>
                                          <p:spTgt spid="1153"/>
                                        </p:tgtEl>
                                        <p:attrNameLst>
                                          <p:attrName>style.visibility</p:attrName>
                                        </p:attrNameLst>
                                      </p:cBhvr>
                                      <p:to>
                                        <p:strVal val="visible"/>
                                      </p:to>
                                    </p:set>
                                  </p:childTnLst>
                                </p:cTn>
                              </p:par>
                              <p:par>
                                <p:cTn id="627" presetID="1" presetClass="exit" presetSubtype="0" fill="hold" grpId="1" nodeType="withEffect">
                                  <p:stCondLst>
                                    <p:cond delay="12037"/>
                                  </p:stCondLst>
                                  <p:childTnLst>
                                    <p:set>
                                      <p:cBhvr>
                                        <p:cTn id="628" dur="1" fill="hold">
                                          <p:stCondLst>
                                            <p:cond delay="0"/>
                                          </p:stCondLst>
                                        </p:cTn>
                                        <p:tgtEl>
                                          <p:spTgt spid="1153"/>
                                        </p:tgtEl>
                                        <p:attrNameLst>
                                          <p:attrName>style.visibility</p:attrName>
                                        </p:attrNameLst>
                                      </p:cBhvr>
                                      <p:to>
                                        <p:strVal val="hidden"/>
                                      </p:to>
                                    </p:set>
                                  </p:childTnLst>
                                </p:cTn>
                              </p:par>
                              <p:par>
                                <p:cTn id="629" presetID="1" presetClass="entr" presetSubtype="0" fill="hold" grpId="0" nodeType="withEffect">
                                  <p:stCondLst>
                                    <p:cond delay="12037"/>
                                  </p:stCondLst>
                                  <p:childTnLst>
                                    <p:set>
                                      <p:cBhvr>
                                        <p:cTn id="630" dur="1" fill="hold">
                                          <p:stCondLst>
                                            <p:cond delay="0"/>
                                          </p:stCondLst>
                                        </p:cTn>
                                        <p:tgtEl>
                                          <p:spTgt spid="1154"/>
                                        </p:tgtEl>
                                        <p:attrNameLst>
                                          <p:attrName>style.visibility</p:attrName>
                                        </p:attrNameLst>
                                      </p:cBhvr>
                                      <p:to>
                                        <p:strVal val="visible"/>
                                      </p:to>
                                    </p:set>
                                  </p:childTnLst>
                                </p:cTn>
                              </p:par>
                              <p:par>
                                <p:cTn id="631" presetID="1" presetClass="exit" presetSubtype="0" fill="hold" grpId="1" nodeType="withEffect">
                                  <p:stCondLst>
                                    <p:cond delay="12073"/>
                                  </p:stCondLst>
                                  <p:childTnLst>
                                    <p:set>
                                      <p:cBhvr>
                                        <p:cTn id="632" dur="1" fill="hold">
                                          <p:stCondLst>
                                            <p:cond delay="0"/>
                                          </p:stCondLst>
                                        </p:cTn>
                                        <p:tgtEl>
                                          <p:spTgt spid="1154"/>
                                        </p:tgtEl>
                                        <p:attrNameLst>
                                          <p:attrName>style.visibility</p:attrName>
                                        </p:attrNameLst>
                                      </p:cBhvr>
                                      <p:to>
                                        <p:strVal val="hidden"/>
                                      </p:to>
                                    </p:set>
                                  </p:childTnLst>
                                </p:cTn>
                              </p:par>
                              <p:par>
                                <p:cTn id="633" presetID="1" presetClass="entr" presetSubtype="0" fill="hold" grpId="0" nodeType="withEffect">
                                  <p:stCondLst>
                                    <p:cond delay="12073"/>
                                  </p:stCondLst>
                                  <p:childTnLst>
                                    <p:set>
                                      <p:cBhvr>
                                        <p:cTn id="634" dur="1" fill="hold">
                                          <p:stCondLst>
                                            <p:cond delay="0"/>
                                          </p:stCondLst>
                                        </p:cTn>
                                        <p:tgtEl>
                                          <p:spTgt spid="1155"/>
                                        </p:tgtEl>
                                        <p:attrNameLst>
                                          <p:attrName>style.visibility</p:attrName>
                                        </p:attrNameLst>
                                      </p:cBhvr>
                                      <p:to>
                                        <p:strVal val="visible"/>
                                      </p:to>
                                    </p:set>
                                  </p:childTnLst>
                                </p:cTn>
                              </p:par>
                              <p:par>
                                <p:cTn id="635" presetID="1" presetClass="exit" presetSubtype="0" fill="hold" grpId="1" nodeType="withEffect">
                                  <p:stCondLst>
                                    <p:cond delay="12118"/>
                                  </p:stCondLst>
                                  <p:childTnLst>
                                    <p:set>
                                      <p:cBhvr>
                                        <p:cTn id="636" dur="1" fill="hold">
                                          <p:stCondLst>
                                            <p:cond delay="0"/>
                                          </p:stCondLst>
                                        </p:cTn>
                                        <p:tgtEl>
                                          <p:spTgt spid="1155"/>
                                        </p:tgtEl>
                                        <p:attrNameLst>
                                          <p:attrName>style.visibility</p:attrName>
                                        </p:attrNameLst>
                                      </p:cBhvr>
                                      <p:to>
                                        <p:strVal val="hidden"/>
                                      </p:to>
                                    </p:set>
                                  </p:childTnLst>
                                </p:cTn>
                              </p:par>
                              <p:par>
                                <p:cTn id="637" presetID="1" presetClass="entr" presetSubtype="0" fill="hold" grpId="0" nodeType="withEffect">
                                  <p:stCondLst>
                                    <p:cond delay="12118"/>
                                  </p:stCondLst>
                                  <p:childTnLst>
                                    <p:set>
                                      <p:cBhvr>
                                        <p:cTn id="638" dur="1" fill="hold">
                                          <p:stCondLst>
                                            <p:cond delay="0"/>
                                          </p:stCondLst>
                                        </p:cTn>
                                        <p:tgtEl>
                                          <p:spTgt spid="1156"/>
                                        </p:tgtEl>
                                        <p:attrNameLst>
                                          <p:attrName>style.visibility</p:attrName>
                                        </p:attrNameLst>
                                      </p:cBhvr>
                                      <p:to>
                                        <p:strVal val="visible"/>
                                      </p:to>
                                    </p:set>
                                  </p:childTnLst>
                                </p:cTn>
                              </p:par>
                              <p:par>
                                <p:cTn id="639" presetID="1" presetClass="exit" presetSubtype="0" fill="hold" grpId="1" nodeType="withEffect">
                                  <p:stCondLst>
                                    <p:cond delay="12149"/>
                                  </p:stCondLst>
                                  <p:childTnLst>
                                    <p:set>
                                      <p:cBhvr>
                                        <p:cTn id="640" dur="1" fill="hold">
                                          <p:stCondLst>
                                            <p:cond delay="0"/>
                                          </p:stCondLst>
                                        </p:cTn>
                                        <p:tgtEl>
                                          <p:spTgt spid="1156"/>
                                        </p:tgtEl>
                                        <p:attrNameLst>
                                          <p:attrName>style.visibility</p:attrName>
                                        </p:attrNameLst>
                                      </p:cBhvr>
                                      <p:to>
                                        <p:strVal val="hidden"/>
                                      </p:to>
                                    </p:set>
                                  </p:childTnLst>
                                </p:cTn>
                              </p:par>
                              <p:par>
                                <p:cTn id="641" presetID="1" presetClass="entr" presetSubtype="0" fill="hold" grpId="0" nodeType="withEffect">
                                  <p:stCondLst>
                                    <p:cond delay="12149"/>
                                  </p:stCondLst>
                                  <p:childTnLst>
                                    <p:set>
                                      <p:cBhvr>
                                        <p:cTn id="642" dur="1" fill="hold">
                                          <p:stCondLst>
                                            <p:cond delay="0"/>
                                          </p:stCondLst>
                                        </p:cTn>
                                        <p:tgtEl>
                                          <p:spTgt spid="1157"/>
                                        </p:tgtEl>
                                        <p:attrNameLst>
                                          <p:attrName>style.visibility</p:attrName>
                                        </p:attrNameLst>
                                      </p:cBhvr>
                                      <p:to>
                                        <p:strVal val="visible"/>
                                      </p:to>
                                    </p:set>
                                  </p:childTnLst>
                                </p:cTn>
                              </p:par>
                              <p:par>
                                <p:cTn id="643" presetID="1" presetClass="exit" presetSubtype="0" fill="hold" grpId="1" nodeType="withEffect">
                                  <p:stCondLst>
                                    <p:cond delay="12192"/>
                                  </p:stCondLst>
                                  <p:childTnLst>
                                    <p:set>
                                      <p:cBhvr>
                                        <p:cTn id="644" dur="1" fill="hold">
                                          <p:stCondLst>
                                            <p:cond delay="0"/>
                                          </p:stCondLst>
                                        </p:cTn>
                                        <p:tgtEl>
                                          <p:spTgt spid="1157"/>
                                        </p:tgtEl>
                                        <p:attrNameLst>
                                          <p:attrName>style.visibility</p:attrName>
                                        </p:attrNameLst>
                                      </p:cBhvr>
                                      <p:to>
                                        <p:strVal val="hidden"/>
                                      </p:to>
                                    </p:set>
                                  </p:childTnLst>
                                </p:cTn>
                              </p:par>
                              <p:par>
                                <p:cTn id="645" presetID="1" presetClass="entr" presetSubtype="0" fill="hold" grpId="0" nodeType="withEffect">
                                  <p:stCondLst>
                                    <p:cond delay="12192"/>
                                  </p:stCondLst>
                                  <p:childTnLst>
                                    <p:set>
                                      <p:cBhvr>
                                        <p:cTn id="646" dur="1" fill="hold">
                                          <p:stCondLst>
                                            <p:cond delay="0"/>
                                          </p:stCondLst>
                                        </p:cTn>
                                        <p:tgtEl>
                                          <p:spTgt spid="1158"/>
                                        </p:tgtEl>
                                        <p:attrNameLst>
                                          <p:attrName>style.visibility</p:attrName>
                                        </p:attrNameLst>
                                      </p:cBhvr>
                                      <p:to>
                                        <p:strVal val="visible"/>
                                      </p:to>
                                    </p:set>
                                  </p:childTnLst>
                                </p:cTn>
                              </p:par>
                              <p:par>
                                <p:cTn id="647" presetID="1" presetClass="exit" presetSubtype="0" fill="hold" grpId="1" nodeType="withEffect">
                                  <p:stCondLst>
                                    <p:cond delay="12242"/>
                                  </p:stCondLst>
                                  <p:childTnLst>
                                    <p:set>
                                      <p:cBhvr>
                                        <p:cTn id="648" dur="1" fill="hold">
                                          <p:stCondLst>
                                            <p:cond delay="0"/>
                                          </p:stCondLst>
                                        </p:cTn>
                                        <p:tgtEl>
                                          <p:spTgt spid="1158"/>
                                        </p:tgtEl>
                                        <p:attrNameLst>
                                          <p:attrName>style.visibility</p:attrName>
                                        </p:attrNameLst>
                                      </p:cBhvr>
                                      <p:to>
                                        <p:strVal val="hidden"/>
                                      </p:to>
                                    </p:set>
                                  </p:childTnLst>
                                </p:cTn>
                              </p:par>
                              <p:par>
                                <p:cTn id="649" presetID="1" presetClass="entr" presetSubtype="0" fill="hold" grpId="0" nodeType="withEffect">
                                  <p:stCondLst>
                                    <p:cond delay="12242"/>
                                  </p:stCondLst>
                                  <p:childTnLst>
                                    <p:set>
                                      <p:cBhvr>
                                        <p:cTn id="650" dur="1" fill="hold">
                                          <p:stCondLst>
                                            <p:cond delay="0"/>
                                          </p:stCondLst>
                                        </p:cTn>
                                        <p:tgtEl>
                                          <p:spTgt spid="1159"/>
                                        </p:tgtEl>
                                        <p:attrNameLst>
                                          <p:attrName>style.visibility</p:attrName>
                                        </p:attrNameLst>
                                      </p:cBhvr>
                                      <p:to>
                                        <p:strVal val="visible"/>
                                      </p:to>
                                    </p:set>
                                  </p:childTnLst>
                                </p:cTn>
                              </p:par>
                              <p:par>
                                <p:cTn id="651" presetID="1" presetClass="exit" presetSubtype="0" fill="hold" grpId="1" nodeType="withEffect">
                                  <p:stCondLst>
                                    <p:cond delay="12386"/>
                                  </p:stCondLst>
                                  <p:childTnLst>
                                    <p:set>
                                      <p:cBhvr>
                                        <p:cTn id="652" dur="1" fill="hold">
                                          <p:stCondLst>
                                            <p:cond delay="0"/>
                                          </p:stCondLst>
                                        </p:cTn>
                                        <p:tgtEl>
                                          <p:spTgt spid="1159"/>
                                        </p:tgtEl>
                                        <p:attrNameLst>
                                          <p:attrName>style.visibility</p:attrName>
                                        </p:attrNameLst>
                                      </p:cBhvr>
                                      <p:to>
                                        <p:strVal val="hidden"/>
                                      </p:to>
                                    </p:set>
                                  </p:childTnLst>
                                </p:cTn>
                              </p:par>
                              <p:par>
                                <p:cTn id="653" presetID="1" presetClass="entr" presetSubtype="0" fill="hold" grpId="0" nodeType="withEffect">
                                  <p:stCondLst>
                                    <p:cond delay="12386"/>
                                  </p:stCondLst>
                                  <p:childTnLst>
                                    <p:set>
                                      <p:cBhvr>
                                        <p:cTn id="654" dur="1" fill="hold">
                                          <p:stCondLst>
                                            <p:cond delay="0"/>
                                          </p:stCondLst>
                                        </p:cTn>
                                        <p:tgtEl>
                                          <p:spTgt spid="1160"/>
                                        </p:tgtEl>
                                        <p:attrNameLst>
                                          <p:attrName>style.visibility</p:attrName>
                                        </p:attrNameLst>
                                      </p:cBhvr>
                                      <p:to>
                                        <p:strVal val="visible"/>
                                      </p:to>
                                    </p:set>
                                  </p:childTnLst>
                                </p:cTn>
                              </p:par>
                              <p:par>
                                <p:cTn id="655" presetID="1" presetClass="exit" presetSubtype="0" fill="hold" grpId="1" nodeType="withEffect">
                                  <p:stCondLst>
                                    <p:cond delay="12413"/>
                                  </p:stCondLst>
                                  <p:childTnLst>
                                    <p:set>
                                      <p:cBhvr>
                                        <p:cTn id="656" dur="1" fill="hold">
                                          <p:stCondLst>
                                            <p:cond delay="0"/>
                                          </p:stCondLst>
                                        </p:cTn>
                                        <p:tgtEl>
                                          <p:spTgt spid="1160"/>
                                        </p:tgtEl>
                                        <p:attrNameLst>
                                          <p:attrName>style.visibility</p:attrName>
                                        </p:attrNameLst>
                                      </p:cBhvr>
                                      <p:to>
                                        <p:strVal val="hidden"/>
                                      </p:to>
                                    </p:set>
                                  </p:childTnLst>
                                </p:cTn>
                              </p:par>
                              <p:par>
                                <p:cTn id="657" presetID="1" presetClass="entr" presetSubtype="0" fill="hold" grpId="0" nodeType="withEffect">
                                  <p:stCondLst>
                                    <p:cond delay="12413"/>
                                  </p:stCondLst>
                                  <p:childTnLst>
                                    <p:set>
                                      <p:cBhvr>
                                        <p:cTn id="658" dur="1" fill="hold">
                                          <p:stCondLst>
                                            <p:cond delay="0"/>
                                          </p:stCondLst>
                                        </p:cTn>
                                        <p:tgtEl>
                                          <p:spTgt spid="1161"/>
                                        </p:tgtEl>
                                        <p:attrNameLst>
                                          <p:attrName>style.visibility</p:attrName>
                                        </p:attrNameLst>
                                      </p:cBhvr>
                                      <p:to>
                                        <p:strVal val="visible"/>
                                      </p:to>
                                    </p:set>
                                  </p:childTnLst>
                                </p:cTn>
                              </p:par>
                              <p:par>
                                <p:cTn id="659" presetID="1" presetClass="exit" presetSubtype="0" fill="hold" grpId="1" nodeType="withEffect">
                                  <p:stCondLst>
                                    <p:cond delay="12440"/>
                                  </p:stCondLst>
                                  <p:childTnLst>
                                    <p:set>
                                      <p:cBhvr>
                                        <p:cTn id="660" dur="1" fill="hold">
                                          <p:stCondLst>
                                            <p:cond delay="0"/>
                                          </p:stCondLst>
                                        </p:cTn>
                                        <p:tgtEl>
                                          <p:spTgt spid="1161"/>
                                        </p:tgtEl>
                                        <p:attrNameLst>
                                          <p:attrName>style.visibility</p:attrName>
                                        </p:attrNameLst>
                                      </p:cBhvr>
                                      <p:to>
                                        <p:strVal val="hidden"/>
                                      </p:to>
                                    </p:set>
                                  </p:childTnLst>
                                </p:cTn>
                              </p:par>
                              <p:par>
                                <p:cTn id="661" presetID="1" presetClass="entr" presetSubtype="0" fill="hold" grpId="0" nodeType="withEffect">
                                  <p:stCondLst>
                                    <p:cond delay="12440"/>
                                  </p:stCondLst>
                                  <p:childTnLst>
                                    <p:set>
                                      <p:cBhvr>
                                        <p:cTn id="662" dur="1" fill="hold">
                                          <p:stCondLst>
                                            <p:cond delay="0"/>
                                          </p:stCondLst>
                                        </p:cTn>
                                        <p:tgtEl>
                                          <p:spTgt spid="1162"/>
                                        </p:tgtEl>
                                        <p:attrNameLst>
                                          <p:attrName>style.visibility</p:attrName>
                                        </p:attrNameLst>
                                      </p:cBhvr>
                                      <p:to>
                                        <p:strVal val="visible"/>
                                      </p:to>
                                    </p:set>
                                  </p:childTnLst>
                                </p:cTn>
                              </p:par>
                              <p:par>
                                <p:cTn id="663" presetID="1" presetClass="exit" presetSubtype="0" fill="hold" grpId="1" nodeType="withEffect">
                                  <p:stCondLst>
                                    <p:cond delay="12481"/>
                                  </p:stCondLst>
                                  <p:childTnLst>
                                    <p:set>
                                      <p:cBhvr>
                                        <p:cTn id="664" dur="1" fill="hold">
                                          <p:stCondLst>
                                            <p:cond delay="0"/>
                                          </p:stCondLst>
                                        </p:cTn>
                                        <p:tgtEl>
                                          <p:spTgt spid="1162"/>
                                        </p:tgtEl>
                                        <p:attrNameLst>
                                          <p:attrName>style.visibility</p:attrName>
                                        </p:attrNameLst>
                                      </p:cBhvr>
                                      <p:to>
                                        <p:strVal val="hidden"/>
                                      </p:to>
                                    </p:set>
                                  </p:childTnLst>
                                </p:cTn>
                              </p:par>
                              <p:par>
                                <p:cTn id="665" presetID="1" presetClass="entr" presetSubtype="0" fill="hold" grpId="0" nodeType="withEffect">
                                  <p:stCondLst>
                                    <p:cond delay="12481"/>
                                  </p:stCondLst>
                                  <p:childTnLst>
                                    <p:set>
                                      <p:cBhvr>
                                        <p:cTn id="666" dur="1" fill="hold">
                                          <p:stCondLst>
                                            <p:cond delay="0"/>
                                          </p:stCondLst>
                                        </p:cTn>
                                        <p:tgtEl>
                                          <p:spTgt spid="1163"/>
                                        </p:tgtEl>
                                        <p:attrNameLst>
                                          <p:attrName>style.visibility</p:attrName>
                                        </p:attrNameLst>
                                      </p:cBhvr>
                                      <p:to>
                                        <p:strVal val="visible"/>
                                      </p:to>
                                    </p:set>
                                  </p:childTnLst>
                                </p:cTn>
                              </p:par>
                              <p:par>
                                <p:cTn id="667" presetID="1" presetClass="exit" presetSubtype="0" fill="hold" grpId="1" nodeType="withEffect">
                                  <p:stCondLst>
                                    <p:cond delay="12530"/>
                                  </p:stCondLst>
                                  <p:childTnLst>
                                    <p:set>
                                      <p:cBhvr>
                                        <p:cTn id="668" dur="1" fill="hold">
                                          <p:stCondLst>
                                            <p:cond delay="0"/>
                                          </p:stCondLst>
                                        </p:cTn>
                                        <p:tgtEl>
                                          <p:spTgt spid="1163"/>
                                        </p:tgtEl>
                                        <p:attrNameLst>
                                          <p:attrName>style.visibility</p:attrName>
                                        </p:attrNameLst>
                                      </p:cBhvr>
                                      <p:to>
                                        <p:strVal val="hidden"/>
                                      </p:to>
                                    </p:set>
                                  </p:childTnLst>
                                </p:cTn>
                              </p:par>
                              <p:par>
                                <p:cTn id="669" presetID="1" presetClass="entr" presetSubtype="0" fill="hold" grpId="0" nodeType="withEffect">
                                  <p:stCondLst>
                                    <p:cond delay="12530"/>
                                  </p:stCondLst>
                                  <p:childTnLst>
                                    <p:set>
                                      <p:cBhvr>
                                        <p:cTn id="670" dur="1" fill="hold">
                                          <p:stCondLst>
                                            <p:cond delay="0"/>
                                          </p:stCondLst>
                                        </p:cTn>
                                        <p:tgtEl>
                                          <p:spTgt spid="1164"/>
                                        </p:tgtEl>
                                        <p:attrNameLst>
                                          <p:attrName>style.visibility</p:attrName>
                                        </p:attrNameLst>
                                      </p:cBhvr>
                                      <p:to>
                                        <p:strVal val="visible"/>
                                      </p:to>
                                    </p:set>
                                  </p:childTnLst>
                                </p:cTn>
                              </p:par>
                              <p:par>
                                <p:cTn id="671" presetID="1" presetClass="exit" presetSubtype="0" fill="hold" grpId="1" nodeType="withEffect">
                                  <p:stCondLst>
                                    <p:cond delay="12573"/>
                                  </p:stCondLst>
                                  <p:childTnLst>
                                    <p:set>
                                      <p:cBhvr>
                                        <p:cTn id="672" dur="1" fill="hold">
                                          <p:stCondLst>
                                            <p:cond delay="0"/>
                                          </p:stCondLst>
                                        </p:cTn>
                                        <p:tgtEl>
                                          <p:spTgt spid="1164"/>
                                        </p:tgtEl>
                                        <p:attrNameLst>
                                          <p:attrName>style.visibility</p:attrName>
                                        </p:attrNameLst>
                                      </p:cBhvr>
                                      <p:to>
                                        <p:strVal val="hidden"/>
                                      </p:to>
                                    </p:set>
                                  </p:childTnLst>
                                </p:cTn>
                              </p:par>
                              <p:par>
                                <p:cTn id="673" presetID="1" presetClass="entr" presetSubtype="0" fill="hold" grpId="0" nodeType="withEffect">
                                  <p:stCondLst>
                                    <p:cond delay="12573"/>
                                  </p:stCondLst>
                                  <p:childTnLst>
                                    <p:set>
                                      <p:cBhvr>
                                        <p:cTn id="674" dur="1" fill="hold">
                                          <p:stCondLst>
                                            <p:cond delay="0"/>
                                          </p:stCondLst>
                                        </p:cTn>
                                        <p:tgtEl>
                                          <p:spTgt spid="1165"/>
                                        </p:tgtEl>
                                        <p:attrNameLst>
                                          <p:attrName>style.visibility</p:attrName>
                                        </p:attrNameLst>
                                      </p:cBhvr>
                                      <p:to>
                                        <p:strVal val="visible"/>
                                      </p:to>
                                    </p:set>
                                  </p:childTnLst>
                                </p:cTn>
                              </p:par>
                              <p:par>
                                <p:cTn id="675" presetID="1" presetClass="exit" presetSubtype="0" fill="hold" grpId="1" nodeType="withEffect">
                                  <p:stCondLst>
                                    <p:cond delay="12618"/>
                                  </p:stCondLst>
                                  <p:childTnLst>
                                    <p:set>
                                      <p:cBhvr>
                                        <p:cTn id="676" dur="1" fill="hold">
                                          <p:stCondLst>
                                            <p:cond delay="0"/>
                                          </p:stCondLst>
                                        </p:cTn>
                                        <p:tgtEl>
                                          <p:spTgt spid="1165"/>
                                        </p:tgtEl>
                                        <p:attrNameLst>
                                          <p:attrName>style.visibility</p:attrName>
                                        </p:attrNameLst>
                                      </p:cBhvr>
                                      <p:to>
                                        <p:strVal val="hidden"/>
                                      </p:to>
                                    </p:set>
                                  </p:childTnLst>
                                </p:cTn>
                              </p:par>
                              <p:par>
                                <p:cTn id="677" presetID="1" presetClass="entr" presetSubtype="0" fill="hold" grpId="0" nodeType="withEffect">
                                  <p:stCondLst>
                                    <p:cond delay="12618"/>
                                  </p:stCondLst>
                                  <p:childTnLst>
                                    <p:set>
                                      <p:cBhvr>
                                        <p:cTn id="678" dur="1" fill="hold">
                                          <p:stCondLst>
                                            <p:cond delay="0"/>
                                          </p:stCondLst>
                                        </p:cTn>
                                        <p:tgtEl>
                                          <p:spTgt spid="1166"/>
                                        </p:tgtEl>
                                        <p:attrNameLst>
                                          <p:attrName>style.visibility</p:attrName>
                                        </p:attrNameLst>
                                      </p:cBhvr>
                                      <p:to>
                                        <p:strVal val="visible"/>
                                      </p:to>
                                    </p:set>
                                  </p:childTnLst>
                                </p:cTn>
                              </p:par>
                              <p:par>
                                <p:cTn id="679" presetID="1" presetClass="exit" presetSubtype="0" fill="hold" grpId="1" nodeType="withEffect">
                                  <p:stCondLst>
                                    <p:cond delay="12649"/>
                                  </p:stCondLst>
                                  <p:childTnLst>
                                    <p:set>
                                      <p:cBhvr>
                                        <p:cTn id="680" dur="1" fill="hold">
                                          <p:stCondLst>
                                            <p:cond delay="0"/>
                                          </p:stCondLst>
                                        </p:cTn>
                                        <p:tgtEl>
                                          <p:spTgt spid="1166"/>
                                        </p:tgtEl>
                                        <p:attrNameLst>
                                          <p:attrName>style.visibility</p:attrName>
                                        </p:attrNameLst>
                                      </p:cBhvr>
                                      <p:to>
                                        <p:strVal val="hidden"/>
                                      </p:to>
                                    </p:set>
                                  </p:childTnLst>
                                </p:cTn>
                              </p:par>
                              <p:par>
                                <p:cTn id="681" presetID="1" presetClass="entr" presetSubtype="0" fill="hold" grpId="0" nodeType="withEffect">
                                  <p:stCondLst>
                                    <p:cond delay="12649"/>
                                  </p:stCondLst>
                                  <p:childTnLst>
                                    <p:set>
                                      <p:cBhvr>
                                        <p:cTn id="682" dur="1" fill="hold">
                                          <p:stCondLst>
                                            <p:cond delay="0"/>
                                          </p:stCondLst>
                                        </p:cTn>
                                        <p:tgtEl>
                                          <p:spTgt spid="1167"/>
                                        </p:tgtEl>
                                        <p:attrNameLst>
                                          <p:attrName>style.visibility</p:attrName>
                                        </p:attrNameLst>
                                      </p:cBhvr>
                                      <p:to>
                                        <p:strVal val="visible"/>
                                      </p:to>
                                    </p:set>
                                  </p:childTnLst>
                                </p:cTn>
                              </p:par>
                              <p:par>
                                <p:cTn id="683" presetID="1" presetClass="exit" presetSubtype="0" fill="hold" grpId="1" nodeType="withEffect">
                                  <p:stCondLst>
                                    <p:cond delay="12690"/>
                                  </p:stCondLst>
                                  <p:childTnLst>
                                    <p:set>
                                      <p:cBhvr>
                                        <p:cTn id="684" dur="1" fill="hold">
                                          <p:stCondLst>
                                            <p:cond delay="0"/>
                                          </p:stCondLst>
                                        </p:cTn>
                                        <p:tgtEl>
                                          <p:spTgt spid="1167"/>
                                        </p:tgtEl>
                                        <p:attrNameLst>
                                          <p:attrName>style.visibility</p:attrName>
                                        </p:attrNameLst>
                                      </p:cBhvr>
                                      <p:to>
                                        <p:strVal val="hidden"/>
                                      </p:to>
                                    </p:set>
                                  </p:childTnLst>
                                </p:cTn>
                              </p:par>
                              <p:par>
                                <p:cTn id="685" presetID="1" presetClass="entr" presetSubtype="0" fill="hold" grpId="0" nodeType="withEffect">
                                  <p:stCondLst>
                                    <p:cond delay="12690"/>
                                  </p:stCondLst>
                                  <p:childTnLst>
                                    <p:set>
                                      <p:cBhvr>
                                        <p:cTn id="686" dur="1" fill="hold">
                                          <p:stCondLst>
                                            <p:cond delay="0"/>
                                          </p:stCondLst>
                                        </p:cTn>
                                        <p:tgtEl>
                                          <p:spTgt spid="1168"/>
                                        </p:tgtEl>
                                        <p:attrNameLst>
                                          <p:attrName>style.visibility</p:attrName>
                                        </p:attrNameLst>
                                      </p:cBhvr>
                                      <p:to>
                                        <p:strVal val="visible"/>
                                      </p:to>
                                    </p:set>
                                  </p:childTnLst>
                                </p:cTn>
                              </p:par>
                              <p:par>
                                <p:cTn id="687" presetID="1" presetClass="exit" presetSubtype="0" fill="hold" grpId="1" nodeType="withEffect">
                                  <p:stCondLst>
                                    <p:cond delay="12739"/>
                                  </p:stCondLst>
                                  <p:childTnLst>
                                    <p:set>
                                      <p:cBhvr>
                                        <p:cTn id="688" dur="1" fill="hold">
                                          <p:stCondLst>
                                            <p:cond delay="0"/>
                                          </p:stCondLst>
                                        </p:cTn>
                                        <p:tgtEl>
                                          <p:spTgt spid="1168"/>
                                        </p:tgtEl>
                                        <p:attrNameLst>
                                          <p:attrName>style.visibility</p:attrName>
                                        </p:attrNameLst>
                                      </p:cBhvr>
                                      <p:to>
                                        <p:strVal val="hidden"/>
                                      </p:to>
                                    </p:set>
                                  </p:childTnLst>
                                </p:cTn>
                              </p:par>
                              <p:par>
                                <p:cTn id="689" presetID="1" presetClass="entr" presetSubtype="0" fill="hold" grpId="0" nodeType="withEffect">
                                  <p:stCondLst>
                                    <p:cond delay="12739"/>
                                  </p:stCondLst>
                                  <p:childTnLst>
                                    <p:set>
                                      <p:cBhvr>
                                        <p:cTn id="690" dur="1" fill="hold">
                                          <p:stCondLst>
                                            <p:cond delay="0"/>
                                          </p:stCondLst>
                                        </p:cTn>
                                        <p:tgtEl>
                                          <p:spTgt spid="95"/>
                                        </p:tgtEl>
                                        <p:attrNameLst>
                                          <p:attrName>style.visibility</p:attrName>
                                        </p:attrNameLst>
                                      </p:cBhvr>
                                      <p:to>
                                        <p:strVal val="visible"/>
                                      </p:to>
                                    </p:set>
                                  </p:childTnLst>
                                </p:cTn>
                              </p:par>
                              <p:par>
                                <p:cTn id="691" presetID="1" presetClass="entr" presetSubtype="0" fill="hold" grpId="0" nodeType="withEffect">
                                  <p:stCondLst>
                                    <p:cond delay="12888"/>
                                  </p:stCondLst>
                                  <p:childTnLst>
                                    <p:set>
                                      <p:cBhvr>
                                        <p:cTn id="692" dur="1" fill="hold">
                                          <p:stCondLst>
                                            <p:cond delay="0"/>
                                          </p:stCondLst>
                                        </p:cTn>
                                        <p:tgtEl>
                                          <p:spTgt spid="1169"/>
                                        </p:tgtEl>
                                        <p:attrNameLst>
                                          <p:attrName>style.visibility</p:attrName>
                                        </p:attrNameLst>
                                      </p:cBhvr>
                                      <p:to>
                                        <p:strVal val="visible"/>
                                      </p:to>
                                    </p:set>
                                  </p:childTnLst>
                                </p:cTn>
                              </p:par>
                              <p:par>
                                <p:cTn id="693" presetID="1" presetClass="exit" presetSubtype="0" fill="hold" grpId="1" nodeType="withEffect">
                                  <p:stCondLst>
                                    <p:cond delay="12916"/>
                                  </p:stCondLst>
                                  <p:childTnLst>
                                    <p:set>
                                      <p:cBhvr>
                                        <p:cTn id="694" dur="1" fill="hold">
                                          <p:stCondLst>
                                            <p:cond delay="0"/>
                                          </p:stCondLst>
                                        </p:cTn>
                                        <p:tgtEl>
                                          <p:spTgt spid="1169"/>
                                        </p:tgtEl>
                                        <p:attrNameLst>
                                          <p:attrName>style.visibility</p:attrName>
                                        </p:attrNameLst>
                                      </p:cBhvr>
                                      <p:to>
                                        <p:strVal val="hidden"/>
                                      </p:to>
                                    </p:set>
                                  </p:childTnLst>
                                </p:cTn>
                              </p:par>
                              <p:par>
                                <p:cTn id="695" presetID="1" presetClass="entr" presetSubtype="0" fill="hold" grpId="0" nodeType="withEffect">
                                  <p:stCondLst>
                                    <p:cond delay="12916"/>
                                  </p:stCondLst>
                                  <p:childTnLst>
                                    <p:set>
                                      <p:cBhvr>
                                        <p:cTn id="696" dur="1" fill="hold">
                                          <p:stCondLst>
                                            <p:cond delay="0"/>
                                          </p:stCondLst>
                                        </p:cTn>
                                        <p:tgtEl>
                                          <p:spTgt spid="1170"/>
                                        </p:tgtEl>
                                        <p:attrNameLst>
                                          <p:attrName>style.visibility</p:attrName>
                                        </p:attrNameLst>
                                      </p:cBhvr>
                                      <p:to>
                                        <p:strVal val="visible"/>
                                      </p:to>
                                    </p:set>
                                  </p:childTnLst>
                                </p:cTn>
                              </p:par>
                              <p:par>
                                <p:cTn id="697" presetID="1" presetClass="exit" presetSubtype="0" fill="hold" grpId="1" nodeType="withEffect">
                                  <p:stCondLst>
                                    <p:cond delay="12952"/>
                                  </p:stCondLst>
                                  <p:childTnLst>
                                    <p:set>
                                      <p:cBhvr>
                                        <p:cTn id="698" dur="1" fill="hold">
                                          <p:stCondLst>
                                            <p:cond delay="0"/>
                                          </p:stCondLst>
                                        </p:cTn>
                                        <p:tgtEl>
                                          <p:spTgt spid="1170"/>
                                        </p:tgtEl>
                                        <p:attrNameLst>
                                          <p:attrName>style.visibility</p:attrName>
                                        </p:attrNameLst>
                                      </p:cBhvr>
                                      <p:to>
                                        <p:strVal val="hidden"/>
                                      </p:to>
                                    </p:set>
                                  </p:childTnLst>
                                </p:cTn>
                              </p:par>
                              <p:par>
                                <p:cTn id="699" presetID="1" presetClass="entr" presetSubtype="0" fill="hold" grpId="0" nodeType="withEffect">
                                  <p:stCondLst>
                                    <p:cond delay="12952"/>
                                  </p:stCondLst>
                                  <p:childTnLst>
                                    <p:set>
                                      <p:cBhvr>
                                        <p:cTn id="700" dur="1" fill="hold">
                                          <p:stCondLst>
                                            <p:cond delay="0"/>
                                          </p:stCondLst>
                                        </p:cTn>
                                        <p:tgtEl>
                                          <p:spTgt spid="1171"/>
                                        </p:tgtEl>
                                        <p:attrNameLst>
                                          <p:attrName>style.visibility</p:attrName>
                                        </p:attrNameLst>
                                      </p:cBhvr>
                                      <p:to>
                                        <p:strVal val="visible"/>
                                      </p:to>
                                    </p:set>
                                  </p:childTnLst>
                                </p:cTn>
                              </p:par>
                              <p:par>
                                <p:cTn id="701" presetID="1" presetClass="exit" presetSubtype="0" fill="hold" grpId="1" nodeType="withEffect">
                                  <p:stCondLst>
                                    <p:cond delay="12996"/>
                                  </p:stCondLst>
                                  <p:childTnLst>
                                    <p:set>
                                      <p:cBhvr>
                                        <p:cTn id="702" dur="1" fill="hold">
                                          <p:stCondLst>
                                            <p:cond delay="0"/>
                                          </p:stCondLst>
                                        </p:cTn>
                                        <p:tgtEl>
                                          <p:spTgt spid="1171"/>
                                        </p:tgtEl>
                                        <p:attrNameLst>
                                          <p:attrName>style.visibility</p:attrName>
                                        </p:attrNameLst>
                                      </p:cBhvr>
                                      <p:to>
                                        <p:strVal val="hidden"/>
                                      </p:to>
                                    </p:set>
                                  </p:childTnLst>
                                </p:cTn>
                              </p:par>
                              <p:par>
                                <p:cTn id="703" presetID="1" presetClass="entr" presetSubtype="0" fill="hold" grpId="0" nodeType="withEffect">
                                  <p:stCondLst>
                                    <p:cond delay="12996"/>
                                  </p:stCondLst>
                                  <p:childTnLst>
                                    <p:set>
                                      <p:cBhvr>
                                        <p:cTn id="704" dur="1" fill="hold">
                                          <p:stCondLst>
                                            <p:cond delay="0"/>
                                          </p:stCondLst>
                                        </p:cTn>
                                        <p:tgtEl>
                                          <p:spTgt spid="1172"/>
                                        </p:tgtEl>
                                        <p:attrNameLst>
                                          <p:attrName>style.visibility</p:attrName>
                                        </p:attrNameLst>
                                      </p:cBhvr>
                                      <p:to>
                                        <p:strVal val="visible"/>
                                      </p:to>
                                    </p:set>
                                  </p:childTnLst>
                                </p:cTn>
                              </p:par>
                              <p:par>
                                <p:cTn id="705" presetID="1" presetClass="exit" presetSubtype="0" fill="hold" grpId="1" nodeType="withEffect">
                                  <p:stCondLst>
                                    <p:cond delay="13028"/>
                                  </p:stCondLst>
                                  <p:childTnLst>
                                    <p:set>
                                      <p:cBhvr>
                                        <p:cTn id="706" dur="1" fill="hold">
                                          <p:stCondLst>
                                            <p:cond delay="0"/>
                                          </p:stCondLst>
                                        </p:cTn>
                                        <p:tgtEl>
                                          <p:spTgt spid="1172"/>
                                        </p:tgtEl>
                                        <p:attrNameLst>
                                          <p:attrName>style.visibility</p:attrName>
                                        </p:attrNameLst>
                                      </p:cBhvr>
                                      <p:to>
                                        <p:strVal val="hidden"/>
                                      </p:to>
                                    </p:set>
                                  </p:childTnLst>
                                </p:cTn>
                              </p:par>
                              <p:par>
                                <p:cTn id="707" presetID="1" presetClass="entr" presetSubtype="0" fill="hold" grpId="0" nodeType="withEffect">
                                  <p:stCondLst>
                                    <p:cond delay="13028"/>
                                  </p:stCondLst>
                                  <p:childTnLst>
                                    <p:set>
                                      <p:cBhvr>
                                        <p:cTn id="708" dur="1" fill="hold">
                                          <p:stCondLst>
                                            <p:cond delay="0"/>
                                          </p:stCondLst>
                                        </p:cTn>
                                        <p:tgtEl>
                                          <p:spTgt spid="1173"/>
                                        </p:tgtEl>
                                        <p:attrNameLst>
                                          <p:attrName>style.visibility</p:attrName>
                                        </p:attrNameLst>
                                      </p:cBhvr>
                                      <p:to>
                                        <p:strVal val="visible"/>
                                      </p:to>
                                    </p:set>
                                  </p:childTnLst>
                                </p:cTn>
                              </p:par>
                              <p:par>
                                <p:cTn id="709" presetID="1" presetClass="exit" presetSubtype="0" fill="hold" grpId="1" nodeType="withEffect">
                                  <p:stCondLst>
                                    <p:cond delay="13066"/>
                                  </p:stCondLst>
                                  <p:childTnLst>
                                    <p:set>
                                      <p:cBhvr>
                                        <p:cTn id="710" dur="1" fill="hold">
                                          <p:stCondLst>
                                            <p:cond delay="0"/>
                                          </p:stCondLst>
                                        </p:cTn>
                                        <p:tgtEl>
                                          <p:spTgt spid="1173"/>
                                        </p:tgtEl>
                                        <p:attrNameLst>
                                          <p:attrName>style.visibility</p:attrName>
                                        </p:attrNameLst>
                                      </p:cBhvr>
                                      <p:to>
                                        <p:strVal val="hidden"/>
                                      </p:to>
                                    </p:set>
                                  </p:childTnLst>
                                </p:cTn>
                              </p:par>
                              <p:par>
                                <p:cTn id="711" presetID="1" presetClass="entr" presetSubtype="0" fill="hold" grpId="0" nodeType="withEffect">
                                  <p:stCondLst>
                                    <p:cond delay="13066"/>
                                  </p:stCondLst>
                                  <p:childTnLst>
                                    <p:set>
                                      <p:cBhvr>
                                        <p:cTn id="712" dur="1" fill="hold">
                                          <p:stCondLst>
                                            <p:cond delay="0"/>
                                          </p:stCondLst>
                                        </p:cTn>
                                        <p:tgtEl>
                                          <p:spTgt spid="1174"/>
                                        </p:tgtEl>
                                        <p:attrNameLst>
                                          <p:attrName>style.visibility</p:attrName>
                                        </p:attrNameLst>
                                      </p:cBhvr>
                                      <p:to>
                                        <p:strVal val="visible"/>
                                      </p:to>
                                    </p:set>
                                  </p:childTnLst>
                                </p:cTn>
                              </p:par>
                              <p:par>
                                <p:cTn id="713" presetID="1" presetClass="exit" presetSubtype="0" fill="hold" grpId="1" nodeType="withEffect">
                                  <p:stCondLst>
                                    <p:cond delay="13094"/>
                                  </p:stCondLst>
                                  <p:childTnLst>
                                    <p:set>
                                      <p:cBhvr>
                                        <p:cTn id="714" dur="1" fill="hold">
                                          <p:stCondLst>
                                            <p:cond delay="0"/>
                                          </p:stCondLst>
                                        </p:cTn>
                                        <p:tgtEl>
                                          <p:spTgt spid="1174"/>
                                        </p:tgtEl>
                                        <p:attrNameLst>
                                          <p:attrName>style.visibility</p:attrName>
                                        </p:attrNameLst>
                                      </p:cBhvr>
                                      <p:to>
                                        <p:strVal val="hidden"/>
                                      </p:to>
                                    </p:set>
                                  </p:childTnLst>
                                </p:cTn>
                              </p:par>
                              <p:par>
                                <p:cTn id="715" presetID="1" presetClass="entr" presetSubtype="0" fill="hold" grpId="0" nodeType="withEffect">
                                  <p:stCondLst>
                                    <p:cond delay="13094"/>
                                  </p:stCondLst>
                                  <p:childTnLst>
                                    <p:set>
                                      <p:cBhvr>
                                        <p:cTn id="716" dur="1" fill="hold">
                                          <p:stCondLst>
                                            <p:cond delay="0"/>
                                          </p:stCondLst>
                                        </p:cTn>
                                        <p:tgtEl>
                                          <p:spTgt spid="1175"/>
                                        </p:tgtEl>
                                        <p:attrNameLst>
                                          <p:attrName>style.visibility</p:attrName>
                                        </p:attrNameLst>
                                      </p:cBhvr>
                                      <p:to>
                                        <p:strVal val="visible"/>
                                      </p:to>
                                    </p:set>
                                  </p:childTnLst>
                                </p:cTn>
                              </p:par>
                              <p:par>
                                <p:cTn id="717" presetID="1" presetClass="exit" presetSubtype="0" fill="hold" grpId="1" nodeType="withEffect">
                                  <p:stCondLst>
                                    <p:cond delay="13130"/>
                                  </p:stCondLst>
                                  <p:childTnLst>
                                    <p:set>
                                      <p:cBhvr>
                                        <p:cTn id="718" dur="1" fill="hold">
                                          <p:stCondLst>
                                            <p:cond delay="0"/>
                                          </p:stCondLst>
                                        </p:cTn>
                                        <p:tgtEl>
                                          <p:spTgt spid="1175"/>
                                        </p:tgtEl>
                                        <p:attrNameLst>
                                          <p:attrName>style.visibility</p:attrName>
                                        </p:attrNameLst>
                                      </p:cBhvr>
                                      <p:to>
                                        <p:strVal val="hidden"/>
                                      </p:to>
                                    </p:set>
                                  </p:childTnLst>
                                </p:cTn>
                              </p:par>
                              <p:par>
                                <p:cTn id="719" presetID="1" presetClass="entr" presetSubtype="0" fill="hold" grpId="0" nodeType="withEffect">
                                  <p:stCondLst>
                                    <p:cond delay="13130"/>
                                  </p:stCondLst>
                                  <p:childTnLst>
                                    <p:set>
                                      <p:cBhvr>
                                        <p:cTn id="720" dur="1" fill="hold">
                                          <p:stCondLst>
                                            <p:cond delay="0"/>
                                          </p:stCondLst>
                                        </p:cTn>
                                        <p:tgtEl>
                                          <p:spTgt spid="1176"/>
                                        </p:tgtEl>
                                        <p:attrNameLst>
                                          <p:attrName>style.visibility</p:attrName>
                                        </p:attrNameLst>
                                      </p:cBhvr>
                                      <p:to>
                                        <p:strVal val="visible"/>
                                      </p:to>
                                    </p:set>
                                  </p:childTnLst>
                                </p:cTn>
                              </p:par>
                              <p:par>
                                <p:cTn id="721" presetID="1" presetClass="exit" presetSubtype="0" fill="hold" grpId="1" nodeType="withEffect">
                                  <p:stCondLst>
                                    <p:cond delay="13174"/>
                                  </p:stCondLst>
                                  <p:childTnLst>
                                    <p:set>
                                      <p:cBhvr>
                                        <p:cTn id="722" dur="1" fill="hold">
                                          <p:stCondLst>
                                            <p:cond delay="0"/>
                                          </p:stCondLst>
                                        </p:cTn>
                                        <p:tgtEl>
                                          <p:spTgt spid="1176"/>
                                        </p:tgtEl>
                                        <p:attrNameLst>
                                          <p:attrName>style.visibility</p:attrName>
                                        </p:attrNameLst>
                                      </p:cBhvr>
                                      <p:to>
                                        <p:strVal val="hidden"/>
                                      </p:to>
                                    </p:set>
                                  </p:childTnLst>
                                </p:cTn>
                              </p:par>
                              <p:par>
                                <p:cTn id="723" presetID="1" presetClass="entr" presetSubtype="0" fill="hold" grpId="0" nodeType="withEffect">
                                  <p:stCondLst>
                                    <p:cond delay="13174"/>
                                  </p:stCondLst>
                                  <p:childTnLst>
                                    <p:set>
                                      <p:cBhvr>
                                        <p:cTn id="724" dur="1" fill="hold">
                                          <p:stCondLst>
                                            <p:cond delay="0"/>
                                          </p:stCondLst>
                                        </p:cTn>
                                        <p:tgtEl>
                                          <p:spTgt spid="1177"/>
                                        </p:tgtEl>
                                        <p:attrNameLst>
                                          <p:attrName>style.visibility</p:attrName>
                                        </p:attrNameLst>
                                      </p:cBhvr>
                                      <p:to>
                                        <p:strVal val="visible"/>
                                      </p:to>
                                    </p:set>
                                  </p:childTnLst>
                                </p:cTn>
                              </p:par>
                              <p:par>
                                <p:cTn id="725" presetID="1" presetClass="exit" presetSubtype="0" fill="hold" grpId="1" nodeType="withEffect">
                                  <p:stCondLst>
                                    <p:cond delay="13212"/>
                                  </p:stCondLst>
                                  <p:childTnLst>
                                    <p:set>
                                      <p:cBhvr>
                                        <p:cTn id="726" dur="1" fill="hold">
                                          <p:stCondLst>
                                            <p:cond delay="0"/>
                                          </p:stCondLst>
                                        </p:cTn>
                                        <p:tgtEl>
                                          <p:spTgt spid="1177"/>
                                        </p:tgtEl>
                                        <p:attrNameLst>
                                          <p:attrName>style.visibility</p:attrName>
                                        </p:attrNameLst>
                                      </p:cBhvr>
                                      <p:to>
                                        <p:strVal val="hidden"/>
                                      </p:to>
                                    </p:set>
                                  </p:childTnLst>
                                </p:cTn>
                              </p:par>
                              <p:par>
                                <p:cTn id="727" presetID="1" presetClass="entr" presetSubtype="0" fill="hold" grpId="0" nodeType="withEffect">
                                  <p:stCondLst>
                                    <p:cond delay="13212"/>
                                  </p:stCondLst>
                                  <p:childTnLst>
                                    <p:set>
                                      <p:cBhvr>
                                        <p:cTn id="728" dur="1" fill="hold">
                                          <p:stCondLst>
                                            <p:cond delay="0"/>
                                          </p:stCondLst>
                                        </p:cTn>
                                        <p:tgtEl>
                                          <p:spTgt spid="1178"/>
                                        </p:tgtEl>
                                        <p:attrNameLst>
                                          <p:attrName>style.visibility</p:attrName>
                                        </p:attrNameLst>
                                      </p:cBhvr>
                                      <p:to>
                                        <p:strVal val="visible"/>
                                      </p:to>
                                    </p:set>
                                  </p:childTnLst>
                                </p:cTn>
                              </p:par>
                              <p:par>
                                <p:cTn id="729" presetID="1" presetClass="exit" presetSubtype="0" fill="hold" grpId="1" nodeType="withEffect">
                                  <p:stCondLst>
                                    <p:cond delay="13252"/>
                                  </p:stCondLst>
                                  <p:childTnLst>
                                    <p:set>
                                      <p:cBhvr>
                                        <p:cTn id="730" dur="1" fill="hold">
                                          <p:stCondLst>
                                            <p:cond delay="0"/>
                                          </p:stCondLst>
                                        </p:cTn>
                                        <p:tgtEl>
                                          <p:spTgt spid="1178"/>
                                        </p:tgtEl>
                                        <p:attrNameLst>
                                          <p:attrName>style.visibility</p:attrName>
                                        </p:attrNameLst>
                                      </p:cBhvr>
                                      <p:to>
                                        <p:strVal val="hidden"/>
                                      </p:to>
                                    </p:set>
                                  </p:childTnLst>
                                </p:cTn>
                              </p:par>
                              <p:par>
                                <p:cTn id="731" presetID="1" presetClass="entr" presetSubtype="0" fill="hold" grpId="0" nodeType="withEffect">
                                  <p:stCondLst>
                                    <p:cond delay="13252"/>
                                  </p:stCondLst>
                                  <p:childTnLst>
                                    <p:set>
                                      <p:cBhvr>
                                        <p:cTn id="732" dur="1" fill="hold">
                                          <p:stCondLst>
                                            <p:cond delay="0"/>
                                          </p:stCondLst>
                                        </p:cTn>
                                        <p:tgtEl>
                                          <p:spTgt spid="1179"/>
                                        </p:tgtEl>
                                        <p:attrNameLst>
                                          <p:attrName>style.visibility</p:attrName>
                                        </p:attrNameLst>
                                      </p:cBhvr>
                                      <p:to>
                                        <p:strVal val="visible"/>
                                      </p:to>
                                    </p:set>
                                  </p:childTnLst>
                                </p:cTn>
                              </p:par>
                              <p:par>
                                <p:cTn id="733" presetID="1" presetClass="exit" presetSubtype="0" fill="hold" grpId="1" nodeType="withEffect">
                                  <p:stCondLst>
                                    <p:cond delay="13380"/>
                                  </p:stCondLst>
                                  <p:childTnLst>
                                    <p:set>
                                      <p:cBhvr>
                                        <p:cTn id="734" dur="1" fill="hold">
                                          <p:stCondLst>
                                            <p:cond delay="0"/>
                                          </p:stCondLst>
                                        </p:cTn>
                                        <p:tgtEl>
                                          <p:spTgt spid="1179"/>
                                        </p:tgtEl>
                                        <p:attrNameLst>
                                          <p:attrName>style.visibility</p:attrName>
                                        </p:attrNameLst>
                                      </p:cBhvr>
                                      <p:to>
                                        <p:strVal val="hidden"/>
                                      </p:to>
                                    </p:set>
                                  </p:childTnLst>
                                </p:cTn>
                              </p:par>
                              <p:par>
                                <p:cTn id="735" presetID="1" presetClass="entr" presetSubtype="0" fill="hold" grpId="0" nodeType="withEffect">
                                  <p:stCondLst>
                                    <p:cond delay="13380"/>
                                  </p:stCondLst>
                                  <p:childTnLst>
                                    <p:set>
                                      <p:cBhvr>
                                        <p:cTn id="736" dur="1" fill="hold">
                                          <p:stCondLst>
                                            <p:cond delay="0"/>
                                          </p:stCondLst>
                                        </p:cTn>
                                        <p:tgtEl>
                                          <p:spTgt spid="1180"/>
                                        </p:tgtEl>
                                        <p:attrNameLst>
                                          <p:attrName>style.visibility</p:attrName>
                                        </p:attrNameLst>
                                      </p:cBhvr>
                                      <p:to>
                                        <p:strVal val="visible"/>
                                      </p:to>
                                    </p:set>
                                  </p:childTnLst>
                                </p:cTn>
                              </p:par>
                              <p:par>
                                <p:cTn id="737" presetID="1" presetClass="exit" presetSubtype="0" fill="hold" grpId="1" nodeType="withEffect">
                                  <p:stCondLst>
                                    <p:cond delay="13404"/>
                                  </p:stCondLst>
                                  <p:childTnLst>
                                    <p:set>
                                      <p:cBhvr>
                                        <p:cTn id="738" dur="1" fill="hold">
                                          <p:stCondLst>
                                            <p:cond delay="0"/>
                                          </p:stCondLst>
                                        </p:cTn>
                                        <p:tgtEl>
                                          <p:spTgt spid="1180"/>
                                        </p:tgtEl>
                                        <p:attrNameLst>
                                          <p:attrName>style.visibility</p:attrName>
                                        </p:attrNameLst>
                                      </p:cBhvr>
                                      <p:to>
                                        <p:strVal val="hidden"/>
                                      </p:to>
                                    </p:set>
                                  </p:childTnLst>
                                </p:cTn>
                              </p:par>
                              <p:par>
                                <p:cTn id="739" presetID="1" presetClass="entr" presetSubtype="0" fill="hold" grpId="0" nodeType="withEffect">
                                  <p:stCondLst>
                                    <p:cond delay="13404"/>
                                  </p:stCondLst>
                                  <p:childTnLst>
                                    <p:set>
                                      <p:cBhvr>
                                        <p:cTn id="740" dur="1" fill="hold">
                                          <p:stCondLst>
                                            <p:cond delay="0"/>
                                          </p:stCondLst>
                                        </p:cTn>
                                        <p:tgtEl>
                                          <p:spTgt spid="1181"/>
                                        </p:tgtEl>
                                        <p:attrNameLst>
                                          <p:attrName>style.visibility</p:attrName>
                                        </p:attrNameLst>
                                      </p:cBhvr>
                                      <p:to>
                                        <p:strVal val="visible"/>
                                      </p:to>
                                    </p:set>
                                  </p:childTnLst>
                                </p:cTn>
                              </p:par>
                              <p:par>
                                <p:cTn id="741" presetID="1" presetClass="exit" presetSubtype="0" fill="hold" grpId="1" nodeType="withEffect">
                                  <p:stCondLst>
                                    <p:cond delay="13448"/>
                                  </p:stCondLst>
                                  <p:childTnLst>
                                    <p:set>
                                      <p:cBhvr>
                                        <p:cTn id="742" dur="1" fill="hold">
                                          <p:stCondLst>
                                            <p:cond delay="0"/>
                                          </p:stCondLst>
                                        </p:cTn>
                                        <p:tgtEl>
                                          <p:spTgt spid="1181"/>
                                        </p:tgtEl>
                                        <p:attrNameLst>
                                          <p:attrName>style.visibility</p:attrName>
                                        </p:attrNameLst>
                                      </p:cBhvr>
                                      <p:to>
                                        <p:strVal val="hidden"/>
                                      </p:to>
                                    </p:set>
                                  </p:childTnLst>
                                </p:cTn>
                              </p:par>
                              <p:par>
                                <p:cTn id="743" presetID="1" presetClass="entr" presetSubtype="0" fill="hold" grpId="0" nodeType="withEffect">
                                  <p:stCondLst>
                                    <p:cond delay="13448"/>
                                  </p:stCondLst>
                                  <p:childTnLst>
                                    <p:set>
                                      <p:cBhvr>
                                        <p:cTn id="744" dur="1" fill="hold">
                                          <p:stCondLst>
                                            <p:cond delay="0"/>
                                          </p:stCondLst>
                                        </p:cTn>
                                        <p:tgtEl>
                                          <p:spTgt spid="1182"/>
                                        </p:tgtEl>
                                        <p:attrNameLst>
                                          <p:attrName>style.visibility</p:attrName>
                                        </p:attrNameLst>
                                      </p:cBhvr>
                                      <p:to>
                                        <p:strVal val="visible"/>
                                      </p:to>
                                    </p:set>
                                  </p:childTnLst>
                                </p:cTn>
                              </p:par>
                              <p:par>
                                <p:cTn id="745" presetID="1" presetClass="exit" presetSubtype="0" fill="hold" grpId="1" nodeType="withEffect">
                                  <p:stCondLst>
                                    <p:cond delay="13480"/>
                                  </p:stCondLst>
                                  <p:childTnLst>
                                    <p:set>
                                      <p:cBhvr>
                                        <p:cTn id="746" dur="1" fill="hold">
                                          <p:stCondLst>
                                            <p:cond delay="0"/>
                                          </p:stCondLst>
                                        </p:cTn>
                                        <p:tgtEl>
                                          <p:spTgt spid="1182"/>
                                        </p:tgtEl>
                                        <p:attrNameLst>
                                          <p:attrName>style.visibility</p:attrName>
                                        </p:attrNameLst>
                                      </p:cBhvr>
                                      <p:to>
                                        <p:strVal val="hidden"/>
                                      </p:to>
                                    </p:set>
                                  </p:childTnLst>
                                </p:cTn>
                              </p:par>
                              <p:par>
                                <p:cTn id="747" presetID="1" presetClass="entr" presetSubtype="0" fill="hold" grpId="0" nodeType="withEffect">
                                  <p:stCondLst>
                                    <p:cond delay="13480"/>
                                  </p:stCondLst>
                                  <p:childTnLst>
                                    <p:set>
                                      <p:cBhvr>
                                        <p:cTn id="748" dur="1" fill="hold">
                                          <p:stCondLst>
                                            <p:cond delay="0"/>
                                          </p:stCondLst>
                                        </p:cTn>
                                        <p:tgtEl>
                                          <p:spTgt spid="1183"/>
                                        </p:tgtEl>
                                        <p:attrNameLst>
                                          <p:attrName>style.visibility</p:attrName>
                                        </p:attrNameLst>
                                      </p:cBhvr>
                                      <p:to>
                                        <p:strVal val="visible"/>
                                      </p:to>
                                    </p:set>
                                  </p:childTnLst>
                                </p:cTn>
                              </p:par>
                              <p:par>
                                <p:cTn id="749" presetID="1" presetClass="exit" presetSubtype="0" fill="hold" grpId="1" nodeType="withEffect">
                                  <p:stCondLst>
                                    <p:cond delay="13518"/>
                                  </p:stCondLst>
                                  <p:childTnLst>
                                    <p:set>
                                      <p:cBhvr>
                                        <p:cTn id="750" dur="1" fill="hold">
                                          <p:stCondLst>
                                            <p:cond delay="0"/>
                                          </p:stCondLst>
                                        </p:cTn>
                                        <p:tgtEl>
                                          <p:spTgt spid="1183"/>
                                        </p:tgtEl>
                                        <p:attrNameLst>
                                          <p:attrName>style.visibility</p:attrName>
                                        </p:attrNameLst>
                                      </p:cBhvr>
                                      <p:to>
                                        <p:strVal val="hidden"/>
                                      </p:to>
                                    </p:set>
                                  </p:childTnLst>
                                </p:cTn>
                              </p:par>
                              <p:par>
                                <p:cTn id="751" presetID="1" presetClass="entr" presetSubtype="0" fill="hold" grpId="0" nodeType="withEffect">
                                  <p:stCondLst>
                                    <p:cond delay="13518"/>
                                  </p:stCondLst>
                                  <p:childTnLst>
                                    <p:set>
                                      <p:cBhvr>
                                        <p:cTn id="752" dur="1" fill="hold">
                                          <p:stCondLst>
                                            <p:cond delay="0"/>
                                          </p:stCondLst>
                                        </p:cTn>
                                        <p:tgtEl>
                                          <p:spTgt spid="1184"/>
                                        </p:tgtEl>
                                        <p:attrNameLst>
                                          <p:attrName>style.visibility</p:attrName>
                                        </p:attrNameLst>
                                      </p:cBhvr>
                                      <p:to>
                                        <p:strVal val="visible"/>
                                      </p:to>
                                    </p:set>
                                  </p:childTnLst>
                                </p:cTn>
                              </p:par>
                              <p:par>
                                <p:cTn id="753" presetID="1" presetClass="exit" presetSubtype="0" fill="hold" grpId="1" nodeType="withEffect">
                                  <p:stCondLst>
                                    <p:cond delay="13546"/>
                                  </p:stCondLst>
                                  <p:childTnLst>
                                    <p:set>
                                      <p:cBhvr>
                                        <p:cTn id="754" dur="1" fill="hold">
                                          <p:stCondLst>
                                            <p:cond delay="0"/>
                                          </p:stCondLst>
                                        </p:cTn>
                                        <p:tgtEl>
                                          <p:spTgt spid="1184"/>
                                        </p:tgtEl>
                                        <p:attrNameLst>
                                          <p:attrName>style.visibility</p:attrName>
                                        </p:attrNameLst>
                                      </p:cBhvr>
                                      <p:to>
                                        <p:strVal val="hidden"/>
                                      </p:to>
                                    </p:set>
                                  </p:childTnLst>
                                </p:cTn>
                              </p:par>
                              <p:par>
                                <p:cTn id="755" presetID="1" presetClass="entr" presetSubtype="0" fill="hold" grpId="0" nodeType="withEffect">
                                  <p:stCondLst>
                                    <p:cond delay="13546"/>
                                  </p:stCondLst>
                                  <p:childTnLst>
                                    <p:set>
                                      <p:cBhvr>
                                        <p:cTn id="756" dur="1" fill="hold">
                                          <p:stCondLst>
                                            <p:cond delay="0"/>
                                          </p:stCondLst>
                                        </p:cTn>
                                        <p:tgtEl>
                                          <p:spTgt spid="1185"/>
                                        </p:tgtEl>
                                        <p:attrNameLst>
                                          <p:attrName>style.visibility</p:attrName>
                                        </p:attrNameLst>
                                      </p:cBhvr>
                                      <p:to>
                                        <p:strVal val="visible"/>
                                      </p:to>
                                    </p:set>
                                  </p:childTnLst>
                                </p:cTn>
                              </p:par>
                              <p:par>
                                <p:cTn id="757" presetID="1" presetClass="exit" presetSubtype="0" fill="hold" grpId="1" nodeType="withEffect">
                                  <p:stCondLst>
                                    <p:cond delay="13582"/>
                                  </p:stCondLst>
                                  <p:childTnLst>
                                    <p:set>
                                      <p:cBhvr>
                                        <p:cTn id="758" dur="1" fill="hold">
                                          <p:stCondLst>
                                            <p:cond delay="0"/>
                                          </p:stCondLst>
                                        </p:cTn>
                                        <p:tgtEl>
                                          <p:spTgt spid="1185"/>
                                        </p:tgtEl>
                                        <p:attrNameLst>
                                          <p:attrName>style.visibility</p:attrName>
                                        </p:attrNameLst>
                                      </p:cBhvr>
                                      <p:to>
                                        <p:strVal val="hidden"/>
                                      </p:to>
                                    </p:set>
                                  </p:childTnLst>
                                </p:cTn>
                              </p:par>
                              <p:par>
                                <p:cTn id="759" presetID="1" presetClass="entr" presetSubtype="0" fill="hold" grpId="0" nodeType="withEffect">
                                  <p:stCondLst>
                                    <p:cond delay="13582"/>
                                  </p:stCondLst>
                                  <p:childTnLst>
                                    <p:set>
                                      <p:cBhvr>
                                        <p:cTn id="760" dur="1" fill="hold">
                                          <p:stCondLst>
                                            <p:cond delay="0"/>
                                          </p:stCondLst>
                                        </p:cTn>
                                        <p:tgtEl>
                                          <p:spTgt spid="1186"/>
                                        </p:tgtEl>
                                        <p:attrNameLst>
                                          <p:attrName>style.visibility</p:attrName>
                                        </p:attrNameLst>
                                      </p:cBhvr>
                                      <p:to>
                                        <p:strVal val="visible"/>
                                      </p:to>
                                    </p:set>
                                  </p:childTnLst>
                                </p:cTn>
                              </p:par>
                              <p:par>
                                <p:cTn id="761" presetID="1" presetClass="exit" presetSubtype="0" fill="hold" grpId="1" nodeType="withEffect">
                                  <p:stCondLst>
                                    <p:cond delay="13626"/>
                                  </p:stCondLst>
                                  <p:childTnLst>
                                    <p:set>
                                      <p:cBhvr>
                                        <p:cTn id="762" dur="1" fill="hold">
                                          <p:stCondLst>
                                            <p:cond delay="0"/>
                                          </p:stCondLst>
                                        </p:cTn>
                                        <p:tgtEl>
                                          <p:spTgt spid="1186"/>
                                        </p:tgtEl>
                                        <p:attrNameLst>
                                          <p:attrName>style.visibility</p:attrName>
                                        </p:attrNameLst>
                                      </p:cBhvr>
                                      <p:to>
                                        <p:strVal val="hidden"/>
                                      </p:to>
                                    </p:set>
                                  </p:childTnLst>
                                </p:cTn>
                              </p:par>
                              <p:par>
                                <p:cTn id="763" presetID="1" presetClass="entr" presetSubtype="0" fill="hold" grpId="0" nodeType="withEffect">
                                  <p:stCondLst>
                                    <p:cond delay="13626"/>
                                  </p:stCondLst>
                                  <p:childTnLst>
                                    <p:set>
                                      <p:cBhvr>
                                        <p:cTn id="764" dur="1" fill="hold">
                                          <p:stCondLst>
                                            <p:cond delay="0"/>
                                          </p:stCondLst>
                                        </p:cTn>
                                        <p:tgtEl>
                                          <p:spTgt spid="1187"/>
                                        </p:tgtEl>
                                        <p:attrNameLst>
                                          <p:attrName>style.visibility</p:attrName>
                                        </p:attrNameLst>
                                      </p:cBhvr>
                                      <p:to>
                                        <p:strVal val="visible"/>
                                      </p:to>
                                    </p:set>
                                  </p:childTnLst>
                                </p:cTn>
                              </p:par>
                              <p:par>
                                <p:cTn id="765" presetID="1" presetClass="exit" presetSubtype="0" fill="hold" grpId="1" nodeType="withEffect">
                                  <p:stCondLst>
                                    <p:cond delay="13658"/>
                                  </p:stCondLst>
                                  <p:childTnLst>
                                    <p:set>
                                      <p:cBhvr>
                                        <p:cTn id="766" dur="1" fill="hold">
                                          <p:stCondLst>
                                            <p:cond delay="0"/>
                                          </p:stCondLst>
                                        </p:cTn>
                                        <p:tgtEl>
                                          <p:spTgt spid="1187"/>
                                        </p:tgtEl>
                                        <p:attrNameLst>
                                          <p:attrName>style.visibility</p:attrName>
                                        </p:attrNameLst>
                                      </p:cBhvr>
                                      <p:to>
                                        <p:strVal val="hidden"/>
                                      </p:to>
                                    </p:set>
                                  </p:childTnLst>
                                </p:cTn>
                              </p:par>
                              <p:par>
                                <p:cTn id="767" presetID="1" presetClass="entr" presetSubtype="0" fill="hold" grpId="0" nodeType="withEffect">
                                  <p:stCondLst>
                                    <p:cond delay="13658"/>
                                  </p:stCondLst>
                                  <p:childTnLst>
                                    <p:set>
                                      <p:cBhvr>
                                        <p:cTn id="768" dur="1" fill="hold">
                                          <p:stCondLst>
                                            <p:cond delay="0"/>
                                          </p:stCondLst>
                                        </p:cTn>
                                        <p:tgtEl>
                                          <p:spTgt spid="1188"/>
                                        </p:tgtEl>
                                        <p:attrNameLst>
                                          <p:attrName>style.visibility</p:attrName>
                                        </p:attrNameLst>
                                      </p:cBhvr>
                                      <p:to>
                                        <p:strVal val="visible"/>
                                      </p:to>
                                    </p:set>
                                  </p:childTnLst>
                                </p:cTn>
                              </p:par>
                              <p:par>
                                <p:cTn id="769" presetID="1" presetClass="exit" presetSubtype="0" fill="hold" grpId="1" nodeType="withEffect">
                                  <p:stCondLst>
                                    <p:cond delay="13698"/>
                                  </p:stCondLst>
                                  <p:childTnLst>
                                    <p:set>
                                      <p:cBhvr>
                                        <p:cTn id="770" dur="1" fill="hold">
                                          <p:stCondLst>
                                            <p:cond delay="0"/>
                                          </p:stCondLst>
                                        </p:cTn>
                                        <p:tgtEl>
                                          <p:spTgt spid="1188"/>
                                        </p:tgtEl>
                                        <p:attrNameLst>
                                          <p:attrName>style.visibility</p:attrName>
                                        </p:attrNameLst>
                                      </p:cBhvr>
                                      <p:to>
                                        <p:strVal val="hidden"/>
                                      </p:to>
                                    </p:set>
                                  </p:childTnLst>
                                </p:cTn>
                              </p:par>
                              <p:par>
                                <p:cTn id="771" presetID="1" presetClass="entr" presetSubtype="0" fill="hold" grpId="0" nodeType="withEffect">
                                  <p:stCondLst>
                                    <p:cond delay="13698"/>
                                  </p:stCondLst>
                                  <p:childTnLst>
                                    <p:set>
                                      <p:cBhvr>
                                        <p:cTn id="772" dur="1" fill="hold">
                                          <p:stCondLst>
                                            <p:cond delay="0"/>
                                          </p:stCondLst>
                                        </p:cTn>
                                        <p:tgtEl>
                                          <p:spTgt spid="1189"/>
                                        </p:tgtEl>
                                        <p:attrNameLst>
                                          <p:attrName>style.visibility</p:attrName>
                                        </p:attrNameLst>
                                      </p:cBhvr>
                                      <p:to>
                                        <p:strVal val="visible"/>
                                      </p:to>
                                    </p:set>
                                  </p:childTnLst>
                                </p:cTn>
                              </p:par>
                              <p:par>
                                <p:cTn id="773" presetID="1" presetClass="exit" presetSubtype="0" fill="hold" grpId="1" nodeType="withEffect">
                                  <p:stCondLst>
                                    <p:cond delay="13726"/>
                                  </p:stCondLst>
                                  <p:childTnLst>
                                    <p:set>
                                      <p:cBhvr>
                                        <p:cTn id="774" dur="1" fill="hold">
                                          <p:stCondLst>
                                            <p:cond delay="0"/>
                                          </p:stCondLst>
                                        </p:cTn>
                                        <p:tgtEl>
                                          <p:spTgt spid="1189"/>
                                        </p:tgtEl>
                                        <p:attrNameLst>
                                          <p:attrName>style.visibility</p:attrName>
                                        </p:attrNameLst>
                                      </p:cBhvr>
                                      <p:to>
                                        <p:strVal val="hidden"/>
                                      </p:to>
                                    </p:set>
                                  </p:childTnLst>
                                </p:cTn>
                              </p:par>
                              <p:par>
                                <p:cTn id="775" presetID="1" presetClass="entr" presetSubtype="0" fill="hold" grpId="0" nodeType="withEffect">
                                  <p:stCondLst>
                                    <p:cond delay="13726"/>
                                  </p:stCondLst>
                                  <p:childTnLst>
                                    <p:set>
                                      <p:cBhvr>
                                        <p:cTn id="776" dur="1" fill="hold">
                                          <p:stCondLst>
                                            <p:cond delay="0"/>
                                          </p:stCondLst>
                                        </p:cTn>
                                        <p:tgtEl>
                                          <p:spTgt spid="1190"/>
                                        </p:tgtEl>
                                        <p:attrNameLst>
                                          <p:attrName>style.visibility</p:attrName>
                                        </p:attrNameLst>
                                      </p:cBhvr>
                                      <p:to>
                                        <p:strVal val="visible"/>
                                      </p:to>
                                    </p:set>
                                  </p:childTnLst>
                                </p:cTn>
                              </p:par>
                              <p:par>
                                <p:cTn id="777" presetID="1" presetClass="exit" presetSubtype="0" fill="hold" grpId="1" nodeType="withEffect">
                                  <p:stCondLst>
                                    <p:cond delay="13762"/>
                                  </p:stCondLst>
                                  <p:childTnLst>
                                    <p:set>
                                      <p:cBhvr>
                                        <p:cTn id="778" dur="1" fill="hold">
                                          <p:stCondLst>
                                            <p:cond delay="0"/>
                                          </p:stCondLst>
                                        </p:cTn>
                                        <p:tgtEl>
                                          <p:spTgt spid="1190"/>
                                        </p:tgtEl>
                                        <p:attrNameLst>
                                          <p:attrName>style.visibility</p:attrName>
                                        </p:attrNameLst>
                                      </p:cBhvr>
                                      <p:to>
                                        <p:strVal val="hidden"/>
                                      </p:to>
                                    </p:set>
                                  </p:childTnLst>
                                </p:cTn>
                              </p:par>
                              <p:par>
                                <p:cTn id="779" presetID="1" presetClass="entr" presetSubtype="0" fill="hold" grpId="0" nodeType="withEffect">
                                  <p:stCondLst>
                                    <p:cond delay="13762"/>
                                  </p:stCondLst>
                                  <p:childTnLst>
                                    <p:set>
                                      <p:cBhvr>
                                        <p:cTn id="780" dur="1" fill="hold">
                                          <p:stCondLst>
                                            <p:cond delay="0"/>
                                          </p:stCondLst>
                                        </p:cTn>
                                        <p:tgtEl>
                                          <p:spTgt spid="1191"/>
                                        </p:tgtEl>
                                        <p:attrNameLst>
                                          <p:attrName>style.visibility</p:attrName>
                                        </p:attrNameLst>
                                      </p:cBhvr>
                                      <p:to>
                                        <p:strVal val="visible"/>
                                      </p:to>
                                    </p:set>
                                  </p:childTnLst>
                                </p:cTn>
                              </p:par>
                              <p:par>
                                <p:cTn id="781" presetID="1" presetClass="exit" presetSubtype="0" fill="hold" grpId="1" nodeType="withEffect">
                                  <p:stCondLst>
                                    <p:cond delay="13806"/>
                                  </p:stCondLst>
                                  <p:childTnLst>
                                    <p:set>
                                      <p:cBhvr>
                                        <p:cTn id="782" dur="1" fill="hold">
                                          <p:stCondLst>
                                            <p:cond delay="0"/>
                                          </p:stCondLst>
                                        </p:cTn>
                                        <p:tgtEl>
                                          <p:spTgt spid="1191"/>
                                        </p:tgtEl>
                                        <p:attrNameLst>
                                          <p:attrName>style.visibility</p:attrName>
                                        </p:attrNameLst>
                                      </p:cBhvr>
                                      <p:to>
                                        <p:strVal val="hidden"/>
                                      </p:to>
                                    </p:set>
                                  </p:childTnLst>
                                </p:cTn>
                              </p:par>
                              <p:par>
                                <p:cTn id="783" presetID="1" presetClass="entr" presetSubtype="0" fill="hold" grpId="0" nodeType="withEffect">
                                  <p:stCondLst>
                                    <p:cond delay="13806"/>
                                  </p:stCondLst>
                                  <p:childTnLst>
                                    <p:set>
                                      <p:cBhvr>
                                        <p:cTn id="784" dur="1" fill="hold">
                                          <p:stCondLst>
                                            <p:cond delay="0"/>
                                          </p:stCondLst>
                                        </p:cTn>
                                        <p:tgtEl>
                                          <p:spTgt spid="1192"/>
                                        </p:tgtEl>
                                        <p:attrNameLst>
                                          <p:attrName>style.visibility</p:attrName>
                                        </p:attrNameLst>
                                      </p:cBhvr>
                                      <p:to>
                                        <p:strVal val="visible"/>
                                      </p:to>
                                    </p:set>
                                  </p:childTnLst>
                                </p:cTn>
                              </p:par>
                              <p:par>
                                <p:cTn id="785" presetID="1" presetClass="exit" presetSubtype="0" fill="hold" grpId="1" nodeType="withEffect">
                                  <p:stCondLst>
                                    <p:cond delay="13844"/>
                                  </p:stCondLst>
                                  <p:childTnLst>
                                    <p:set>
                                      <p:cBhvr>
                                        <p:cTn id="786" dur="1" fill="hold">
                                          <p:stCondLst>
                                            <p:cond delay="0"/>
                                          </p:stCondLst>
                                        </p:cTn>
                                        <p:tgtEl>
                                          <p:spTgt spid="1192"/>
                                        </p:tgtEl>
                                        <p:attrNameLst>
                                          <p:attrName>style.visibility</p:attrName>
                                        </p:attrNameLst>
                                      </p:cBhvr>
                                      <p:to>
                                        <p:strVal val="hidden"/>
                                      </p:to>
                                    </p:set>
                                  </p:childTnLst>
                                </p:cTn>
                              </p:par>
                              <p:par>
                                <p:cTn id="787" presetID="1" presetClass="entr" presetSubtype="0" fill="hold" grpId="0" nodeType="withEffect">
                                  <p:stCondLst>
                                    <p:cond delay="13844"/>
                                  </p:stCondLst>
                                  <p:childTnLst>
                                    <p:set>
                                      <p:cBhvr>
                                        <p:cTn id="788" dur="1" fill="hold">
                                          <p:stCondLst>
                                            <p:cond delay="0"/>
                                          </p:stCondLst>
                                        </p:cTn>
                                        <p:tgtEl>
                                          <p:spTgt spid="1193"/>
                                        </p:tgtEl>
                                        <p:attrNameLst>
                                          <p:attrName>style.visibility</p:attrName>
                                        </p:attrNameLst>
                                      </p:cBhvr>
                                      <p:to>
                                        <p:strVal val="visible"/>
                                      </p:to>
                                    </p:set>
                                  </p:childTnLst>
                                </p:cTn>
                              </p:par>
                              <p:par>
                                <p:cTn id="789" presetID="1" presetClass="exit" presetSubtype="0" fill="hold" grpId="1" nodeType="withEffect">
                                  <p:stCondLst>
                                    <p:cond delay="13884"/>
                                  </p:stCondLst>
                                  <p:childTnLst>
                                    <p:set>
                                      <p:cBhvr>
                                        <p:cTn id="790" dur="1" fill="hold">
                                          <p:stCondLst>
                                            <p:cond delay="0"/>
                                          </p:stCondLst>
                                        </p:cTn>
                                        <p:tgtEl>
                                          <p:spTgt spid="1193"/>
                                        </p:tgtEl>
                                        <p:attrNameLst>
                                          <p:attrName>style.visibility</p:attrName>
                                        </p:attrNameLst>
                                      </p:cBhvr>
                                      <p:to>
                                        <p:strVal val="hidden"/>
                                      </p:to>
                                    </p:set>
                                  </p:childTnLst>
                                </p:cTn>
                              </p:par>
                              <p:par>
                                <p:cTn id="791" presetID="1" presetClass="entr" presetSubtype="0" fill="hold" grpId="0" nodeType="withEffect">
                                  <p:stCondLst>
                                    <p:cond delay="13884"/>
                                  </p:stCondLst>
                                  <p:childTnLst>
                                    <p:set>
                                      <p:cBhvr>
                                        <p:cTn id="792" dur="1" fill="hold">
                                          <p:stCondLst>
                                            <p:cond delay="0"/>
                                          </p:stCondLst>
                                        </p:cTn>
                                        <p:tgtEl>
                                          <p:spTgt spid="1194"/>
                                        </p:tgtEl>
                                        <p:attrNameLst>
                                          <p:attrName>style.visibility</p:attrName>
                                        </p:attrNameLst>
                                      </p:cBhvr>
                                      <p:to>
                                        <p:strVal val="visible"/>
                                      </p:to>
                                    </p:set>
                                  </p:childTnLst>
                                </p:cTn>
                              </p:par>
                              <p:par>
                                <p:cTn id="793" presetID="1" presetClass="exit" presetSubtype="0" fill="hold" grpId="1" nodeType="withEffect">
                                  <p:stCondLst>
                                    <p:cond delay="13912"/>
                                  </p:stCondLst>
                                  <p:childTnLst>
                                    <p:set>
                                      <p:cBhvr>
                                        <p:cTn id="794" dur="1" fill="hold">
                                          <p:stCondLst>
                                            <p:cond delay="0"/>
                                          </p:stCondLst>
                                        </p:cTn>
                                        <p:tgtEl>
                                          <p:spTgt spid="1194"/>
                                        </p:tgtEl>
                                        <p:attrNameLst>
                                          <p:attrName>style.visibility</p:attrName>
                                        </p:attrNameLst>
                                      </p:cBhvr>
                                      <p:to>
                                        <p:strVal val="hidden"/>
                                      </p:to>
                                    </p:set>
                                  </p:childTnLst>
                                </p:cTn>
                              </p:par>
                              <p:par>
                                <p:cTn id="795" presetID="1" presetClass="entr" presetSubtype="0" fill="hold" grpId="0" nodeType="withEffect">
                                  <p:stCondLst>
                                    <p:cond delay="13912"/>
                                  </p:stCondLst>
                                  <p:childTnLst>
                                    <p:set>
                                      <p:cBhvr>
                                        <p:cTn id="796" dur="1" fill="hold">
                                          <p:stCondLst>
                                            <p:cond delay="0"/>
                                          </p:stCondLst>
                                        </p:cTn>
                                        <p:tgtEl>
                                          <p:spTgt spid="1195"/>
                                        </p:tgtEl>
                                        <p:attrNameLst>
                                          <p:attrName>style.visibility</p:attrName>
                                        </p:attrNameLst>
                                      </p:cBhvr>
                                      <p:to>
                                        <p:strVal val="visible"/>
                                      </p:to>
                                    </p:set>
                                  </p:childTnLst>
                                </p:cTn>
                              </p:par>
                              <p:par>
                                <p:cTn id="797" presetID="1" presetClass="exit" presetSubtype="0" fill="hold" grpId="1" nodeType="withEffect">
                                  <p:stCondLst>
                                    <p:cond delay="13950"/>
                                  </p:stCondLst>
                                  <p:childTnLst>
                                    <p:set>
                                      <p:cBhvr>
                                        <p:cTn id="798" dur="1" fill="hold">
                                          <p:stCondLst>
                                            <p:cond delay="0"/>
                                          </p:stCondLst>
                                        </p:cTn>
                                        <p:tgtEl>
                                          <p:spTgt spid="1195"/>
                                        </p:tgtEl>
                                        <p:attrNameLst>
                                          <p:attrName>style.visibility</p:attrName>
                                        </p:attrNameLst>
                                      </p:cBhvr>
                                      <p:to>
                                        <p:strVal val="hidden"/>
                                      </p:to>
                                    </p:set>
                                  </p:childTnLst>
                                </p:cTn>
                              </p:par>
                              <p:par>
                                <p:cTn id="799" presetID="1" presetClass="entr" presetSubtype="0" fill="hold" grpId="0" nodeType="withEffect">
                                  <p:stCondLst>
                                    <p:cond delay="13950"/>
                                  </p:stCondLst>
                                  <p:childTnLst>
                                    <p:set>
                                      <p:cBhvr>
                                        <p:cTn id="800" dur="1" fill="hold">
                                          <p:stCondLst>
                                            <p:cond delay="0"/>
                                          </p:stCondLst>
                                        </p:cTn>
                                        <p:tgtEl>
                                          <p:spTgt spid="1196"/>
                                        </p:tgtEl>
                                        <p:attrNameLst>
                                          <p:attrName>style.visibility</p:attrName>
                                        </p:attrNameLst>
                                      </p:cBhvr>
                                      <p:to>
                                        <p:strVal val="visible"/>
                                      </p:to>
                                    </p:set>
                                  </p:childTnLst>
                                </p:cTn>
                              </p:par>
                              <p:par>
                                <p:cTn id="801" presetID="1" presetClass="exit" presetSubtype="0" fill="hold" grpId="1" nodeType="withEffect">
                                  <p:stCondLst>
                                    <p:cond delay="13994"/>
                                  </p:stCondLst>
                                  <p:childTnLst>
                                    <p:set>
                                      <p:cBhvr>
                                        <p:cTn id="802" dur="1" fill="hold">
                                          <p:stCondLst>
                                            <p:cond delay="0"/>
                                          </p:stCondLst>
                                        </p:cTn>
                                        <p:tgtEl>
                                          <p:spTgt spid="1196"/>
                                        </p:tgtEl>
                                        <p:attrNameLst>
                                          <p:attrName>style.visibility</p:attrName>
                                        </p:attrNameLst>
                                      </p:cBhvr>
                                      <p:to>
                                        <p:strVal val="hidden"/>
                                      </p:to>
                                    </p:set>
                                  </p:childTnLst>
                                </p:cTn>
                              </p:par>
                              <p:par>
                                <p:cTn id="803" presetID="1" presetClass="entr" presetSubtype="0" fill="hold" grpId="0" nodeType="withEffect">
                                  <p:stCondLst>
                                    <p:cond delay="13994"/>
                                  </p:stCondLst>
                                  <p:childTnLst>
                                    <p:set>
                                      <p:cBhvr>
                                        <p:cTn id="804" dur="1" fill="hold">
                                          <p:stCondLst>
                                            <p:cond delay="0"/>
                                          </p:stCondLst>
                                        </p:cTn>
                                        <p:tgtEl>
                                          <p:spTgt spid="1197"/>
                                        </p:tgtEl>
                                        <p:attrNameLst>
                                          <p:attrName>style.visibility</p:attrName>
                                        </p:attrNameLst>
                                      </p:cBhvr>
                                      <p:to>
                                        <p:strVal val="visible"/>
                                      </p:to>
                                    </p:set>
                                  </p:childTnLst>
                                </p:cTn>
                              </p:par>
                              <p:par>
                                <p:cTn id="805" presetID="1" presetClass="exit" presetSubtype="0" fill="hold" grpId="1" nodeType="withEffect">
                                  <p:stCondLst>
                                    <p:cond delay="14026"/>
                                  </p:stCondLst>
                                  <p:childTnLst>
                                    <p:set>
                                      <p:cBhvr>
                                        <p:cTn id="806" dur="1" fill="hold">
                                          <p:stCondLst>
                                            <p:cond delay="0"/>
                                          </p:stCondLst>
                                        </p:cTn>
                                        <p:tgtEl>
                                          <p:spTgt spid="1197"/>
                                        </p:tgtEl>
                                        <p:attrNameLst>
                                          <p:attrName>style.visibility</p:attrName>
                                        </p:attrNameLst>
                                      </p:cBhvr>
                                      <p:to>
                                        <p:strVal val="hidden"/>
                                      </p:to>
                                    </p:set>
                                  </p:childTnLst>
                                </p:cTn>
                              </p:par>
                              <p:par>
                                <p:cTn id="807" presetID="1" presetClass="entr" presetSubtype="0" fill="hold" grpId="0" nodeType="withEffect">
                                  <p:stCondLst>
                                    <p:cond delay="14026"/>
                                  </p:stCondLst>
                                  <p:childTnLst>
                                    <p:set>
                                      <p:cBhvr>
                                        <p:cTn id="808" dur="1" fill="hold">
                                          <p:stCondLst>
                                            <p:cond delay="0"/>
                                          </p:stCondLst>
                                        </p:cTn>
                                        <p:tgtEl>
                                          <p:spTgt spid="1198"/>
                                        </p:tgtEl>
                                        <p:attrNameLst>
                                          <p:attrName>style.visibility</p:attrName>
                                        </p:attrNameLst>
                                      </p:cBhvr>
                                      <p:to>
                                        <p:strVal val="visible"/>
                                      </p:to>
                                    </p:set>
                                  </p:childTnLst>
                                </p:cTn>
                              </p:par>
                              <p:par>
                                <p:cTn id="809" presetID="1" presetClass="exit" presetSubtype="0" fill="hold" grpId="1" nodeType="withEffect">
                                  <p:stCondLst>
                                    <p:cond delay="14066"/>
                                  </p:stCondLst>
                                  <p:childTnLst>
                                    <p:set>
                                      <p:cBhvr>
                                        <p:cTn id="810" dur="1" fill="hold">
                                          <p:stCondLst>
                                            <p:cond delay="0"/>
                                          </p:stCondLst>
                                        </p:cTn>
                                        <p:tgtEl>
                                          <p:spTgt spid="1198"/>
                                        </p:tgtEl>
                                        <p:attrNameLst>
                                          <p:attrName>style.visibility</p:attrName>
                                        </p:attrNameLst>
                                      </p:cBhvr>
                                      <p:to>
                                        <p:strVal val="hidden"/>
                                      </p:to>
                                    </p:set>
                                  </p:childTnLst>
                                </p:cTn>
                              </p:par>
                              <p:par>
                                <p:cTn id="811" presetID="1" presetClass="entr" presetSubtype="0" fill="hold" grpId="0" nodeType="withEffect">
                                  <p:stCondLst>
                                    <p:cond delay="14066"/>
                                  </p:stCondLst>
                                  <p:childTnLst>
                                    <p:set>
                                      <p:cBhvr>
                                        <p:cTn id="812" dur="1" fill="hold">
                                          <p:stCondLst>
                                            <p:cond delay="0"/>
                                          </p:stCondLst>
                                        </p:cTn>
                                        <p:tgtEl>
                                          <p:spTgt spid="1199"/>
                                        </p:tgtEl>
                                        <p:attrNameLst>
                                          <p:attrName>style.visibility</p:attrName>
                                        </p:attrNameLst>
                                      </p:cBhvr>
                                      <p:to>
                                        <p:strVal val="visible"/>
                                      </p:to>
                                    </p:set>
                                  </p:childTnLst>
                                </p:cTn>
                              </p:par>
                              <p:par>
                                <p:cTn id="813" presetID="1" presetClass="exit" presetSubtype="0" fill="hold" grpId="1" nodeType="withEffect">
                                  <p:stCondLst>
                                    <p:cond delay="14094"/>
                                  </p:stCondLst>
                                  <p:childTnLst>
                                    <p:set>
                                      <p:cBhvr>
                                        <p:cTn id="814" dur="1" fill="hold">
                                          <p:stCondLst>
                                            <p:cond delay="0"/>
                                          </p:stCondLst>
                                        </p:cTn>
                                        <p:tgtEl>
                                          <p:spTgt spid="1199"/>
                                        </p:tgtEl>
                                        <p:attrNameLst>
                                          <p:attrName>style.visibility</p:attrName>
                                        </p:attrNameLst>
                                      </p:cBhvr>
                                      <p:to>
                                        <p:strVal val="hidden"/>
                                      </p:to>
                                    </p:set>
                                  </p:childTnLst>
                                </p:cTn>
                              </p:par>
                              <p:par>
                                <p:cTn id="815" presetID="1" presetClass="entr" presetSubtype="0" fill="hold" grpId="0" nodeType="withEffect">
                                  <p:stCondLst>
                                    <p:cond delay="14094"/>
                                  </p:stCondLst>
                                  <p:childTnLst>
                                    <p:set>
                                      <p:cBhvr>
                                        <p:cTn id="816" dur="1" fill="hold">
                                          <p:stCondLst>
                                            <p:cond delay="0"/>
                                          </p:stCondLst>
                                        </p:cTn>
                                        <p:tgtEl>
                                          <p:spTgt spid="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P spid="1000" grpId="0"/>
      <p:bldP spid="1000" grpId="1"/>
      <p:bldP spid="1001" grpId="0"/>
      <p:bldP spid="1001" grpId="1"/>
      <p:bldP spid="1002" grpId="0"/>
      <p:bldP spid="1002" grpId="1"/>
      <p:bldP spid="1003" grpId="0"/>
      <p:bldP spid="1003" grpId="1"/>
      <p:bldP spid="1004" grpId="0"/>
      <p:bldP spid="1004" grpId="1"/>
      <p:bldP spid="1005" grpId="0"/>
      <p:bldP spid="1005" grpId="1"/>
      <p:bldP spid="1006" grpId="0"/>
      <p:bldP spid="1006" grpId="1"/>
      <p:bldP spid="1007" grpId="0"/>
      <p:bldP spid="1007" grpId="1"/>
      <p:bldP spid="1008" grpId="0"/>
      <p:bldP spid="1008" grpId="1"/>
      <p:bldP spid="1009" grpId="0"/>
      <p:bldP spid="1009" grpId="1"/>
      <p:bldP spid="1010" grpId="0"/>
      <p:bldP spid="1010" grpId="1"/>
      <p:bldP spid="1011" grpId="0"/>
      <p:bldP spid="1011" grpId="1"/>
      <p:bldP spid="1012" grpId="0"/>
      <p:bldP spid="1012" grpId="1"/>
      <p:bldP spid="1013" grpId="0"/>
      <p:bldP spid="1013" grpId="1"/>
      <p:bldP spid="1014" grpId="0"/>
      <p:bldP spid="1014" grpId="1"/>
      <p:bldP spid="1015" grpId="0"/>
      <p:bldP spid="1015" grpId="1"/>
      <p:bldP spid="1016" grpId="0"/>
      <p:bldP spid="1016" grpId="1"/>
      <p:bldP spid="1017" grpId="0"/>
      <p:bldP spid="1017" grpId="1"/>
      <p:bldP spid="1018" grpId="0"/>
      <p:bldP spid="1018" grpId="1"/>
      <p:bldP spid="1019" grpId="0"/>
      <p:bldP spid="1019" grpId="1"/>
      <p:bldP spid="1020" grpId="0"/>
      <p:bldP spid="1020" grpId="1"/>
      <p:bldP spid="1021" grpId="0"/>
      <p:bldP spid="1021" grpId="1"/>
      <p:bldP spid="1022" grpId="0"/>
      <p:bldP spid="1022" grpId="1"/>
      <p:bldP spid="1023" grpId="0"/>
      <p:bldP spid="1023" grpId="1"/>
      <p:bldP spid="1024" grpId="0"/>
      <p:bldP spid="1024" grpId="1"/>
      <p:bldP spid="1025" grpId="0"/>
      <p:bldP spid="1025" grpId="1"/>
      <p:bldP spid="1026" grpId="0"/>
      <p:bldP spid="1026" grpId="1"/>
      <p:bldP spid="1027" grpId="0"/>
      <p:bldP spid="1027" grpId="1"/>
      <p:bldP spid="1028" grpId="0"/>
      <p:bldP spid="1028" grpId="1"/>
      <p:bldP spid="1029" grpId="0"/>
      <p:bldP spid="1029" grpId="1"/>
      <p:bldP spid="1030" grpId="0"/>
      <p:bldP spid="1030" grpId="1"/>
      <p:bldP spid="1031" grpId="0"/>
      <p:bldP spid="1031" grpId="1"/>
      <p:bldP spid="1032" grpId="0"/>
      <p:bldP spid="1032" grpId="1"/>
      <p:bldP spid="1033" grpId="0"/>
      <p:bldP spid="1033" grpId="1"/>
      <p:bldP spid="1034" grpId="0"/>
      <p:bldP spid="1034" grpId="1"/>
      <p:bldP spid="86" grpId="0"/>
      <p:bldP spid="1035" grpId="0"/>
      <p:bldP spid="1035" grpId="1"/>
      <p:bldP spid="1036" grpId="0"/>
      <p:bldP spid="1036" grpId="1"/>
      <p:bldP spid="1037" grpId="0"/>
      <p:bldP spid="1037" grpId="1"/>
      <p:bldP spid="1038" grpId="0"/>
      <p:bldP spid="1038" grpId="1"/>
      <p:bldP spid="1039" grpId="0"/>
      <p:bldP spid="1039" grpId="1"/>
      <p:bldP spid="1040" grpId="0"/>
      <p:bldP spid="1040" grpId="1"/>
      <p:bldP spid="1041" grpId="0"/>
      <p:bldP spid="1041" grpId="1"/>
      <p:bldP spid="1042" grpId="0"/>
      <p:bldP spid="1042" grpId="1"/>
      <p:bldP spid="1043" grpId="0"/>
      <p:bldP spid="1043" grpId="1"/>
      <p:bldP spid="1044" grpId="0"/>
      <p:bldP spid="1044" grpId="1"/>
      <p:bldP spid="1045" grpId="0"/>
      <p:bldP spid="1045" grpId="1"/>
      <p:bldP spid="1046" grpId="0"/>
      <p:bldP spid="1046" grpId="1"/>
      <p:bldP spid="1047" grpId="0"/>
      <p:bldP spid="1047" grpId="1"/>
      <p:bldP spid="1048" grpId="0"/>
      <p:bldP spid="1048" grpId="1"/>
      <p:bldP spid="1049" grpId="0"/>
      <p:bldP spid="1049" grpId="1"/>
      <p:bldP spid="1050" grpId="0"/>
      <p:bldP spid="1050" grpId="1"/>
      <p:bldP spid="1051" grpId="0"/>
      <p:bldP spid="1051" grpId="1"/>
      <p:bldP spid="1052" grpId="0"/>
      <p:bldP spid="1052" grpId="1"/>
      <p:bldP spid="1053" grpId="0"/>
      <p:bldP spid="1053" grpId="1"/>
      <p:bldP spid="1054" grpId="0"/>
      <p:bldP spid="1054" grpId="1"/>
      <p:bldP spid="1055" grpId="0"/>
      <p:bldP spid="1055" grpId="1"/>
      <p:bldP spid="1056" grpId="0"/>
      <p:bldP spid="1056" grpId="1"/>
      <p:bldP spid="1057" grpId="0"/>
      <p:bldP spid="1057" grpId="1"/>
      <p:bldP spid="1058" grpId="0"/>
      <p:bldP spid="1058" grpId="1"/>
      <p:bldP spid="1059" grpId="0"/>
      <p:bldP spid="1059" grpId="1"/>
      <p:bldP spid="1060" grpId="0"/>
      <p:bldP spid="1060" grpId="1"/>
      <p:bldP spid="1061" grpId="0"/>
      <p:bldP spid="1061" grpId="1"/>
      <p:bldP spid="1062" grpId="0"/>
      <p:bldP spid="1062" grpId="1"/>
      <p:bldP spid="1063" grpId="0"/>
      <p:bldP spid="1063" grpId="1"/>
      <p:bldP spid="1064" grpId="0"/>
      <p:bldP spid="1064" grpId="1"/>
      <p:bldP spid="1065" grpId="0"/>
      <p:bldP spid="1065" grpId="1"/>
      <p:bldP spid="1066" grpId="0"/>
      <p:bldP spid="1066" grpId="1"/>
      <p:bldP spid="1067" grpId="0"/>
      <p:bldP spid="1067" grpId="1"/>
      <p:bldP spid="1068" grpId="0"/>
      <p:bldP spid="1068" grpId="1"/>
      <p:bldP spid="1069" grpId="0"/>
      <p:bldP spid="1069" grpId="1"/>
      <p:bldP spid="89" grpId="0"/>
      <p:bldP spid="1070" grpId="0"/>
      <p:bldP spid="1070" grpId="1"/>
      <p:bldP spid="1071" grpId="0"/>
      <p:bldP spid="1071" grpId="1"/>
      <p:bldP spid="1072" grpId="0"/>
      <p:bldP spid="1072" grpId="1"/>
      <p:bldP spid="1073" grpId="0"/>
      <p:bldP spid="1073" grpId="1"/>
      <p:bldP spid="1074" grpId="0"/>
      <p:bldP spid="1074" grpId="1"/>
      <p:bldP spid="1075" grpId="0"/>
      <p:bldP spid="1075" grpId="1"/>
      <p:bldP spid="1076" grpId="0"/>
      <p:bldP spid="1076" grpId="1"/>
      <p:bldP spid="1077" grpId="0"/>
      <p:bldP spid="1077" grpId="1"/>
      <p:bldP spid="1078" grpId="0"/>
      <p:bldP spid="1078" grpId="1"/>
      <p:bldP spid="1079" grpId="0"/>
      <p:bldP spid="1079" grpId="1"/>
      <p:bldP spid="1080" grpId="0"/>
      <p:bldP spid="1080" grpId="1"/>
      <p:bldP spid="1081" grpId="0"/>
      <p:bldP spid="1081" grpId="1"/>
      <p:bldP spid="1082" grpId="0"/>
      <p:bldP spid="1082" grpId="1"/>
      <p:bldP spid="1083" grpId="0"/>
      <p:bldP spid="1083" grpId="1"/>
      <p:bldP spid="1084" grpId="0"/>
      <p:bldP spid="1084" grpId="1"/>
      <p:bldP spid="1085" grpId="0"/>
      <p:bldP spid="1085" grpId="1"/>
      <p:bldP spid="1086" grpId="0"/>
      <p:bldP spid="1086" grpId="1"/>
      <p:bldP spid="1087" grpId="0"/>
      <p:bldP spid="1087" grpId="1"/>
      <p:bldP spid="1088" grpId="0"/>
      <p:bldP spid="1088" grpId="1"/>
      <p:bldP spid="1089" grpId="0"/>
      <p:bldP spid="1089" grpId="1"/>
      <p:bldP spid="1090" grpId="0"/>
      <p:bldP spid="1090" grpId="1"/>
      <p:bldP spid="1091" grpId="0"/>
      <p:bldP spid="1091" grpId="1"/>
      <p:bldP spid="1092" grpId="0"/>
      <p:bldP spid="1092" grpId="1"/>
      <p:bldP spid="1093" grpId="0"/>
      <p:bldP spid="1093" grpId="1"/>
      <p:bldP spid="1094" grpId="0"/>
      <p:bldP spid="1094" grpId="1"/>
      <p:bldP spid="1095" grpId="0"/>
      <p:bldP spid="1095" grpId="1"/>
      <p:bldP spid="1096" grpId="0"/>
      <p:bldP spid="1096" grpId="1"/>
      <p:bldP spid="1097" grpId="0"/>
      <p:bldP spid="1097" grpId="1"/>
      <p:bldP spid="1098" grpId="0"/>
      <p:bldP spid="1098" grpId="1"/>
      <p:bldP spid="1099" grpId="0"/>
      <p:bldP spid="1099" grpId="1"/>
      <p:bldP spid="1100" grpId="0"/>
      <p:bldP spid="1100" grpId="1"/>
      <p:bldP spid="1101" grpId="0"/>
      <p:bldP spid="1101" grpId="1"/>
      <p:bldP spid="1102" grpId="0"/>
      <p:bldP spid="1102" grpId="1"/>
      <p:bldP spid="1103" grpId="0"/>
      <p:bldP spid="1103" grpId="1"/>
      <p:bldP spid="1104" grpId="0"/>
      <p:bldP spid="1104" grpId="1"/>
      <p:bldP spid="92" grpId="0"/>
      <p:bldP spid="1105" grpId="0"/>
      <p:bldP spid="1105" grpId="1"/>
      <p:bldP spid="1106" grpId="0"/>
      <p:bldP spid="1106" grpId="1"/>
      <p:bldP spid="1107" grpId="0"/>
      <p:bldP spid="1107" grpId="1"/>
      <p:bldP spid="1108" grpId="0"/>
      <p:bldP spid="1108" grpId="1"/>
      <p:bldP spid="1109" grpId="0"/>
      <p:bldP spid="1109" grpId="1"/>
      <p:bldP spid="1110" grpId="0"/>
      <p:bldP spid="1110" grpId="1"/>
      <p:bldP spid="1111" grpId="0"/>
      <p:bldP spid="1111" grpId="1"/>
      <p:bldP spid="1112" grpId="0"/>
      <p:bldP spid="1112" grpId="1"/>
      <p:bldP spid="1113" grpId="0"/>
      <p:bldP spid="1113" grpId="1"/>
      <p:bldP spid="1114" grpId="0"/>
      <p:bldP spid="1114" grpId="1"/>
      <p:bldP spid="1115" grpId="0"/>
      <p:bldP spid="1115" grpId="1"/>
      <p:bldP spid="1116" grpId="0"/>
      <p:bldP spid="1116" grpId="1"/>
      <p:bldP spid="1117" grpId="0"/>
      <p:bldP spid="1117" grpId="1"/>
      <p:bldP spid="1118" grpId="0"/>
      <p:bldP spid="1118" grpId="1"/>
      <p:bldP spid="1119" grpId="0"/>
      <p:bldP spid="1119" grpId="1"/>
      <p:bldP spid="1120" grpId="0"/>
      <p:bldP spid="1120" grpId="1"/>
      <p:bldP spid="1121" grpId="0"/>
      <p:bldP spid="1121" grpId="1"/>
      <p:bldP spid="1122" grpId="0"/>
      <p:bldP spid="1122" grpId="1"/>
      <p:bldP spid="1123" grpId="0"/>
      <p:bldP spid="1123" grpId="1"/>
      <p:bldP spid="1124" grpId="0"/>
      <p:bldP spid="1124" grpId="1"/>
      <p:bldP spid="1125" grpId="0"/>
      <p:bldP spid="1125" grpId="1"/>
      <p:bldP spid="1126" grpId="0"/>
      <p:bldP spid="1126" grpId="1"/>
      <p:bldP spid="1127" grpId="0"/>
      <p:bldP spid="1127" grpId="1"/>
      <p:bldP spid="1128" grpId="0"/>
      <p:bldP spid="1128" grpId="1"/>
      <p:bldP spid="1129" grpId="0"/>
      <p:bldP spid="1129" grpId="1"/>
      <p:bldP spid="1130" grpId="0"/>
      <p:bldP spid="1130" grpId="1"/>
      <p:bldP spid="1131" grpId="0"/>
      <p:bldP spid="1131" grpId="1"/>
      <p:bldP spid="1132" grpId="0"/>
      <p:bldP spid="1132" grpId="1"/>
      <p:bldP spid="1133" grpId="0"/>
      <p:bldP spid="1133" grpId="1"/>
      <p:bldP spid="1134" grpId="0"/>
      <p:bldP spid="1134" grpId="1"/>
      <p:bldP spid="1135" grpId="0"/>
      <p:bldP spid="1135" grpId="1"/>
      <p:bldP spid="95" grpId="0"/>
      <p:bldP spid="1136" grpId="0"/>
      <p:bldP spid="1136" grpId="1"/>
      <p:bldP spid="1137" grpId="0"/>
      <p:bldP spid="1137" grpId="1"/>
      <p:bldP spid="1138" grpId="0"/>
      <p:bldP spid="1138" grpId="1"/>
      <p:bldP spid="1139" grpId="0"/>
      <p:bldP spid="1139" grpId="1"/>
      <p:bldP spid="1140" grpId="0"/>
      <p:bldP spid="1140" grpId="1"/>
      <p:bldP spid="1141" grpId="0"/>
      <p:bldP spid="1141" grpId="1"/>
      <p:bldP spid="1142" grpId="0"/>
      <p:bldP spid="1142" grpId="1"/>
      <p:bldP spid="1143" grpId="0"/>
      <p:bldP spid="1143" grpId="1"/>
      <p:bldP spid="1144" grpId="0"/>
      <p:bldP spid="1144" grpId="1"/>
      <p:bldP spid="1145" grpId="0"/>
      <p:bldP spid="1145" grpId="1"/>
      <p:bldP spid="1146" grpId="0"/>
      <p:bldP spid="1146" grpId="1"/>
      <p:bldP spid="1147" grpId="0"/>
      <p:bldP spid="1147" grpId="1"/>
      <p:bldP spid="1148" grpId="0"/>
      <p:bldP spid="1148" grpId="1"/>
      <p:bldP spid="1149" grpId="0"/>
      <p:bldP spid="1149" grpId="1"/>
      <p:bldP spid="1150" grpId="0"/>
      <p:bldP spid="1150" grpId="1"/>
      <p:bldP spid="1151" grpId="0"/>
      <p:bldP spid="1151" grpId="1"/>
      <p:bldP spid="1152" grpId="0"/>
      <p:bldP spid="1152" grpId="1"/>
      <p:bldP spid="1153" grpId="0"/>
      <p:bldP spid="1153" grpId="1"/>
      <p:bldP spid="1154" grpId="0"/>
      <p:bldP spid="1154" grpId="1"/>
      <p:bldP spid="1155" grpId="0"/>
      <p:bldP spid="1155" grpId="1"/>
      <p:bldP spid="1156" grpId="0"/>
      <p:bldP spid="1156" grpId="1"/>
      <p:bldP spid="1157" grpId="0"/>
      <p:bldP spid="1157" grpId="1"/>
      <p:bldP spid="1158" grpId="0"/>
      <p:bldP spid="1158" grpId="1"/>
      <p:bldP spid="1159" grpId="0"/>
      <p:bldP spid="1159" grpId="1"/>
      <p:bldP spid="1160" grpId="0"/>
      <p:bldP spid="1160" grpId="1"/>
      <p:bldP spid="1161" grpId="0"/>
      <p:bldP spid="1161" grpId="1"/>
      <p:bldP spid="1162" grpId="0"/>
      <p:bldP spid="1162" grpId="1"/>
      <p:bldP spid="1163" grpId="0"/>
      <p:bldP spid="1163" grpId="1"/>
      <p:bldP spid="1164" grpId="0"/>
      <p:bldP spid="1164" grpId="1"/>
      <p:bldP spid="1165" grpId="0"/>
      <p:bldP spid="1165" grpId="1"/>
      <p:bldP spid="1166" grpId="0"/>
      <p:bldP spid="1166" grpId="1"/>
      <p:bldP spid="1167" grpId="0"/>
      <p:bldP spid="1167" grpId="1"/>
      <p:bldP spid="1168" grpId="0"/>
      <p:bldP spid="1168" grpId="1"/>
      <p:bldP spid="98" grpId="0"/>
      <p:bldP spid="1169" grpId="0"/>
      <p:bldP spid="1169" grpId="1"/>
      <p:bldP spid="1170" grpId="0"/>
      <p:bldP spid="1170" grpId="1"/>
      <p:bldP spid="1171" grpId="0"/>
      <p:bldP spid="1171" grpId="1"/>
      <p:bldP spid="1172" grpId="0"/>
      <p:bldP spid="1172" grpId="1"/>
      <p:bldP spid="1173" grpId="0"/>
      <p:bldP spid="1173" grpId="1"/>
      <p:bldP spid="1174" grpId="0"/>
      <p:bldP spid="1174" grpId="1"/>
      <p:bldP spid="1175" grpId="0"/>
      <p:bldP spid="1175" grpId="1"/>
      <p:bldP spid="1176" grpId="0"/>
      <p:bldP spid="1176" grpId="1"/>
      <p:bldP spid="1177" grpId="0"/>
      <p:bldP spid="1177" grpId="1"/>
      <p:bldP spid="1178" grpId="0"/>
      <p:bldP spid="1178" grpId="1"/>
      <p:bldP spid="1179" grpId="0"/>
      <p:bldP spid="1179" grpId="1"/>
      <p:bldP spid="1180" grpId="0"/>
      <p:bldP spid="1180" grpId="1"/>
      <p:bldP spid="1181" grpId="0"/>
      <p:bldP spid="1181" grpId="1"/>
      <p:bldP spid="1182" grpId="0"/>
      <p:bldP spid="1182" grpId="1"/>
      <p:bldP spid="1183" grpId="0"/>
      <p:bldP spid="1183" grpId="1"/>
      <p:bldP spid="1184" grpId="0"/>
      <p:bldP spid="1184" grpId="1"/>
      <p:bldP spid="1185" grpId="0"/>
      <p:bldP spid="1185" grpId="1"/>
      <p:bldP spid="1186" grpId="0"/>
      <p:bldP spid="1186" grpId="1"/>
      <p:bldP spid="1187" grpId="0"/>
      <p:bldP spid="1187" grpId="1"/>
      <p:bldP spid="1188" grpId="0"/>
      <p:bldP spid="1188" grpId="1"/>
      <p:bldP spid="1189" grpId="0"/>
      <p:bldP spid="1189" grpId="1"/>
      <p:bldP spid="1190" grpId="0"/>
      <p:bldP spid="1190" grpId="1"/>
      <p:bldP spid="1191" grpId="0"/>
      <p:bldP spid="1191" grpId="1"/>
      <p:bldP spid="1192" grpId="0"/>
      <p:bldP spid="1192" grpId="1"/>
      <p:bldP spid="1193" grpId="0"/>
      <p:bldP spid="1193" grpId="1"/>
      <p:bldP spid="1194" grpId="0"/>
      <p:bldP spid="1194" grpId="1"/>
      <p:bldP spid="1195" grpId="0"/>
      <p:bldP spid="1195" grpId="1"/>
      <p:bldP spid="1196" grpId="0"/>
      <p:bldP spid="1196" grpId="1"/>
      <p:bldP spid="1197" grpId="0"/>
      <p:bldP spid="1197" grpId="1"/>
      <p:bldP spid="1198" grpId="0"/>
      <p:bldP spid="1198" grpId="1"/>
      <p:bldP spid="1199" grpId="0"/>
      <p:bldP spid="1199"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itle"/>
          <p:cNvSpPr txBox="1"/>
          <p:nvPr/>
        </p:nvSpPr>
        <p:spPr>
          <a:xfrm>
            <a:off x="320040" y="342900"/>
            <a:ext cx="850392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700" b="0" dirty="0">
                <a:solidFill>
                  <a:srgbClr val="0F1A2A"/>
                </a:solidFill>
                <a:latin typeface="Sora SemiBold"/>
                <a:ea typeface="Sora SemiBold"/>
                <a:cs typeface="Sora SemiBold"/>
                <a:sym typeface="Sora SemiBold"/>
              </a:rPr>
              <a:t>Forms lose people.</a:t>
            </a:r>
          </a:p>
        </p:txBody>
      </p:sp>
      <p:sp>
        <p:nvSpPr>
          <p:cNvPr id="8" name="Accent bar"/>
          <p:cNvSpPr/>
          <p:nvPr/>
        </p:nvSpPr>
        <p:spPr>
          <a:xfrm>
            <a:off x="411480" y="2997200"/>
            <a:ext cx="812800" cy="63500"/>
          </a:xfrm>
          <a:prstGeom prst="rect">
            <a:avLst/>
          </a:prstGeom>
          <a:solidFill>
            <a:srgbClr val="22C985"/>
          </a:solidFill>
          <a:ln>
            <a:noFill/>
          </a:ln>
        </p:spPr>
        <p:txBody>
          <a:bodyPr/>
          <a:lstStyle/>
          <a:p>
            <a:endParaRPr lang="en-US"/>
          </a:p>
        </p:txBody>
      </p:sp>
      <p:sp>
        <p:nvSpPr>
          <p:cNvPr id="9" name="Caption 2"/>
          <p:cNvSpPr txBox="1"/>
          <p:nvPr/>
        </p:nvSpPr>
        <p:spPr>
          <a:xfrm>
            <a:off x="320040" y="3225800"/>
            <a:ext cx="838200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000" b="1" dirty="0">
                <a:solidFill>
                  <a:srgbClr val="0F1A2A"/>
                </a:solidFill>
                <a:latin typeface="DM Sans"/>
                <a:ea typeface="DM Sans"/>
                <a:cs typeface="DM Sans"/>
                <a:sym typeface="DM Sans"/>
              </a:rPr>
              <a:t>70%</a:t>
            </a:r>
            <a:r>
              <a:rPr lang="en-US" sz="2000" b="0" dirty="0">
                <a:solidFill>
                  <a:srgbClr val="5B6575"/>
                </a:solidFill>
                <a:latin typeface="DM Sans"/>
                <a:ea typeface="DM Sans"/>
                <a:cs typeface="DM Sans"/>
                <a:sym typeface="DM Sans"/>
              </a:rPr>
              <a:t> of online checkouts are abandoned before they finish.</a:t>
            </a:r>
          </a:p>
        </p:txBody>
      </p:sp>
      <p:sp>
        <p:nvSpPr>
          <p:cNvPr id="10" name="Source 2"/>
          <p:cNvSpPr txBox="1"/>
          <p:nvPr/>
        </p:nvSpPr>
        <p:spPr>
          <a:xfrm>
            <a:off x="320040" y="4648200"/>
            <a:ext cx="8382000" cy="1778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Baymard Institute, 2025 (average of 50 studies)</a:t>
            </a:r>
          </a:p>
        </p:txBody>
      </p:sp>
      <p:pic>
        <p:nvPicPr>
          <p:cNvPr id="303" name="Person 4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31440" y="1320800"/>
            <a:ext cx="1320800" cy="1320800"/>
          </a:xfrm>
          <a:prstGeom prst="rect">
            <a:avLst/>
          </a:prstGeom>
        </p:spPr>
      </p:pic>
      <p:pic>
        <p:nvPicPr>
          <p:cNvPr id="304" name="Person 5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74720" y="1320800"/>
            <a:ext cx="1320800" cy="1320800"/>
          </a:xfrm>
          <a:prstGeom prst="rect">
            <a:avLst/>
          </a:prstGeom>
        </p:spPr>
      </p:pic>
      <p:pic>
        <p:nvPicPr>
          <p:cNvPr id="305" name="Person 6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18000" y="1320800"/>
            <a:ext cx="1320800" cy="1320800"/>
          </a:xfrm>
          <a:prstGeom prst="rect">
            <a:avLst/>
          </a:prstGeom>
        </p:spPr>
      </p:pic>
      <p:pic>
        <p:nvPicPr>
          <p:cNvPr id="306" name="Person 7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161280" y="1320800"/>
            <a:ext cx="1320800" cy="1320800"/>
          </a:xfrm>
          <a:prstGeom prst="rect">
            <a:avLst/>
          </a:prstGeom>
        </p:spPr>
      </p:pic>
      <p:pic>
        <p:nvPicPr>
          <p:cNvPr id="307" name="Person 8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04560" y="1320800"/>
            <a:ext cx="1320800" cy="1320800"/>
          </a:xfrm>
          <a:prstGeom prst="rect">
            <a:avLst/>
          </a:prstGeom>
        </p:spPr>
      </p:pic>
      <p:pic>
        <p:nvPicPr>
          <p:cNvPr id="308" name="Person 9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47840" y="1320800"/>
            <a:ext cx="1320800" cy="1320800"/>
          </a:xfrm>
          <a:prstGeom prst="rect">
            <a:avLst/>
          </a:prstGeom>
        </p:spPr>
      </p:pic>
      <p:pic>
        <p:nvPicPr>
          <p:cNvPr id="309" name="Person 10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91120" y="1320800"/>
            <a:ext cx="1320800" cy="1320800"/>
          </a:xfrm>
          <a:prstGeom prst="rect">
            <a:avLst/>
          </a:prstGeom>
        </p:spPr>
      </p:pic>
      <p:pic>
        <p:nvPicPr>
          <p:cNvPr id="200" name="Person 1"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1600" y="1320800"/>
            <a:ext cx="1320800" cy="1320800"/>
          </a:xfrm>
          <a:prstGeom prst="rect">
            <a:avLst/>
          </a:prstGeom>
        </p:spPr>
      </p:pic>
      <p:pic>
        <p:nvPicPr>
          <p:cNvPr id="201" name="Person 2"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44880" y="1320800"/>
            <a:ext cx="1320800" cy="1320800"/>
          </a:xfrm>
          <a:prstGeom prst="rect">
            <a:avLst/>
          </a:prstGeom>
        </p:spPr>
      </p:pic>
      <p:pic>
        <p:nvPicPr>
          <p:cNvPr id="202" name="Person 3"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88160" y="1320800"/>
            <a:ext cx="1320800" cy="1320800"/>
          </a:xfrm>
          <a:prstGeom prst="rect">
            <a:avLst/>
          </a:prstGeom>
        </p:spPr>
      </p:pic>
      <p:pic>
        <p:nvPicPr>
          <p:cNvPr id="203" name="Person 4"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1440" y="1320800"/>
            <a:ext cx="1320800" cy="1320800"/>
          </a:xfrm>
          <a:prstGeom prst="rect">
            <a:avLst/>
          </a:prstGeom>
        </p:spPr>
      </p:pic>
      <p:pic>
        <p:nvPicPr>
          <p:cNvPr id="204" name="Person 5"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474720" y="1320800"/>
            <a:ext cx="1320800" cy="1320800"/>
          </a:xfrm>
          <a:prstGeom prst="rect">
            <a:avLst/>
          </a:prstGeom>
        </p:spPr>
      </p:pic>
      <p:pic>
        <p:nvPicPr>
          <p:cNvPr id="205" name="Person 6"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18000" y="1320800"/>
            <a:ext cx="1320800" cy="1320800"/>
          </a:xfrm>
          <a:prstGeom prst="rect">
            <a:avLst/>
          </a:prstGeom>
        </p:spPr>
      </p:pic>
      <p:pic>
        <p:nvPicPr>
          <p:cNvPr id="206" name="Person 7"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161280" y="1320800"/>
            <a:ext cx="1320800" cy="1320800"/>
          </a:xfrm>
          <a:prstGeom prst="rect">
            <a:avLst/>
          </a:prstGeom>
        </p:spPr>
      </p:pic>
      <p:pic>
        <p:nvPicPr>
          <p:cNvPr id="207" name="Person 8"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4560" y="1320800"/>
            <a:ext cx="1320800" cy="1320800"/>
          </a:xfrm>
          <a:prstGeom prst="rect">
            <a:avLst/>
          </a:prstGeom>
        </p:spPr>
      </p:pic>
      <p:pic>
        <p:nvPicPr>
          <p:cNvPr id="208" name="Person 9"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7840" y="1320800"/>
            <a:ext cx="1320800" cy="1320800"/>
          </a:xfrm>
          <a:prstGeom prst="rect">
            <a:avLst/>
          </a:prstGeom>
        </p:spPr>
      </p:pic>
      <p:pic>
        <p:nvPicPr>
          <p:cNvPr id="209" name="Person 10"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91120" y="1320800"/>
            <a:ext cx="1320800" cy="1320800"/>
          </a:xfrm>
          <a:prstGeom prst="rect">
            <a:avLst/>
          </a:prstGeom>
        </p:spPr>
      </p:pic>
    </p:spTree>
    <p:extLst>
      <p:ext uri="{BB962C8B-B14F-4D97-AF65-F5344CB8AC3E}">
        <p14:creationId xmlns:p14="http://schemas.microsoft.com/office/powerpoint/2010/main" val="87589370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600"/>
                                  </p:stCondLst>
                                  <p:childTnLst>
                                    <p:animMotion origin="layout" path="M 0 0 L 0 0.12 E" pathEditMode="relative" ptsTypes="">
                                      <p:cBhvr>
                                        <p:cTn id="6" dur="600" decel="100000" fill="hold"/>
                                        <p:tgtEl>
                                          <p:spTgt spid="203"/>
                                        </p:tgtEl>
                                        <p:attrNameLst>
                                          <p:attrName>ppt_x</p:attrName>
                                          <p:attrName>ppt_y</p:attrName>
                                        </p:attrNameLst>
                                      </p:cBhvr>
                                    </p:animMotion>
                                    <p:animEffect transition="out" filter="fade">
                                      <p:cBhvr>
                                        <p:cTn id="7" dur="600"/>
                                        <p:tgtEl>
                                          <p:spTgt spid="203"/>
                                        </p:tgtEl>
                                      </p:cBhvr>
                                    </p:animEffect>
                                    <p:set>
                                      <p:cBhvr>
                                        <p:cTn id="8" dur="1" fill="hold">
                                          <p:stCondLst>
                                            <p:cond delay="599"/>
                                          </p:stCondLst>
                                        </p:cTn>
                                        <p:tgtEl>
                                          <p:spTgt spid="203"/>
                                        </p:tgtEl>
                                        <p:attrNameLst>
                                          <p:attrName>style.visibility</p:attrName>
                                        </p:attrNameLst>
                                      </p:cBhvr>
                                      <p:to>
                                        <p:strVal val="hidden"/>
                                      </p:to>
                                    </p:set>
                                  </p:childTnLst>
                                </p:cTn>
                              </p:par>
                              <p:par>
                                <p:cTn id="9" presetID="10" presetClass="exit" presetSubtype="0" fill="hold" grpId="0" nodeType="withEffect">
                                  <p:stCondLst>
                                    <p:cond delay="820"/>
                                  </p:stCondLst>
                                  <p:childTnLst>
                                    <p:animMotion origin="layout" path="M 0 0 L 0 0.12 E" pathEditMode="relative" ptsTypes="">
                                      <p:cBhvr>
                                        <p:cTn id="10" dur="600" decel="100000" fill="hold"/>
                                        <p:tgtEl>
                                          <p:spTgt spid="204"/>
                                        </p:tgtEl>
                                        <p:attrNameLst>
                                          <p:attrName>ppt_x</p:attrName>
                                          <p:attrName>ppt_y</p:attrName>
                                        </p:attrNameLst>
                                      </p:cBhvr>
                                    </p:animMotion>
                                    <p:animEffect transition="out" filter="fade">
                                      <p:cBhvr>
                                        <p:cTn id="11" dur="600"/>
                                        <p:tgtEl>
                                          <p:spTgt spid="204"/>
                                        </p:tgtEl>
                                      </p:cBhvr>
                                    </p:animEffect>
                                    <p:set>
                                      <p:cBhvr>
                                        <p:cTn id="12" dur="1" fill="hold">
                                          <p:stCondLst>
                                            <p:cond delay="599"/>
                                          </p:stCondLst>
                                        </p:cTn>
                                        <p:tgtEl>
                                          <p:spTgt spid="204"/>
                                        </p:tgtEl>
                                        <p:attrNameLst>
                                          <p:attrName>style.visibility</p:attrName>
                                        </p:attrNameLst>
                                      </p:cBhvr>
                                      <p:to>
                                        <p:strVal val="hidden"/>
                                      </p:to>
                                    </p:set>
                                  </p:childTnLst>
                                </p:cTn>
                              </p:par>
                              <p:par>
                                <p:cTn id="13" presetID="10" presetClass="exit" presetSubtype="0" fill="hold" grpId="0" nodeType="withEffect">
                                  <p:stCondLst>
                                    <p:cond delay="1040"/>
                                  </p:stCondLst>
                                  <p:childTnLst>
                                    <p:animMotion origin="layout" path="M 0 0 L 0 0.12 E" pathEditMode="relative" ptsTypes="">
                                      <p:cBhvr>
                                        <p:cTn id="14" dur="600" decel="100000" fill="hold"/>
                                        <p:tgtEl>
                                          <p:spTgt spid="205"/>
                                        </p:tgtEl>
                                        <p:attrNameLst>
                                          <p:attrName>ppt_x</p:attrName>
                                          <p:attrName>ppt_y</p:attrName>
                                        </p:attrNameLst>
                                      </p:cBhvr>
                                    </p:animMotion>
                                    <p:animEffect transition="out" filter="fade">
                                      <p:cBhvr>
                                        <p:cTn id="15" dur="600"/>
                                        <p:tgtEl>
                                          <p:spTgt spid="205"/>
                                        </p:tgtEl>
                                      </p:cBhvr>
                                    </p:animEffect>
                                    <p:set>
                                      <p:cBhvr>
                                        <p:cTn id="16" dur="1" fill="hold">
                                          <p:stCondLst>
                                            <p:cond delay="599"/>
                                          </p:stCondLst>
                                        </p:cTn>
                                        <p:tgtEl>
                                          <p:spTgt spid="205"/>
                                        </p:tgtEl>
                                        <p:attrNameLst>
                                          <p:attrName>style.visibility</p:attrName>
                                        </p:attrNameLst>
                                      </p:cBhvr>
                                      <p:to>
                                        <p:strVal val="hidden"/>
                                      </p:to>
                                    </p:set>
                                  </p:childTnLst>
                                </p:cTn>
                              </p:par>
                              <p:par>
                                <p:cTn id="17" presetID="10" presetClass="exit" presetSubtype="0" fill="hold" grpId="0" nodeType="withEffect">
                                  <p:stCondLst>
                                    <p:cond delay="1260"/>
                                  </p:stCondLst>
                                  <p:childTnLst>
                                    <p:animMotion origin="layout" path="M 0 0 L 0 0.12 E" pathEditMode="relative" ptsTypes="">
                                      <p:cBhvr>
                                        <p:cTn id="18" dur="600" decel="100000" fill="hold"/>
                                        <p:tgtEl>
                                          <p:spTgt spid="206"/>
                                        </p:tgtEl>
                                        <p:attrNameLst>
                                          <p:attrName>ppt_x</p:attrName>
                                          <p:attrName>ppt_y</p:attrName>
                                        </p:attrNameLst>
                                      </p:cBhvr>
                                    </p:animMotion>
                                    <p:animEffect transition="out" filter="fade">
                                      <p:cBhvr>
                                        <p:cTn id="19" dur="600"/>
                                        <p:tgtEl>
                                          <p:spTgt spid="206"/>
                                        </p:tgtEl>
                                      </p:cBhvr>
                                    </p:animEffect>
                                    <p:set>
                                      <p:cBhvr>
                                        <p:cTn id="20" dur="1" fill="hold">
                                          <p:stCondLst>
                                            <p:cond delay="599"/>
                                          </p:stCondLst>
                                        </p:cTn>
                                        <p:tgtEl>
                                          <p:spTgt spid="206"/>
                                        </p:tgtEl>
                                        <p:attrNameLst>
                                          <p:attrName>style.visibility</p:attrName>
                                        </p:attrNameLst>
                                      </p:cBhvr>
                                      <p:to>
                                        <p:strVal val="hidden"/>
                                      </p:to>
                                    </p:set>
                                  </p:childTnLst>
                                </p:cTn>
                              </p:par>
                              <p:par>
                                <p:cTn id="21" presetID="10" presetClass="exit" presetSubtype="0" fill="hold" grpId="0" nodeType="withEffect">
                                  <p:stCondLst>
                                    <p:cond delay="1480"/>
                                  </p:stCondLst>
                                  <p:childTnLst>
                                    <p:animMotion origin="layout" path="M 0 0 L 0 0.12 E" pathEditMode="relative" ptsTypes="">
                                      <p:cBhvr>
                                        <p:cTn id="22" dur="600" decel="100000" fill="hold"/>
                                        <p:tgtEl>
                                          <p:spTgt spid="207"/>
                                        </p:tgtEl>
                                        <p:attrNameLst>
                                          <p:attrName>ppt_x</p:attrName>
                                          <p:attrName>ppt_y</p:attrName>
                                        </p:attrNameLst>
                                      </p:cBhvr>
                                    </p:animMotion>
                                    <p:animEffect transition="out" filter="fade">
                                      <p:cBhvr>
                                        <p:cTn id="23" dur="600"/>
                                        <p:tgtEl>
                                          <p:spTgt spid="207"/>
                                        </p:tgtEl>
                                      </p:cBhvr>
                                    </p:animEffect>
                                    <p:set>
                                      <p:cBhvr>
                                        <p:cTn id="24" dur="1" fill="hold">
                                          <p:stCondLst>
                                            <p:cond delay="599"/>
                                          </p:stCondLst>
                                        </p:cTn>
                                        <p:tgtEl>
                                          <p:spTgt spid="207"/>
                                        </p:tgtEl>
                                        <p:attrNameLst>
                                          <p:attrName>style.visibility</p:attrName>
                                        </p:attrNameLst>
                                      </p:cBhvr>
                                      <p:to>
                                        <p:strVal val="hidden"/>
                                      </p:to>
                                    </p:set>
                                  </p:childTnLst>
                                </p:cTn>
                              </p:par>
                              <p:par>
                                <p:cTn id="25" presetID="10" presetClass="exit" presetSubtype="0" fill="hold" grpId="0" nodeType="withEffect">
                                  <p:stCondLst>
                                    <p:cond delay="1700"/>
                                  </p:stCondLst>
                                  <p:childTnLst>
                                    <p:animMotion origin="layout" path="M 0 0 L 0 0.12 E" pathEditMode="relative" ptsTypes="">
                                      <p:cBhvr>
                                        <p:cTn id="26" dur="600" decel="100000" fill="hold"/>
                                        <p:tgtEl>
                                          <p:spTgt spid="208"/>
                                        </p:tgtEl>
                                        <p:attrNameLst>
                                          <p:attrName>ppt_x</p:attrName>
                                          <p:attrName>ppt_y</p:attrName>
                                        </p:attrNameLst>
                                      </p:cBhvr>
                                    </p:animMotion>
                                    <p:animEffect transition="out" filter="fade">
                                      <p:cBhvr>
                                        <p:cTn id="27" dur="600"/>
                                        <p:tgtEl>
                                          <p:spTgt spid="208"/>
                                        </p:tgtEl>
                                      </p:cBhvr>
                                    </p:animEffect>
                                    <p:set>
                                      <p:cBhvr>
                                        <p:cTn id="28" dur="1" fill="hold">
                                          <p:stCondLst>
                                            <p:cond delay="599"/>
                                          </p:stCondLst>
                                        </p:cTn>
                                        <p:tgtEl>
                                          <p:spTgt spid="208"/>
                                        </p:tgtEl>
                                        <p:attrNameLst>
                                          <p:attrName>style.visibility</p:attrName>
                                        </p:attrNameLst>
                                      </p:cBhvr>
                                      <p:to>
                                        <p:strVal val="hidden"/>
                                      </p:to>
                                    </p:set>
                                  </p:childTnLst>
                                </p:cTn>
                              </p:par>
                              <p:par>
                                <p:cTn id="29" presetID="10" presetClass="exit" presetSubtype="0" fill="hold" grpId="0" nodeType="withEffect">
                                  <p:stCondLst>
                                    <p:cond delay="1920"/>
                                  </p:stCondLst>
                                  <p:childTnLst>
                                    <p:animMotion origin="layout" path="M 0 0 L 0 0.12 E" pathEditMode="relative" ptsTypes="">
                                      <p:cBhvr>
                                        <p:cTn id="30" dur="600" decel="100000" fill="hold"/>
                                        <p:tgtEl>
                                          <p:spTgt spid="209"/>
                                        </p:tgtEl>
                                        <p:attrNameLst>
                                          <p:attrName>ppt_x</p:attrName>
                                          <p:attrName>ppt_y</p:attrName>
                                        </p:attrNameLst>
                                      </p:cBhvr>
                                    </p:animMotion>
                                    <p:animEffect transition="out" filter="fade">
                                      <p:cBhvr>
                                        <p:cTn id="31" dur="600"/>
                                        <p:tgtEl>
                                          <p:spTgt spid="209"/>
                                        </p:tgtEl>
                                      </p:cBhvr>
                                    </p:animEffect>
                                    <p:set>
                                      <p:cBhvr>
                                        <p:cTn id="32" dur="1" fill="hold">
                                          <p:stCondLst>
                                            <p:cond delay="599"/>
                                          </p:stCondLst>
                                        </p:cTn>
                                        <p:tgtEl>
                                          <p:spTgt spid="20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3" grpId="0"/>
      <p:bldP spid="204" grpId="0"/>
      <p:bldP spid="205" grpId="0"/>
      <p:bldP spid="206" grpId="0"/>
      <p:bldP spid="207" grpId="0"/>
      <p:bldP spid="208" grpId="0"/>
      <p:bldP spid="209"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extBox 1"/>
          <p:cNvSpPr txBox="1"/>
          <p:nvPr/>
        </p:nvSpPr>
        <p:spPr>
          <a:xfrm>
            <a:off x="320040" y="254000"/>
            <a:ext cx="8503920" cy="584200"/>
          </a:xfrm>
          <a:prstGeom prst="rect">
            <a:avLst/>
          </a:prstGeom>
          <a:noFill/>
        </p:spPr>
        <p:txBody>
          <a:bodyPr wrap="square" lIns="45720" rIns="45720" anchor="t">
            <a:spAutoFit/>
          </a:bodyPr>
          <a:lstStyle/>
          <a:p>
            <a:pPr algn="l"/>
            <a:r>
              <a:rPr sz="2700" b="0">
                <a:solidFill>
                  <a:srgbClr val="0F1A2A"/>
                </a:solidFill>
                <a:latin typeface="Sora SemiBold"/>
              </a:rPr>
              <a:t>Formly converts.</a:t>
            </a:r>
          </a:p>
        </p:txBody>
      </p:sp>
      <p:cxnSp>
        <p:nvCxnSpPr>
          <p:cNvPr id="3" name="Connector 2"/>
          <p:cNvCxnSpPr/>
          <p:nvPr/>
        </p:nvCxnSpPr>
        <p:spPr>
          <a:xfrm flipV="1">
            <a:off x="1287773" y="1598303"/>
            <a:ext cx="1489995" cy="53914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3950970" y="1422400"/>
            <a:ext cx="1267460" cy="0"/>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65072" y="1617870"/>
            <a:ext cx="205975" cy="675859"/>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4184650" y="2489200"/>
            <a:ext cx="1252220" cy="0"/>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1307889" y="2293303"/>
            <a:ext cx="1441790" cy="130808"/>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287773" y="1598303"/>
            <a:ext cx="1489995" cy="53914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287474" y="2384578"/>
            <a:ext cx="2103350" cy="766846"/>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289641" y="1685984"/>
            <a:ext cx="3430782" cy="1463855"/>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710477" y="2665234"/>
            <a:ext cx="1061699" cy="38948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92536" y="1454207"/>
            <a:ext cx="1095215" cy="50704"/>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17219" y="1930400"/>
            <a:ext cx="660400" cy="660400"/>
          </a:xfrm>
          <a:prstGeom prst="ellipse">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1019" y="1930400"/>
            <a:ext cx="812800" cy="660400"/>
          </a:xfrm>
          <a:prstGeom prst="rect">
            <a:avLst/>
          </a:prstGeom>
          <a:noFill/>
        </p:spPr>
        <p:txBody>
          <a:bodyPr wrap="square" lIns="45720" rIns="45720" anchor="ctr">
            <a:spAutoFit/>
          </a:bodyPr>
          <a:lstStyle/>
          <a:p>
            <a:pPr algn="ctr"/>
            <a:r>
              <a:rPr sz="900" b="0">
                <a:solidFill>
                  <a:srgbClr val="FFFFFF"/>
                </a:solidFill>
                <a:latin typeface="DM Sans Medium"/>
              </a:rPr>
              <a:t>Start</a:t>
            </a:r>
          </a:p>
        </p:txBody>
      </p:sp>
      <p:sp>
        <p:nvSpPr>
          <p:cNvPr id="15" name="Rectangle 14"/>
          <p:cNvSpPr/>
          <p:nvPr/>
        </p:nvSpPr>
        <p:spPr>
          <a:xfrm>
            <a:off x="2608580" y="1257300"/>
            <a:ext cx="1310640" cy="330200"/>
          </a:xfrm>
          <a:prstGeom prst="rect">
            <a:avLst/>
          </a:prstGeom>
          <a:solidFill>
            <a:srgbClr val="FFFFFF"/>
          </a:solidFill>
          <a:ln w="12700">
            <a:solidFill>
              <a:srgbClr val="CB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32380" y="1257300"/>
            <a:ext cx="1463040" cy="330200"/>
          </a:xfrm>
          <a:prstGeom prst="rect">
            <a:avLst/>
          </a:prstGeom>
          <a:noFill/>
        </p:spPr>
        <p:txBody>
          <a:bodyPr wrap="square" lIns="45720" rIns="45720" anchor="ctr">
            <a:spAutoFit/>
          </a:bodyPr>
          <a:lstStyle/>
          <a:p>
            <a:pPr algn="ctr"/>
            <a:r>
              <a:rPr sz="900" b="0">
                <a:solidFill>
                  <a:srgbClr val="0F1A2A"/>
                </a:solidFill>
                <a:latin typeface="DM Sans"/>
              </a:rPr>
              <a:t>Typo</a:t>
            </a:r>
          </a:p>
        </p:txBody>
      </p:sp>
      <p:sp>
        <p:nvSpPr>
          <p:cNvPr id="17" name="Rectangle 16"/>
          <p:cNvSpPr/>
          <p:nvPr/>
        </p:nvSpPr>
        <p:spPr>
          <a:xfrm>
            <a:off x="5250180" y="1257300"/>
            <a:ext cx="1310640" cy="330200"/>
          </a:xfrm>
          <a:prstGeom prst="rect">
            <a:avLst/>
          </a:prstGeom>
          <a:solidFill>
            <a:srgbClr val="FFFFFF"/>
          </a:solidFill>
          <a:ln w="12700">
            <a:solidFill>
              <a:srgbClr val="CB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173980" y="1257300"/>
            <a:ext cx="1463040" cy="330200"/>
          </a:xfrm>
          <a:prstGeom prst="rect">
            <a:avLst/>
          </a:prstGeom>
          <a:noFill/>
        </p:spPr>
        <p:txBody>
          <a:bodyPr wrap="square" lIns="45720" rIns="45720" anchor="ctr">
            <a:spAutoFit/>
          </a:bodyPr>
          <a:lstStyle/>
          <a:p>
            <a:pPr algn="ctr"/>
            <a:r>
              <a:rPr sz="900" b="0">
                <a:solidFill>
                  <a:srgbClr val="0F1A2A"/>
                </a:solidFill>
                <a:latin typeface="DM Sans"/>
              </a:rPr>
              <a:t>Wrong PIN</a:t>
            </a:r>
          </a:p>
        </p:txBody>
      </p:sp>
      <p:sp>
        <p:nvSpPr>
          <p:cNvPr id="19" name="Rectangle 18"/>
          <p:cNvSpPr/>
          <p:nvPr/>
        </p:nvSpPr>
        <p:spPr>
          <a:xfrm>
            <a:off x="2781300" y="2324100"/>
            <a:ext cx="1371600" cy="330200"/>
          </a:xfrm>
          <a:prstGeom prst="rect">
            <a:avLst/>
          </a:prstGeom>
          <a:solidFill>
            <a:srgbClr val="FFFFFF"/>
          </a:solidFill>
          <a:ln w="12700">
            <a:solidFill>
              <a:srgbClr val="CB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05100" y="2324100"/>
            <a:ext cx="1524000" cy="330200"/>
          </a:xfrm>
          <a:prstGeom prst="rect">
            <a:avLst/>
          </a:prstGeom>
          <a:noFill/>
        </p:spPr>
        <p:txBody>
          <a:bodyPr wrap="square" lIns="45720" rIns="45720" anchor="ctr">
            <a:spAutoFit/>
          </a:bodyPr>
          <a:lstStyle/>
          <a:p>
            <a:pPr algn="ctr"/>
            <a:r>
              <a:rPr sz="900" b="0">
                <a:solidFill>
                  <a:srgbClr val="0F1A2A"/>
                </a:solidFill>
                <a:latin typeface="DM Sans"/>
              </a:rPr>
              <a:t>Call support</a:t>
            </a:r>
          </a:p>
        </p:txBody>
      </p:sp>
      <p:sp>
        <p:nvSpPr>
          <p:cNvPr id="21" name="Rectangle 20"/>
          <p:cNvSpPr/>
          <p:nvPr/>
        </p:nvSpPr>
        <p:spPr>
          <a:xfrm>
            <a:off x="5468620" y="2324100"/>
            <a:ext cx="1524000" cy="330200"/>
          </a:xfrm>
          <a:prstGeom prst="rect">
            <a:avLst/>
          </a:prstGeom>
          <a:solidFill>
            <a:srgbClr val="FFFFFF"/>
          </a:solidFill>
          <a:ln w="12700">
            <a:solidFill>
              <a:srgbClr val="CB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92420" y="2324100"/>
            <a:ext cx="1676400" cy="330200"/>
          </a:xfrm>
          <a:prstGeom prst="rect">
            <a:avLst/>
          </a:prstGeom>
          <a:noFill/>
        </p:spPr>
        <p:txBody>
          <a:bodyPr wrap="square" lIns="45720" rIns="45720" anchor="ctr">
            <a:spAutoFit/>
          </a:bodyPr>
          <a:lstStyle/>
          <a:p>
            <a:pPr algn="ctr"/>
            <a:r>
              <a:rPr sz="900" b="0">
                <a:solidFill>
                  <a:srgbClr val="0F1A2A"/>
                </a:solidFill>
                <a:latin typeface="DM Sans"/>
              </a:rPr>
              <a:t>Port-in rejected</a:t>
            </a:r>
          </a:p>
        </p:txBody>
      </p:sp>
      <p:sp>
        <p:nvSpPr>
          <p:cNvPr id="23" name="Rectangle 22"/>
          <p:cNvSpPr/>
          <p:nvPr/>
        </p:nvSpPr>
        <p:spPr>
          <a:xfrm>
            <a:off x="3081020" y="3162300"/>
            <a:ext cx="1584960" cy="330200"/>
          </a:xfrm>
          <a:prstGeom prst="rect">
            <a:avLst/>
          </a:prstGeom>
          <a:solidFill>
            <a:srgbClr val="FFFFFF"/>
          </a:solidFill>
          <a:ln w="12700">
            <a:solidFill>
              <a:srgbClr val="CB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004820" y="3162300"/>
            <a:ext cx="1737360" cy="330200"/>
          </a:xfrm>
          <a:prstGeom prst="rect">
            <a:avLst/>
          </a:prstGeom>
          <a:noFill/>
        </p:spPr>
        <p:txBody>
          <a:bodyPr wrap="square" lIns="45720" rIns="45720" anchor="ctr">
            <a:spAutoFit/>
          </a:bodyPr>
          <a:lstStyle/>
          <a:p>
            <a:pPr algn="ctr"/>
            <a:r>
              <a:rPr sz="900" b="0">
                <a:solidFill>
                  <a:srgbClr val="0F1A2A"/>
                </a:solidFill>
                <a:latin typeface="DM Sans"/>
              </a:rPr>
              <a:t>Made-up answer</a:t>
            </a:r>
          </a:p>
        </p:txBody>
      </p:sp>
      <p:sp>
        <p:nvSpPr>
          <p:cNvPr id="25" name="Oval 24"/>
          <p:cNvSpPr/>
          <p:nvPr/>
        </p:nvSpPr>
        <p:spPr>
          <a:xfrm>
            <a:off x="7719060" y="1143000"/>
            <a:ext cx="762000" cy="762000"/>
          </a:xfrm>
          <a:prstGeom prst="ellipse">
            <a:avLst/>
          </a:prstGeom>
          <a:solidFill>
            <a:srgbClr val="F6F7F9"/>
          </a:solidFill>
          <a:ln w="19050">
            <a:solidFill>
              <a:srgbClr val="CBD1D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642860" y="1143000"/>
            <a:ext cx="914400" cy="762000"/>
          </a:xfrm>
          <a:prstGeom prst="rect">
            <a:avLst/>
          </a:prstGeom>
          <a:noFill/>
        </p:spPr>
        <p:txBody>
          <a:bodyPr wrap="square" lIns="45720" rIns="45720" anchor="ctr">
            <a:spAutoFit/>
          </a:bodyPr>
          <a:lstStyle/>
          <a:p>
            <a:pPr algn="ctr"/>
            <a:r>
              <a:rPr sz="900" b="0">
                <a:solidFill>
                  <a:srgbClr val="8A94A3"/>
                </a:solidFill>
                <a:latin typeface="DM Sans"/>
              </a:rPr>
              <a:t>Signed up?</a:t>
            </a:r>
          </a:p>
        </p:txBody>
      </p:sp>
      <p:sp>
        <p:nvSpPr>
          <p:cNvPr id="27" name="Oval 26"/>
          <p:cNvSpPr/>
          <p:nvPr/>
        </p:nvSpPr>
        <p:spPr>
          <a:xfrm>
            <a:off x="7782560" y="2857500"/>
            <a:ext cx="635000" cy="635000"/>
          </a:xfrm>
          <a:prstGeom prst="ellipse">
            <a:avLst/>
          </a:prstGeom>
          <a:solidFill>
            <a:srgbClr val="5B65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06360" y="2857500"/>
            <a:ext cx="787400" cy="635000"/>
          </a:xfrm>
          <a:prstGeom prst="rect">
            <a:avLst/>
          </a:prstGeom>
          <a:noFill/>
        </p:spPr>
        <p:txBody>
          <a:bodyPr wrap="square" lIns="45720" rIns="45720" anchor="ctr">
            <a:spAutoFit/>
          </a:bodyPr>
          <a:lstStyle/>
          <a:p>
            <a:pPr algn="ctr"/>
            <a:r>
              <a:rPr sz="900" b="0">
                <a:solidFill>
                  <a:srgbClr val="FFFFFF"/>
                </a:solidFill>
                <a:latin typeface="DM Sans Medium"/>
              </a:rPr>
              <a:t>Quit</a:t>
            </a:r>
          </a:p>
        </p:txBody>
      </p:sp>
      <p:sp>
        <p:nvSpPr>
          <p:cNvPr id="29" name="TextBox 28"/>
          <p:cNvSpPr txBox="1"/>
          <p:nvPr/>
        </p:nvSpPr>
        <p:spPr>
          <a:xfrm>
            <a:off x="320040" y="889000"/>
            <a:ext cx="3810000" cy="228600"/>
          </a:xfrm>
          <a:prstGeom prst="rect">
            <a:avLst/>
          </a:prstGeom>
          <a:noFill/>
        </p:spPr>
        <p:txBody>
          <a:bodyPr wrap="square" lIns="45720" rIns="45720" anchor="t">
            <a:spAutoFit/>
          </a:bodyPr>
          <a:lstStyle/>
          <a:p>
            <a:pPr algn="l"/>
            <a:r>
              <a:rPr sz="1100" b="0">
                <a:solidFill>
                  <a:srgbClr val="5B6575"/>
                </a:solidFill>
                <a:latin typeface="DM Sans Medium"/>
              </a:rPr>
              <a:t>A · By hand</a:t>
            </a:r>
          </a:p>
        </p:txBody>
      </p:sp>
      <p:sp>
        <p:nvSpPr>
          <p:cNvPr id="30" name="TextBox 29"/>
          <p:cNvSpPr txBox="1"/>
          <p:nvPr/>
        </p:nvSpPr>
        <p:spPr>
          <a:xfrm>
            <a:off x="320040" y="3708400"/>
            <a:ext cx="3810000" cy="228600"/>
          </a:xfrm>
          <a:prstGeom prst="rect">
            <a:avLst/>
          </a:prstGeom>
          <a:noFill/>
        </p:spPr>
        <p:txBody>
          <a:bodyPr wrap="square" lIns="45720" rIns="45720" anchor="t">
            <a:spAutoFit/>
          </a:bodyPr>
          <a:lstStyle/>
          <a:p>
            <a:pPr algn="l"/>
            <a:r>
              <a:rPr sz="1100" b="0">
                <a:solidFill>
                  <a:srgbClr val="5B6575"/>
                </a:solidFill>
                <a:latin typeface="DM Sans Medium"/>
              </a:rPr>
              <a:t>B · Fill with Formly</a:t>
            </a:r>
          </a:p>
        </p:txBody>
      </p:sp>
      <p:sp>
        <p:nvSpPr>
          <p:cNvPr id="31" name="Oval 30"/>
          <p:cNvSpPr/>
          <p:nvPr/>
        </p:nvSpPr>
        <p:spPr>
          <a:xfrm>
            <a:off x="355600" y="3962400"/>
            <a:ext cx="609600" cy="609600"/>
          </a:xfrm>
          <a:prstGeom prst="ellipse">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79400" y="3962400"/>
            <a:ext cx="762000" cy="609600"/>
          </a:xfrm>
          <a:prstGeom prst="rect">
            <a:avLst/>
          </a:prstGeom>
          <a:noFill/>
        </p:spPr>
        <p:txBody>
          <a:bodyPr wrap="square" lIns="45720" rIns="45720" anchor="ctr">
            <a:spAutoFit/>
          </a:bodyPr>
          <a:lstStyle/>
          <a:p>
            <a:pPr algn="ctr"/>
            <a:r>
              <a:rPr sz="900" b="0">
                <a:solidFill>
                  <a:srgbClr val="FFFFFF"/>
                </a:solidFill>
                <a:latin typeface="DM Sans Medium"/>
              </a:rPr>
              <a:t>Start</a:t>
            </a:r>
          </a:p>
        </p:txBody>
      </p:sp>
      <p:cxnSp>
        <p:nvCxnSpPr>
          <p:cNvPr id="33" name="Connector 32"/>
          <p:cNvCxnSpPr/>
          <p:nvPr/>
        </p:nvCxnSpPr>
        <p:spPr>
          <a:xfrm>
            <a:off x="1016000" y="4267200"/>
            <a:ext cx="304800" cy="0"/>
          </a:xfrm>
          <a:prstGeom prst="line">
            <a:avLst/>
          </a:prstGeom>
          <a:ln w="19050">
            <a:solidFill>
              <a:srgbClr val="8A94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371600" y="4051300"/>
            <a:ext cx="2260600" cy="431800"/>
          </a:xfrm>
          <a:prstGeom prst="roundRect">
            <a:avLst>
              <a:gd name="adj" fmla="val 23000"/>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mark-dark.png"/>
          <p:cNvPicPr>
            <a:picLocks noChangeAspect="1"/>
          </p:cNvPicPr>
          <p:nvPr/>
        </p:nvPicPr>
        <p:blipFill>
          <a:blip r:embed="rId3"/>
          <a:stretch>
            <a:fillRect/>
          </a:stretch>
        </p:blipFill>
        <p:spPr>
          <a:xfrm>
            <a:off x="1549400" y="4140200"/>
            <a:ext cx="216426" cy="254000"/>
          </a:xfrm>
          <a:prstGeom prst="rect">
            <a:avLst/>
          </a:prstGeom>
        </p:spPr>
      </p:pic>
      <p:sp>
        <p:nvSpPr>
          <p:cNvPr id="36" name="TextBox 35"/>
          <p:cNvSpPr txBox="1"/>
          <p:nvPr/>
        </p:nvSpPr>
        <p:spPr>
          <a:xfrm>
            <a:off x="1803400" y="4051300"/>
            <a:ext cx="1778000" cy="431800"/>
          </a:xfrm>
          <a:prstGeom prst="rect">
            <a:avLst/>
          </a:prstGeom>
          <a:noFill/>
        </p:spPr>
        <p:txBody>
          <a:bodyPr wrap="square" lIns="45720" rIns="45720" anchor="ctr">
            <a:spAutoFit/>
          </a:bodyPr>
          <a:lstStyle/>
          <a:p>
            <a:pPr algn="l"/>
            <a:r>
              <a:rPr sz="1250" b="0">
                <a:solidFill>
                  <a:srgbClr val="FFFFFF"/>
                </a:solidFill>
                <a:latin typeface="Sora SemiBold"/>
              </a:rPr>
              <a:t>Fill with Formly</a:t>
            </a:r>
          </a:p>
        </p:txBody>
      </p:sp>
      <p:cxnSp>
        <p:nvCxnSpPr>
          <p:cNvPr id="37" name="Connector 36"/>
          <p:cNvCxnSpPr/>
          <p:nvPr/>
        </p:nvCxnSpPr>
        <p:spPr>
          <a:xfrm>
            <a:off x="3708400" y="4267200"/>
            <a:ext cx="3606800" cy="0"/>
          </a:xfrm>
          <a:prstGeom prst="line">
            <a:avLst/>
          </a:prstGeom>
          <a:ln w="19050">
            <a:solidFill>
              <a:srgbClr val="8A94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391400" y="4051300"/>
            <a:ext cx="1397000" cy="431800"/>
          </a:xfrm>
          <a:prstGeom prst="roundRect">
            <a:avLst>
              <a:gd name="adj" fmla="val 50000"/>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391400" y="4051300"/>
            <a:ext cx="1397000" cy="431800"/>
          </a:xfrm>
          <a:prstGeom prst="rect">
            <a:avLst/>
          </a:prstGeom>
          <a:noFill/>
        </p:spPr>
        <p:txBody>
          <a:bodyPr wrap="square" lIns="45720" rIns="45720" anchor="ctr">
            <a:spAutoFit/>
          </a:bodyPr>
          <a:lstStyle/>
          <a:p>
            <a:pPr algn="ctr"/>
            <a:r>
              <a:rPr sz="1250" b="0">
                <a:solidFill>
                  <a:srgbClr val="0F1A2A"/>
                </a:solidFill>
                <a:latin typeface="DM Sans Medium"/>
              </a:rPr>
              <a:t>✓ Signed up</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par>
                                <p:cTn id="14" presetID="10" presetClass="entr" presetSubtype="0" fill="hold"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450"/>
                                        <p:tgtEl>
                                          <p:spTgt spid="3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4"/>
                                        </p:tgtEl>
                                        <p:attrNameLst>
                                          <p:attrName>style.visibility</p:attrName>
                                        </p:attrNameLst>
                                      </p:cBhvr>
                                      <p:to>
                                        <p:strVal val="visible"/>
                                      </p:to>
                                    </p:set>
                                    <p:animEffect transition="in" filter="fade">
                                      <p:cBhvr>
                                        <p:cTn id="19" dur="450"/>
                                        <p:tgtEl>
                                          <p:spTgt spid="34"/>
                                        </p:tgtEl>
                                      </p:cBhvr>
                                    </p:animEffect>
                                  </p:childTnLst>
                                </p:cTn>
                              </p:par>
                              <p:par>
                                <p:cTn id="20" presetID="10" presetClass="entr" presetSubtype="0" fill="hold" nodeType="with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50"/>
                                        <p:tgtEl>
                                          <p:spTgt spid="3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animEffect transition="in" filter="fade">
                                      <p:cBhvr>
                                        <p:cTn id="25" dur="450"/>
                                        <p:tgtEl>
                                          <p:spTgt spid="36"/>
                                        </p:tgtEl>
                                      </p:cBhvr>
                                    </p:animEffect>
                                  </p:childTnLst>
                                </p:cTn>
                              </p:par>
                              <p:par>
                                <p:cTn id="26" presetID="10" presetClass="entr" presetSubtype="0" fill="hold" nodeType="withEffect">
                                  <p:stCondLst>
                                    <p:cond delay="0"/>
                                  </p:stCondLst>
                                  <p:childTnLst>
                                    <p:set>
                                      <p:cBhvr>
                                        <p:cTn id="27" dur="1" fill="hold">
                                          <p:stCondLst>
                                            <p:cond delay="0"/>
                                          </p:stCondLst>
                                        </p:cTn>
                                        <p:tgtEl>
                                          <p:spTgt spid="37"/>
                                        </p:tgtEl>
                                        <p:attrNameLst>
                                          <p:attrName>style.visibility</p:attrName>
                                        </p:attrNameLst>
                                      </p:cBhvr>
                                      <p:to>
                                        <p:strVal val="visible"/>
                                      </p:to>
                                    </p:set>
                                    <p:animEffect transition="in" filter="fade">
                                      <p:cBhvr>
                                        <p:cTn id="28" dur="450"/>
                                        <p:tgtEl>
                                          <p:spTgt spid="3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50"/>
                                        <p:tgtEl>
                                          <p:spTgt spid="3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1" grpId="0" animBg="1"/>
      <p:bldP spid="32" grpId="0"/>
      <p:bldP spid="34" grpId="0" animBg="1"/>
      <p:bldP spid="36" grpId="0"/>
      <p:bldP spid="38" grpId="0" animBg="1"/>
      <p:bldP spid="39"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104"/>
        <p:cNvGrpSpPr/>
        <p:nvPr/>
      </p:nvGrpSpPr>
      <p:grpSpPr>
        <a:xfrm>
          <a:off x="0" y="0"/>
          <a:ext cx="0" cy="0"/>
          <a:chOff x="0" y="0"/>
          <a:chExt cx="0" cy="0"/>
        </a:xfrm>
      </p:grpSpPr>
      <p:sp>
        <p:nvSpPr>
          <p:cNvPr id="105" name="Google Shape;105;p16"/>
          <p:cNvSpPr txBox="1"/>
          <p:nvPr/>
        </p:nvSpPr>
        <p:spPr>
          <a:xfrm>
            <a:off x="320040" y="3429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a:solidFill>
                  <a:srgbClr val="0F1A2A"/>
                </a:solidFill>
                <a:latin typeface="Sora SemiBold"/>
                <a:ea typeface="Sora SemiBold"/>
                <a:cs typeface="Sora SemiBold"/>
                <a:sym typeface="Sora SemiBold"/>
              </a:rPr>
              <a:t>The answers already exist in your accounts.</a:t>
            </a:r>
            <a:endParaRPr sz="2700" b="0">
              <a:solidFill>
                <a:srgbClr val="0F1A2A"/>
              </a:solidFill>
              <a:latin typeface="Sora SemiBold"/>
              <a:ea typeface="Sora SemiBold"/>
              <a:cs typeface="Sora SemiBold"/>
              <a:sym typeface="Sora SemiBold"/>
            </a:endParaRPr>
          </a:p>
        </p:txBody>
      </p:sp>
      <p:sp>
        <p:nvSpPr>
          <p:cNvPr id="106" name="Google Shape;106;p16"/>
          <p:cNvSpPr txBox="1"/>
          <p:nvPr/>
        </p:nvSpPr>
        <p:spPr>
          <a:xfrm>
            <a:off x="365760" y="1203960"/>
            <a:ext cx="3337500" cy="228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Account number</a:t>
            </a:r>
            <a:endParaRPr sz="825" b="0">
              <a:solidFill>
                <a:srgbClr val="5B6575"/>
              </a:solidFill>
              <a:latin typeface="DM Sans"/>
              <a:ea typeface="DM Sans"/>
              <a:cs typeface="DM Sans"/>
              <a:sym typeface="DM Sans"/>
            </a:endParaRPr>
          </a:p>
        </p:txBody>
      </p:sp>
      <p:sp>
        <p:nvSpPr>
          <p:cNvPr id="107" name="Google Shape;107;p16"/>
          <p:cNvSpPr/>
          <p:nvPr/>
        </p:nvSpPr>
        <p:spPr>
          <a:xfrm>
            <a:off x="411480" y="1508760"/>
            <a:ext cx="3154800" cy="3156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8" name="Google Shape;108;p16"/>
          <p:cNvSpPr/>
          <p:nvPr/>
        </p:nvSpPr>
        <p:spPr>
          <a:xfrm>
            <a:off x="5486400" y="1508760"/>
            <a:ext cx="3223200" cy="31560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9" name="Google Shape;109;p16"/>
          <p:cNvSpPr txBox="1"/>
          <p:nvPr/>
        </p:nvSpPr>
        <p:spPr>
          <a:xfrm>
            <a:off x="5497830" y="1508760"/>
            <a:ext cx="3200400" cy="315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Gmail · your carrier's bill</a:t>
            </a:r>
            <a:endParaRPr sz="1050" b="0">
              <a:solidFill>
                <a:srgbClr val="0F1A2A"/>
              </a:solidFill>
              <a:latin typeface="DM Sans"/>
              <a:ea typeface="DM Sans"/>
              <a:cs typeface="DM Sans"/>
              <a:sym typeface="DM Sans"/>
            </a:endParaRPr>
          </a:p>
        </p:txBody>
      </p:sp>
      <p:cxnSp>
        <p:nvCxnSpPr>
          <p:cNvPr id="110" name="Google Shape;110;p16"/>
          <p:cNvCxnSpPr/>
          <p:nvPr/>
        </p:nvCxnSpPr>
        <p:spPr>
          <a:xfrm>
            <a:off x="3600450" y="1666494"/>
            <a:ext cx="1733550" cy="0"/>
          </a:xfrm>
          <a:prstGeom prst="straightConnector1">
            <a:avLst/>
          </a:prstGeom>
          <a:noFill/>
          <a:ln w="28575" cap="flat" cmpd="sng">
            <a:solidFill>
              <a:srgbClr val="22C985"/>
            </a:solidFill>
            <a:prstDash val="solid"/>
            <a:round/>
            <a:headEnd type="none" w="med" len="med"/>
            <a:tailEnd type="none" w="med" len="med"/>
          </a:ln>
        </p:spPr>
      </p:cxnSp>
      <p:sp>
        <p:nvSpPr>
          <p:cNvPr id="111" name="Google Shape;111;p16"/>
          <p:cNvSpPr txBox="1"/>
          <p:nvPr/>
        </p:nvSpPr>
        <p:spPr>
          <a:xfrm>
            <a:off x="365760" y="1924050"/>
            <a:ext cx="3337500" cy="228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Phone model</a:t>
            </a:r>
            <a:endParaRPr sz="825" b="0">
              <a:solidFill>
                <a:srgbClr val="5B6575"/>
              </a:solidFill>
              <a:latin typeface="DM Sans"/>
              <a:ea typeface="DM Sans"/>
              <a:cs typeface="DM Sans"/>
              <a:sym typeface="DM Sans"/>
            </a:endParaRPr>
          </a:p>
        </p:txBody>
      </p:sp>
      <p:sp>
        <p:nvSpPr>
          <p:cNvPr id="112" name="Google Shape;112;p16"/>
          <p:cNvSpPr/>
          <p:nvPr/>
        </p:nvSpPr>
        <p:spPr>
          <a:xfrm>
            <a:off x="411480" y="2228850"/>
            <a:ext cx="3154800" cy="3156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3" name="Google Shape;113;p16"/>
          <p:cNvSpPr/>
          <p:nvPr/>
        </p:nvSpPr>
        <p:spPr>
          <a:xfrm>
            <a:off x="5486400" y="2228850"/>
            <a:ext cx="3223200" cy="31560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4" name="Google Shape;114;p16"/>
          <p:cNvSpPr txBox="1"/>
          <p:nvPr/>
        </p:nvSpPr>
        <p:spPr>
          <a:xfrm>
            <a:off x="5497830" y="2228850"/>
            <a:ext cx="3200400" cy="315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Gmail · phone order receipt</a:t>
            </a:r>
            <a:endParaRPr sz="1050" b="0">
              <a:solidFill>
                <a:srgbClr val="0F1A2A"/>
              </a:solidFill>
              <a:latin typeface="DM Sans"/>
              <a:ea typeface="DM Sans"/>
              <a:cs typeface="DM Sans"/>
              <a:sym typeface="DM Sans"/>
            </a:endParaRPr>
          </a:p>
        </p:txBody>
      </p:sp>
      <p:cxnSp>
        <p:nvCxnSpPr>
          <p:cNvPr id="115" name="Google Shape;115;p16"/>
          <p:cNvCxnSpPr/>
          <p:nvPr/>
        </p:nvCxnSpPr>
        <p:spPr>
          <a:xfrm>
            <a:off x="3600450" y="2386584"/>
            <a:ext cx="1733550" cy="0"/>
          </a:xfrm>
          <a:prstGeom prst="straightConnector1">
            <a:avLst/>
          </a:prstGeom>
          <a:noFill/>
          <a:ln w="28575" cap="flat" cmpd="sng">
            <a:solidFill>
              <a:srgbClr val="22C985"/>
            </a:solidFill>
            <a:prstDash val="solid"/>
            <a:round/>
            <a:headEnd type="none" w="med" len="med"/>
            <a:tailEnd type="none" w="med" len="med"/>
          </a:ln>
        </p:spPr>
      </p:cxnSp>
      <p:sp>
        <p:nvSpPr>
          <p:cNvPr id="116" name="Google Shape;116;p16"/>
          <p:cNvSpPr txBox="1"/>
          <p:nvPr/>
        </p:nvSpPr>
        <p:spPr>
          <a:xfrm>
            <a:off x="365760" y="2644140"/>
            <a:ext cx="3337500" cy="228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Billing address</a:t>
            </a:r>
            <a:endParaRPr sz="825" b="0">
              <a:solidFill>
                <a:srgbClr val="5B6575"/>
              </a:solidFill>
              <a:latin typeface="DM Sans"/>
              <a:ea typeface="DM Sans"/>
              <a:cs typeface="DM Sans"/>
              <a:sym typeface="DM Sans"/>
            </a:endParaRPr>
          </a:p>
        </p:txBody>
      </p:sp>
      <p:sp>
        <p:nvSpPr>
          <p:cNvPr id="117" name="Google Shape;117;p16"/>
          <p:cNvSpPr/>
          <p:nvPr/>
        </p:nvSpPr>
        <p:spPr>
          <a:xfrm>
            <a:off x="411480" y="2948940"/>
            <a:ext cx="3154800" cy="3156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 name="Google Shape;118;p16"/>
          <p:cNvSpPr/>
          <p:nvPr/>
        </p:nvSpPr>
        <p:spPr>
          <a:xfrm>
            <a:off x="5486400" y="2948940"/>
            <a:ext cx="3223200" cy="31560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16"/>
          <p:cNvSpPr txBox="1"/>
          <p:nvPr/>
        </p:nvSpPr>
        <p:spPr>
          <a:xfrm>
            <a:off x="5497830" y="2948940"/>
            <a:ext cx="3200400" cy="315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Drive · lease agreement.pdf</a:t>
            </a:r>
            <a:endParaRPr sz="1050" b="0">
              <a:solidFill>
                <a:srgbClr val="0F1A2A"/>
              </a:solidFill>
              <a:latin typeface="DM Sans"/>
              <a:ea typeface="DM Sans"/>
              <a:cs typeface="DM Sans"/>
              <a:sym typeface="DM Sans"/>
            </a:endParaRPr>
          </a:p>
        </p:txBody>
      </p:sp>
      <p:cxnSp>
        <p:nvCxnSpPr>
          <p:cNvPr id="120" name="Google Shape;120;p16"/>
          <p:cNvCxnSpPr/>
          <p:nvPr/>
        </p:nvCxnSpPr>
        <p:spPr>
          <a:xfrm>
            <a:off x="3600450" y="3106674"/>
            <a:ext cx="1733550" cy="0"/>
          </a:xfrm>
          <a:prstGeom prst="straightConnector1">
            <a:avLst/>
          </a:prstGeom>
          <a:noFill/>
          <a:ln w="28575" cap="flat" cmpd="sng">
            <a:solidFill>
              <a:srgbClr val="22C985"/>
            </a:solidFill>
            <a:prstDash val="solid"/>
            <a:round/>
            <a:headEnd type="none" w="med" len="med"/>
            <a:tailEnd type="none" w="med" len="med"/>
          </a:ln>
        </p:spPr>
      </p:cxnSp>
      <p:sp>
        <p:nvSpPr>
          <p:cNvPr id="121" name="Google Shape;121;p16"/>
          <p:cNvSpPr txBox="1"/>
          <p:nvPr/>
        </p:nvSpPr>
        <p:spPr>
          <a:xfrm>
            <a:off x="365760" y="3364230"/>
            <a:ext cx="3337500" cy="228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Number to transfer</a:t>
            </a:r>
            <a:endParaRPr sz="825" b="0">
              <a:solidFill>
                <a:srgbClr val="5B6575"/>
              </a:solidFill>
              <a:latin typeface="DM Sans"/>
              <a:ea typeface="DM Sans"/>
              <a:cs typeface="DM Sans"/>
              <a:sym typeface="DM Sans"/>
            </a:endParaRPr>
          </a:p>
        </p:txBody>
      </p:sp>
      <p:sp>
        <p:nvSpPr>
          <p:cNvPr id="122" name="Google Shape;122;p16"/>
          <p:cNvSpPr/>
          <p:nvPr/>
        </p:nvSpPr>
        <p:spPr>
          <a:xfrm>
            <a:off x="411480" y="3669030"/>
            <a:ext cx="3154800" cy="3156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3" name="Google Shape;123;p16"/>
          <p:cNvSpPr/>
          <p:nvPr/>
        </p:nvSpPr>
        <p:spPr>
          <a:xfrm>
            <a:off x="5486400" y="3669030"/>
            <a:ext cx="3223200" cy="31560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4" name="Google Shape;124;p16"/>
          <p:cNvSpPr txBox="1"/>
          <p:nvPr/>
        </p:nvSpPr>
        <p:spPr>
          <a:xfrm>
            <a:off x="5497830" y="3669030"/>
            <a:ext cx="3200400" cy="315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Gmail · your carrier's bill</a:t>
            </a:r>
            <a:endParaRPr sz="1050" b="0">
              <a:solidFill>
                <a:srgbClr val="0F1A2A"/>
              </a:solidFill>
              <a:latin typeface="DM Sans"/>
              <a:ea typeface="DM Sans"/>
              <a:cs typeface="DM Sans"/>
              <a:sym typeface="DM Sans"/>
            </a:endParaRPr>
          </a:p>
        </p:txBody>
      </p:sp>
      <p:cxnSp>
        <p:nvCxnSpPr>
          <p:cNvPr id="125" name="Google Shape;125;p16"/>
          <p:cNvCxnSpPr/>
          <p:nvPr/>
        </p:nvCxnSpPr>
        <p:spPr>
          <a:xfrm>
            <a:off x="3600450" y="3826764"/>
            <a:ext cx="1733550" cy="0"/>
          </a:xfrm>
          <a:prstGeom prst="straightConnector1">
            <a:avLst/>
          </a:prstGeom>
          <a:noFill/>
          <a:ln w="28575" cap="flat" cmpd="sng">
            <a:solidFill>
              <a:srgbClr val="22C985"/>
            </a:solidFill>
            <a:prstDash val="solid"/>
            <a:round/>
            <a:headEnd type="none" w="med" len="med"/>
            <a:tailEnd type="none" w="med" len="med"/>
          </a:ln>
        </p:spPr>
      </p:cxnSp>
      <p:sp>
        <p:nvSpPr>
          <p:cNvPr id="126" name="Google Shape;126;p16"/>
          <p:cNvSpPr txBox="1"/>
          <p:nvPr/>
        </p:nvSpPr>
        <p:spPr>
          <a:xfrm>
            <a:off x="365760" y="4241800"/>
            <a:ext cx="8382000" cy="27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0" u="none">
                <a:solidFill>
                  <a:srgbClr val="0F1A2A"/>
                </a:solidFill>
                <a:latin typeface="DM Sans Medium"/>
                <a:ea typeface="DM Sans Medium"/>
                <a:cs typeface="DM Sans Medium"/>
                <a:sym typeface="DM Sans Medium"/>
              </a:rPr>
              <a:t>Formly reads what you connect and finds each answer, so you don't have to remember it.</a:t>
            </a:r>
            <a:endParaRPr sz="1050" b="0" u="sng">
              <a:solidFill>
                <a:srgbClr val="22C985"/>
              </a:solidFill>
              <a:latin typeface="DM Sans"/>
              <a:ea typeface="DM Sans"/>
              <a:cs typeface="DM Sans"/>
              <a:sym typeface="DM Sans"/>
            </a:endParaRPr>
          </a:p>
        </p:txBody>
      </p:sp>
      <p:sp>
        <p:nvSpPr>
          <p:cNvPr id="127" name="Oval 126"/>
          <p:cNvSpPr/>
          <p:nvPr/>
        </p:nvSpPr>
        <p:spPr>
          <a:xfrm>
            <a:off x="5276850" y="1609344"/>
            <a:ext cx="114300" cy="11430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5276850" y="2329434"/>
            <a:ext cx="114300" cy="11430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5276850" y="3049524"/>
            <a:ext cx="114300" cy="11430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5276850" y="3769614"/>
            <a:ext cx="114300" cy="11430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
                                  </p:stCondLst>
                                  <p:childTnLst>
                                    <p:set>
                                      <p:cBhvr>
                                        <p:cTn id="6" dur="1" fill="hold">
                                          <p:stCondLst>
                                            <p:cond delay="0"/>
                                          </p:stCondLst>
                                        </p:cTn>
                                        <p:tgtEl>
                                          <p:spTgt spid="110"/>
                                        </p:tgtEl>
                                        <p:attrNameLst>
                                          <p:attrName>style.visibility</p:attrName>
                                        </p:attrNameLst>
                                      </p:cBhvr>
                                      <p:to>
                                        <p:strVal val="visible"/>
                                      </p:to>
                                    </p:set>
                                    <p:animEffect transition="in" filter="wipe(left)">
                                      <p:cBhvr>
                                        <p:cTn id="7" dur="450"/>
                                        <p:tgtEl>
                                          <p:spTgt spid="110"/>
                                        </p:tgtEl>
                                      </p:cBhvr>
                                    </p:animEffect>
                                  </p:childTnLst>
                                </p:cTn>
                              </p:par>
                              <p:par>
                                <p:cTn id="8" presetID="10" presetClass="entr" presetSubtype="0" fill="hold" grpId="0" nodeType="withEffect">
                                  <p:stCondLst>
                                    <p:cond delay="45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50"/>
                                        <p:tgtEl>
                                          <p:spTgt spid="108"/>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50"/>
                                        <p:tgtEl>
                                          <p:spTgt spid="109"/>
                                        </p:tgtEl>
                                      </p:cBhvr>
                                    </p:animEffect>
                                  </p:childTnLst>
                                </p:cTn>
                              </p:par>
                              <p:par>
                                <p:cTn id="17" presetID="22" presetClass="entr" presetSubtype="8" fill="hold" nodeType="withEffect">
                                  <p:stCondLst>
                                    <p:cond delay="650"/>
                                  </p:stCondLst>
                                  <p:childTnLst>
                                    <p:set>
                                      <p:cBhvr>
                                        <p:cTn id="18" dur="1" fill="hold">
                                          <p:stCondLst>
                                            <p:cond delay="0"/>
                                          </p:stCondLst>
                                        </p:cTn>
                                        <p:tgtEl>
                                          <p:spTgt spid="115"/>
                                        </p:tgtEl>
                                        <p:attrNameLst>
                                          <p:attrName>style.visibility</p:attrName>
                                        </p:attrNameLst>
                                      </p:cBhvr>
                                      <p:to>
                                        <p:strVal val="visible"/>
                                      </p:to>
                                    </p:set>
                                    <p:animEffect transition="in" filter="wipe(left)">
                                      <p:cBhvr>
                                        <p:cTn id="19" dur="450"/>
                                        <p:tgtEl>
                                          <p:spTgt spid="115"/>
                                        </p:tgtEl>
                                      </p:cBhvr>
                                    </p:animEffect>
                                  </p:childTnLst>
                                </p:cTn>
                              </p:par>
                              <p:par>
                                <p:cTn id="20" presetID="10" presetClass="entr" presetSubtype="0" fill="hold" grpId="0" nodeType="withEffect">
                                  <p:stCondLst>
                                    <p:cond delay="900"/>
                                  </p:stCondLst>
                                  <p:childTnLst>
                                    <p:set>
                                      <p:cBhvr>
                                        <p:cTn id="21" dur="1" fill="hold">
                                          <p:stCondLst>
                                            <p:cond delay="0"/>
                                          </p:stCondLst>
                                        </p:cTn>
                                        <p:tgtEl>
                                          <p:spTgt spid="128"/>
                                        </p:tgtEl>
                                        <p:attrNameLst>
                                          <p:attrName>style.visibility</p:attrName>
                                        </p:attrNameLst>
                                      </p:cBhvr>
                                      <p:to>
                                        <p:strVal val="visible"/>
                                      </p:to>
                                    </p:set>
                                    <p:animEffect transition="in" filter="fade">
                                      <p:cBhvr>
                                        <p:cTn id="22" dur="450"/>
                                        <p:tgtEl>
                                          <p:spTgt spid="128"/>
                                        </p:tgtEl>
                                      </p:cBhvr>
                                    </p:animEffect>
                                  </p:childTnLst>
                                </p:cTn>
                              </p:par>
                              <p:par>
                                <p:cTn id="23" presetID="10" presetClass="entr" presetSubtype="0" fill="hold" grpId="0" nodeType="withEffect">
                                  <p:stCondLst>
                                    <p:cond delay="900"/>
                                  </p:stCondLst>
                                  <p:childTnLst>
                                    <p:set>
                                      <p:cBhvr>
                                        <p:cTn id="24" dur="1" fill="hold">
                                          <p:stCondLst>
                                            <p:cond delay="0"/>
                                          </p:stCondLst>
                                        </p:cTn>
                                        <p:tgtEl>
                                          <p:spTgt spid="113"/>
                                        </p:tgtEl>
                                        <p:attrNameLst>
                                          <p:attrName>style.visibility</p:attrName>
                                        </p:attrNameLst>
                                      </p:cBhvr>
                                      <p:to>
                                        <p:strVal val="visible"/>
                                      </p:to>
                                    </p:set>
                                    <p:animEffect transition="in" filter="fade">
                                      <p:cBhvr>
                                        <p:cTn id="25" dur="450"/>
                                        <p:tgtEl>
                                          <p:spTgt spid="113"/>
                                        </p:tgtEl>
                                      </p:cBhvr>
                                    </p:animEffect>
                                  </p:childTnLst>
                                </p:cTn>
                              </p:par>
                              <p:par>
                                <p:cTn id="26" presetID="10" presetClass="entr" presetSubtype="0" fill="hold" grpId="0" nodeType="withEffect">
                                  <p:stCondLst>
                                    <p:cond delay="900"/>
                                  </p:stCondLst>
                                  <p:childTnLst>
                                    <p:set>
                                      <p:cBhvr>
                                        <p:cTn id="27" dur="1" fill="hold">
                                          <p:stCondLst>
                                            <p:cond delay="0"/>
                                          </p:stCondLst>
                                        </p:cTn>
                                        <p:tgtEl>
                                          <p:spTgt spid="114"/>
                                        </p:tgtEl>
                                        <p:attrNameLst>
                                          <p:attrName>style.visibility</p:attrName>
                                        </p:attrNameLst>
                                      </p:cBhvr>
                                      <p:to>
                                        <p:strVal val="visible"/>
                                      </p:to>
                                    </p:set>
                                    <p:animEffect transition="in" filter="fade">
                                      <p:cBhvr>
                                        <p:cTn id="28" dur="450"/>
                                        <p:tgtEl>
                                          <p:spTgt spid="114"/>
                                        </p:tgtEl>
                                      </p:cBhvr>
                                    </p:animEffect>
                                  </p:childTnLst>
                                </p:cTn>
                              </p:par>
                              <p:par>
                                <p:cTn id="29" presetID="22" presetClass="entr" presetSubtype="8" fill="hold" nodeType="withEffect">
                                  <p:stCondLst>
                                    <p:cond delay="1100"/>
                                  </p:stCondLst>
                                  <p:childTnLst>
                                    <p:set>
                                      <p:cBhvr>
                                        <p:cTn id="30" dur="1" fill="hold">
                                          <p:stCondLst>
                                            <p:cond delay="0"/>
                                          </p:stCondLst>
                                        </p:cTn>
                                        <p:tgtEl>
                                          <p:spTgt spid="120"/>
                                        </p:tgtEl>
                                        <p:attrNameLst>
                                          <p:attrName>style.visibility</p:attrName>
                                        </p:attrNameLst>
                                      </p:cBhvr>
                                      <p:to>
                                        <p:strVal val="visible"/>
                                      </p:to>
                                    </p:set>
                                    <p:animEffect transition="in" filter="wipe(left)">
                                      <p:cBhvr>
                                        <p:cTn id="31" dur="450"/>
                                        <p:tgtEl>
                                          <p:spTgt spid="120"/>
                                        </p:tgtEl>
                                      </p:cBhvr>
                                    </p:animEffect>
                                  </p:childTnLst>
                                </p:cTn>
                              </p:par>
                              <p:par>
                                <p:cTn id="32" presetID="10" presetClass="entr" presetSubtype="0" fill="hold" grpId="0" nodeType="withEffect">
                                  <p:stCondLst>
                                    <p:cond delay="1350"/>
                                  </p:stCondLst>
                                  <p:childTnLst>
                                    <p:set>
                                      <p:cBhvr>
                                        <p:cTn id="33" dur="1" fill="hold">
                                          <p:stCondLst>
                                            <p:cond delay="0"/>
                                          </p:stCondLst>
                                        </p:cTn>
                                        <p:tgtEl>
                                          <p:spTgt spid="129"/>
                                        </p:tgtEl>
                                        <p:attrNameLst>
                                          <p:attrName>style.visibility</p:attrName>
                                        </p:attrNameLst>
                                      </p:cBhvr>
                                      <p:to>
                                        <p:strVal val="visible"/>
                                      </p:to>
                                    </p:set>
                                    <p:animEffect transition="in" filter="fade">
                                      <p:cBhvr>
                                        <p:cTn id="34" dur="450"/>
                                        <p:tgtEl>
                                          <p:spTgt spid="129"/>
                                        </p:tgtEl>
                                      </p:cBhvr>
                                    </p:animEffect>
                                  </p:childTnLst>
                                </p:cTn>
                              </p:par>
                              <p:par>
                                <p:cTn id="35" presetID="10" presetClass="entr" presetSubtype="0" fill="hold" grpId="0" nodeType="withEffect">
                                  <p:stCondLst>
                                    <p:cond delay="1350"/>
                                  </p:stCondLst>
                                  <p:childTnLst>
                                    <p:set>
                                      <p:cBhvr>
                                        <p:cTn id="36" dur="1" fill="hold">
                                          <p:stCondLst>
                                            <p:cond delay="0"/>
                                          </p:stCondLst>
                                        </p:cTn>
                                        <p:tgtEl>
                                          <p:spTgt spid="118"/>
                                        </p:tgtEl>
                                        <p:attrNameLst>
                                          <p:attrName>style.visibility</p:attrName>
                                        </p:attrNameLst>
                                      </p:cBhvr>
                                      <p:to>
                                        <p:strVal val="visible"/>
                                      </p:to>
                                    </p:set>
                                    <p:animEffect transition="in" filter="fade">
                                      <p:cBhvr>
                                        <p:cTn id="37" dur="450"/>
                                        <p:tgtEl>
                                          <p:spTgt spid="118"/>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19"/>
                                        </p:tgtEl>
                                        <p:attrNameLst>
                                          <p:attrName>style.visibility</p:attrName>
                                        </p:attrNameLst>
                                      </p:cBhvr>
                                      <p:to>
                                        <p:strVal val="visible"/>
                                      </p:to>
                                    </p:set>
                                    <p:animEffect transition="in" filter="fade">
                                      <p:cBhvr>
                                        <p:cTn id="40" dur="450"/>
                                        <p:tgtEl>
                                          <p:spTgt spid="119"/>
                                        </p:tgtEl>
                                      </p:cBhvr>
                                    </p:animEffect>
                                  </p:childTnLst>
                                </p:cTn>
                              </p:par>
                              <p:par>
                                <p:cTn id="41" presetID="22" presetClass="entr" presetSubtype="8" fill="hold" nodeType="withEffect">
                                  <p:stCondLst>
                                    <p:cond delay="1550"/>
                                  </p:stCondLst>
                                  <p:childTnLst>
                                    <p:set>
                                      <p:cBhvr>
                                        <p:cTn id="42" dur="1" fill="hold">
                                          <p:stCondLst>
                                            <p:cond delay="0"/>
                                          </p:stCondLst>
                                        </p:cTn>
                                        <p:tgtEl>
                                          <p:spTgt spid="125"/>
                                        </p:tgtEl>
                                        <p:attrNameLst>
                                          <p:attrName>style.visibility</p:attrName>
                                        </p:attrNameLst>
                                      </p:cBhvr>
                                      <p:to>
                                        <p:strVal val="visible"/>
                                      </p:to>
                                    </p:set>
                                    <p:animEffect transition="in" filter="wipe(left)">
                                      <p:cBhvr>
                                        <p:cTn id="43" dur="450"/>
                                        <p:tgtEl>
                                          <p:spTgt spid="125"/>
                                        </p:tgtEl>
                                      </p:cBhvr>
                                    </p:animEffect>
                                  </p:childTnLst>
                                </p:cTn>
                              </p:par>
                              <p:par>
                                <p:cTn id="44" presetID="10" presetClass="entr" presetSubtype="0" fill="hold" grpId="0" nodeType="withEffect">
                                  <p:stCondLst>
                                    <p:cond delay="1800"/>
                                  </p:stCondLst>
                                  <p:childTnLst>
                                    <p:set>
                                      <p:cBhvr>
                                        <p:cTn id="45" dur="1" fill="hold">
                                          <p:stCondLst>
                                            <p:cond delay="0"/>
                                          </p:stCondLst>
                                        </p:cTn>
                                        <p:tgtEl>
                                          <p:spTgt spid="130"/>
                                        </p:tgtEl>
                                        <p:attrNameLst>
                                          <p:attrName>style.visibility</p:attrName>
                                        </p:attrNameLst>
                                      </p:cBhvr>
                                      <p:to>
                                        <p:strVal val="visible"/>
                                      </p:to>
                                    </p:set>
                                    <p:animEffect transition="in" filter="fade">
                                      <p:cBhvr>
                                        <p:cTn id="46" dur="450"/>
                                        <p:tgtEl>
                                          <p:spTgt spid="130"/>
                                        </p:tgtEl>
                                      </p:cBhvr>
                                    </p:animEffect>
                                  </p:childTnLst>
                                </p:cTn>
                              </p:par>
                              <p:par>
                                <p:cTn id="47" presetID="10" presetClass="entr" presetSubtype="0" fill="hold" grpId="0" nodeType="withEffect">
                                  <p:stCondLst>
                                    <p:cond delay="1800"/>
                                  </p:stCondLst>
                                  <p:childTnLst>
                                    <p:set>
                                      <p:cBhvr>
                                        <p:cTn id="48" dur="1" fill="hold">
                                          <p:stCondLst>
                                            <p:cond delay="0"/>
                                          </p:stCondLst>
                                        </p:cTn>
                                        <p:tgtEl>
                                          <p:spTgt spid="123"/>
                                        </p:tgtEl>
                                        <p:attrNameLst>
                                          <p:attrName>style.visibility</p:attrName>
                                        </p:attrNameLst>
                                      </p:cBhvr>
                                      <p:to>
                                        <p:strVal val="visible"/>
                                      </p:to>
                                    </p:set>
                                    <p:animEffect transition="in" filter="fade">
                                      <p:cBhvr>
                                        <p:cTn id="49" dur="450"/>
                                        <p:tgtEl>
                                          <p:spTgt spid="123"/>
                                        </p:tgtEl>
                                      </p:cBhvr>
                                    </p:animEffect>
                                  </p:childTnLst>
                                </p:cTn>
                              </p:par>
                              <p:par>
                                <p:cTn id="50" presetID="10" presetClass="entr" presetSubtype="0" fill="hold" grpId="0" nodeType="withEffect">
                                  <p:stCondLst>
                                    <p:cond delay="1800"/>
                                  </p:stCondLst>
                                  <p:childTnLst>
                                    <p:set>
                                      <p:cBhvr>
                                        <p:cTn id="51" dur="1" fill="hold">
                                          <p:stCondLst>
                                            <p:cond delay="0"/>
                                          </p:stCondLst>
                                        </p:cTn>
                                        <p:tgtEl>
                                          <p:spTgt spid="124"/>
                                        </p:tgtEl>
                                        <p:attrNameLst>
                                          <p:attrName>style.visibility</p:attrName>
                                        </p:attrNameLst>
                                      </p:cBhvr>
                                      <p:to>
                                        <p:strVal val="visible"/>
                                      </p:to>
                                    </p:set>
                                    <p:animEffect transition="in" filter="fade">
                                      <p:cBhvr>
                                        <p:cTn id="52" dur="45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 grpId="0" animBg="1"/>
      <p:bldP spid="109" grpId="0"/>
      <p:bldP spid="113" grpId="0" animBg="1"/>
      <p:bldP spid="114" grpId="0"/>
      <p:bldP spid="118" grpId="0" animBg="1"/>
      <p:bldP spid="119" grpId="0"/>
      <p:bldP spid="123" grpId="0" animBg="1"/>
      <p:bldP spid="124" grpId="0"/>
      <p:bldP spid="127" grpId="0" animBg="1"/>
      <p:bldP spid="128" grpId="0" animBg="1"/>
      <p:bldP spid="129" grpId="0" animBg="1"/>
      <p:bldP spid="1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itle"/>
          <p:cNvSpPr txBox="1"/>
          <p:nvPr/>
        </p:nvSpPr>
        <p:spPr>
          <a:xfrm>
            <a:off x="320040" y="342900"/>
            <a:ext cx="850392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700" b="0" dirty="0">
                <a:solidFill>
                  <a:srgbClr val="0F1A2A"/>
                </a:solidFill>
                <a:latin typeface="Sora SemiBold"/>
                <a:ea typeface="Sora SemiBold"/>
                <a:cs typeface="Sora SemiBold"/>
                <a:sym typeface="Sora SemiBold"/>
              </a:rPr>
              <a:t>Autofill stops where sign-ups get hard.</a:t>
            </a:r>
          </a:p>
        </p:txBody>
      </p:sp>
      <p:sp>
        <p:nvSpPr>
          <p:cNvPr id="20" name="Score autofill"/>
          <p:cNvSpPr txBox="1"/>
          <p:nvPr/>
        </p:nvSpPr>
        <p:spPr>
          <a:xfrm>
            <a:off x="320040" y="863600"/>
            <a:ext cx="2159000" cy="279400"/>
          </a:xfrm>
          <a:prstGeom prst="rect">
            <a:avLst/>
          </a:prstGeom>
          <a:noFill/>
          <a:ln>
            <a:noFill/>
          </a:ln>
        </p:spPr>
        <p:txBody>
          <a:bodyPr spcFirstLastPara="1" wrap="square" lIns="91425" tIns="0" rIns="91425" bIns="0" anchor="ctr" anchorCtr="0">
            <a:noAutofit/>
          </a:bodyPr>
          <a:lstStyle/>
          <a:p>
            <a:pPr marL="0" indent="0" algn="l">
              <a:lnSpc>
                <a:spcPct val="100000"/>
              </a:lnSpc>
              <a:spcBef>
                <a:spcPts val="0"/>
              </a:spcBef>
              <a:spcAft>
                <a:spcPts val="0"/>
              </a:spcAft>
              <a:buNone/>
            </a:pPr>
            <a:r>
              <a:rPr lang="en-US" sz="1500" b="0" dirty="0">
                <a:solidFill>
                  <a:srgbClr val="5B6575"/>
                </a:solidFill>
                <a:latin typeface="Sora SemiBold"/>
                <a:ea typeface="Sora SemiBold"/>
                <a:cs typeface="Sora SemiBold"/>
                <a:sym typeface="Sora SemiBold"/>
              </a:rPr>
              <a:t>Autofill: 13 of 33</a:t>
            </a:r>
          </a:p>
        </p:txBody>
      </p:sp>
      <p:sp>
        <p:nvSpPr>
          <p:cNvPr id="21" name="Score Formly"/>
          <p:cNvSpPr txBox="1"/>
          <p:nvPr/>
        </p:nvSpPr>
        <p:spPr>
          <a:xfrm>
            <a:off x="2489200" y="863600"/>
            <a:ext cx="2159000" cy="279400"/>
          </a:xfrm>
          <a:prstGeom prst="rect">
            <a:avLst/>
          </a:prstGeom>
          <a:noFill/>
          <a:ln>
            <a:noFill/>
          </a:ln>
        </p:spPr>
        <p:txBody>
          <a:bodyPr spcFirstLastPara="1" wrap="square" lIns="91425" tIns="0" rIns="91425" bIns="0" anchor="ctr" anchorCtr="0">
            <a:noAutofit/>
          </a:bodyPr>
          <a:lstStyle/>
          <a:p>
            <a:pPr marL="0" indent="0" algn="l">
              <a:lnSpc>
                <a:spcPct val="100000"/>
              </a:lnSpc>
              <a:spcBef>
                <a:spcPts val="0"/>
              </a:spcBef>
              <a:spcAft>
                <a:spcPts val="0"/>
              </a:spcAft>
              <a:buNone/>
            </a:pPr>
            <a:r>
              <a:rPr lang="en-US" sz="1500" b="0" dirty="0">
                <a:solidFill>
                  <a:srgbClr val="0F1A2A"/>
                </a:solidFill>
                <a:latin typeface="Sora SemiBold"/>
                <a:ea typeface="Sora SemiBold"/>
                <a:cs typeface="Sora SemiBold"/>
                <a:sym typeface="Sora SemiBold"/>
              </a:rPr>
              <a:t>Formly: 30 of 33</a:t>
            </a:r>
          </a:p>
        </p:txBody>
      </p:sp>
      <p:sp>
        <p:nvSpPr>
          <p:cNvPr id="22" name="Score Formly bar"/>
          <p:cNvSpPr/>
          <p:nvPr/>
        </p:nvSpPr>
        <p:spPr>
          <a:xfrm>
            <a:off x="2580640" y="1168400"/>
            <a:ext cx="609600" cy="38100"/>
          </a:xfrm>
          <a:prstGeom prst="rect">
            <a:avLst/>
          </a:prstGeom>
          <a:solidFill>
            <a:srgbClr val="22C985"/>
          </a:solidFill>
          <a:ln>
            <a:noFill/>
          </a:ln>
        </p:spPr>
        <p:txBody>
          <a:bodyPr/>
          <a:lstStyle/>
          <a:p>
            <a:endParaRPr lang="en-US"/>
          </a:p>
        </p:txBody>
      </p:sp>
      <p:sp>
        <p:nvSpPr>
          <p:cNvPr id="23" name="Row Personal"/>
          <p:cNvSpPr txBox="1"/>
          <p:nvPr/>
        </p:nvSpPr>
        <p:spPr>
          <a:xfrm>
            <a:off x="320040" y="1346200"/>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Personal</a:t>
            </a:r>
          </a:p>
        </p:txBody>
      </p:sp>
      <p:sp>
        <p:nvSpPr>
          <p:cNvPr id="24" name="Tile Personal First name"/>
          <p:cNvSpPr/>
          <p:nvPr/>
        </p:nvSpPr>
        <p:spPr>
          <a:xfrm>
            <a:off x="1549400" y="1346200"/>
            <a:ext cx="693420" cy="292100"/>
          </a:xfrm>
          <a:prstGeom prst="roundRect">
            <a:avLst>
              <a:gd name="adj" fmla="val 18000"/>
            </a:avLst>
          </a:prstGeom>
          <a:solidFill>
            <a:srgbClr val="E9ECF1"/>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First name</a:t>
            </a:r>
          </a:p>
        </p:txBody>
      </p:sp>
      <p:sp>
        <p:nvSpPr>
          <p:cNvPr id="25" name="Tile Personal Last name"/>
          <p:cNvSpPr/>
          <p:nvPr/>
        </p:nvSpPr>
        <p:spPr>
          <a:xfrm>
            <a:off x="2293620" y="1346200"/>
            <a:ext cx="693420" cy="292100"/>
          </a:xfrm>
          <a:prstGeom prst="roundRect">
            <a:avLst>
              <a:gd name="adj" fmla="val 18000"/>
            </a:avLst>
          </a:prstGeom>
          <a:solidFill>
            <a:srgbClr val="E9ECF1"/>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Last name</a:t>
            </a:r>
          </a:p>
        </p:txBody>
      </p:sp>
      <p:sp>
        <p:nvSpPr>
          <p:cNvPr id="26" name="Tile Personal Email"/>
          <p:cNvSpPr/>
          <p:nvPr/>
        </p:nvSpPr>
        <p:spPr>
          <a:xfrm>
            <a:off x="3037840" y="1346200"/>
            <a:ext cx="693420" cy="292100"/>
          </a:xfrm>
          <a:prstGeom prst="roundRect">
            <a:avLst>
              <a:gd name="adj" fmla="val 18000"/>
            </a:avLst>
          </a:prstGeom>
          <a:solidFill>
            <a:srgbClr val="E9ECF1"/>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Email</a:t>
            </a:r>
          </a:p>
        </p:txBody>
      </p:sp>
      <p:sp>
        <p:nvSpPr>
          <p:cNvPr id="27" name="Tile Personal Phone"/>
          <p:cNvSpPr/>
          <p:nvPr/>
        </p:nvSpPr>
        <p:spPr>
          <a:xfrm>
            <a:off x="3782060" y="1346200"/>
            <a:ext cx="693420" cy="292100"/>
          </a:xfrm>
          <a:prstGeom prst="roundRect">
            <a:avLst>
              <a:gd name="adj" fmla="val 18000"/>
            </a:avLst>
          </a:prstGeom>
          <a:solidFill>
            <a:srgbClr val="E9ECF1"/>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Phone</a:t>
            </a:r>
          </a:p>
        </p:txBody>
      </p:sp>
      <p:sp>
        <p:nvSpPr>
          <p:cNvPr id="28" name="Tile Personal Date of birth"/>
          <p:cNvSpPr/>
          <p:nvPr/>
        </p:nvSpPr>
        <p:spPr>
          <a:xfrm>
            <a:off x="4526280" y="13462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Date of birth</a:t>
            </a:r>
          </a:p>
        </p:txBody>
      </p:sp>
      <p:sp>
        <p:nvSpPr>
          <p:cNvPr id="29" name="Tile Personal SSN"/>
          <p:cNvSpPr/>
          <p:nvPr/>
        </p:nvSpPr>
        <p:spPr>
          <a:xfrm>
            <a:off x="5270500" y="13462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SSN</a:t>
            </a:r>
          </a:p>
        </p:txBody>
      </p:sp>
      <p:sp>
        <p:nvSpPr>
          <p:cNvPr id="30" name="Row Address"/>
          <p:cNvSpPr txBox="1"/>
          <p:nvPr/>
        </p:nvSpPr>
        <p:spPr>
          <a:xfrm>
            <a:off x="320040" y="1701800"/>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Address</a:t>
            </a:r>
          </a:p>
        </p:txBody>
      </p:sp>
      <p:sp>
        <p:nvSpPr>
          <p:cNvPr id="31" name="Tile Address Street"/>
          <p:cNvSpPr/>
          <p:nvPr/>
        </p:nvSpPr>
        <p:spPr>
          <a:xfrm>
            <a:off x="1549400" y="1701800"/>
            <a:ext cx="693420" cy="292100"/>
          </a:xfrm>
          <a:prstGeom prst="roundRect">
            <a:avLst>
              <a:gd name="adj" fmla="val 18000"/>
            </a:avLst>
          </a:prstGeom>
          <a:solidFill>
            <a:srgbClr val="E9ECF1"/>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Street</a:t>
            </a:r>
          </a:p>
        </p:txBody>
      </p:sp>
      <p:sp>
        <p:nvSpPr>
          <p:cNvPr id="32" name="Tile Address Apt"/>
          <p:cNvSpPr/>
          <p:nvPr/>
        </p:nvSpPr>
        <p:spPr>
          <a:xfrm>
            <a:off x="2293620" y="1701800"/>
            <a:ext cx="693420" cy="292100"/>
          </a:xfrm>
          <a:prstGeom prst="roundRect">
            <a:avLst>
              <a:gd name="adj" fmla="val 18000"/>
            </a:avLst>
          </a:prstGeom>
          <a:solidFill>
            <a:srgbClr val="E9ECF1"/>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Apt</a:t>
            </a:r>
          </a:p>
        </p:txBody>
      </p:sp>
      <p:sp>
        <p:nvSpPr>
          <p:cNvPr id="33" name="Tile Address City"/>
          <p:cNvSpPr/>
          <p:nvPr/>
        </p:nvSpPr>
        <p:spPr>
          <a:xfrm>
            <a:off x="3037840" y="1701800"/>
            <a:ext cx="693420" cy="292100"/>
          </a:xfrm>
          <a:prstGeom prst="roundRect">
            <a:avLst>
              <a:gd name="adj" fmla="val 18000"/>
            </a:avLst>
          </a:prstGeom>
          <a:solidFill>
            <a:srgbClr val="E9ECF1"/>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City</a:t>
            </a:r>
          </a:p>
        </p:txBody>
      </p:sp>
      <p:sp>
        <p:nvSpPr>
          <p:cNvPr id="34" name="Tile Address State"/>
          <p:cNvSpPr/>
          <p:nvPr/>
        </p:nvSpPr>
        <p:spPr>
          <a:xfrm>
            <a:off x="3782060" y="1701800"/>
            <a:ext cx="693420" cy="292100"/>
          </a:xfrm>
          <a:prstGeom prst="roundRect">
            <a:avLst>
              <a:gd name="adj" fmla="val 18000"/>
            </a:avLst>
          </a:prstGeom>
          <a:solidFill>
            <a:srgbClr val="E9ECF1"/>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State</a:t>
            </a:r>
          </a:p>
        </p:txBody>
      </p:sp>
      <p:sp>
        <p:nvSpPr>
          <p:cNvPr id="35" name="Tile Address ZIP"/>
          <p:cNvSpPr/>
          <p:nvPr/>
        </p:nvSpPr>
        <p:spPr>
          <a:xfrm>
            <a:off x="4526280" y="1701800"/>
            <a:ext cx="693420" cy="292100"/>
          </a:xfrm>
          <a:prstGeom prst="roundRect">
            <a:avLst>
              <a:gd name="adj" fmla="val 18000"/>
            </a:avLst>
          </a:prstGeom>
          <a:solidFill>
            <a:srgbClr val="E9ECF1"/>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ZIP</a:t>
            </a:r>
          </a:p>
        </p:txBody>
      </p:sp>
      <p:sp>
        <p:nvSpPr>
          <p:cNvPr id="36" name="Tile Address Years at address"/>
          <p:cNvSpPr/>
          <p:nvPr/>
        </p:nvSpPr>
        <p:spPr>
          <a:xfrm>
            <a:off x="5270500" y="17018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Years at address</a:t>
            </a:r>
          </a:p>
        </p:txBody>
      </p:sp>
      <p:sp>
        <p:nvSpPr>
          <p:cNvPr id="37" name="Row Payment"/>
          <p:cNvSpPr txBox="1"/>
          <p:nvPr/>
        </p:nvSpPr>
        <p:spPr>
          <a:xfrm>
            <a:off x="320040" y="2057400"/>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Payment</a:t>
            </a:r>
          </a:p>
        </p:txBody>
      </p:sp>
      <p:sp>
        <p:nvSpPr>
          <p:cNvPr id="38" name="Tile Payment Name on card"/>
          <p:cNvSpPr/>
          <p:nvPr/>
        </p:nvSpPr>
        <p:spPr>
          <a:xfrm>
            <a:off x="1549400" y="2057400"/>
            <a:ext cx="693420" cy="292100"/>
          </a:xfrm>
          <a:prstGeom prst="roundRect">
            <a:avLst>
              <a:gd name="adj" fmla="val 18000"/>
            </a:avLst>
          </a:prstGeom>
          <a:solidFill>
            <a:srgbClr val="E9ECF1"/>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Name on card</a:t>
            </a:r>
          </a:p>
        </p:txBody>
      </p:sp>
      <p:sp>
        <p:nvSpPr>
          <p:cNvPr id="39" name="Tile Payment Card number"/>
          <p:cNvSpPr/>
          <p:nvPr/>
        </p:nvSpPr>
        <p:spPr>
          <a:xfrm>
            <a:off x="2293620" y="2057400"/>
            <a:ext cx="693420" cy="292100"/>
          </a:xfrm>
          <a:prstGeom prst="roundRect">
            <a:avLst>
              <a:gd name="adj" fmla="val 18000"/>
            </a:avLst>
          </a:prstGeom>
          <a:solidFill>
            <a:srgbClr val="E9ECF1"/>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Card number</a:t>
            </a:r>
          </a:p>
        </p:txBody>
      </p:sp>
      <p:sp>
        <p:nvSpPr>
          <p:cNvPr id="40" name="Tile Payment Expiration"/>
          <p:cNvSpPr/>
          <p:nvPr/>
        </p:nvSpPr>
        <p:spPr>
          <a:xfrm>
            <a:off x="3037840" y="2057400"/>
            <a:ext cx="693420" cy="292100"/>
          </a:xfrm>
          <a:prstGeom prst="roundRect">
            <a:avLst>
              <a:gd name="adj" fmla="val 18000"/>
            </a:avLst>
          </a:prstGeom>
          <a:solidFill>
            <a:srgbClr val="E9ECF1"/>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Expiration</a:t>
            </a:r>
          </a:p>
        </p:txBody>
      </p:sp>
      <p:sp>
        <p:nvSpPr>
          <p:cNvPr id="41" name="Tile Payment Billing ZIP"/>
          <p:cNvSpPr/>
          <p:nvPr/>
        </p:nvSpPr>
        <p:spPr>
          <a:xfrm>
            <a:off x="3782060" y="2057400"/>
            <a:ext cx="693420" cy="292100"/>
          </a:xfrm>
          <a:prstGeom prst="roundRect">
            <a:avLst>
              <a:gd name="adj" fmla="val 18000"/>
            </a:avLst>
          </a:prstGeom>
          <a:solidFill>
            <a:srgbClr val="E9ECF1"/>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Billing ZIP</a:t>
            </a:r>
          </a:p>
        </p:txBody>
      </p:sp>
      <p:sp>
        <p:nvSpPr>
          <p:cNvPr id="42" name="Row Identity"/>
          <p:cNvSpPr txBox="1"/>
          <p:nvPr/>
        </p:nvSpPr>
        <p:spPr>
          <a:xfrm>
            <a:off x="320040" y="2413000"/>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Identity</a:t>
            </a:r>
          </a:p>
        </p:txBody>
      </p:sp>
      <p:sp>
        <p:nvSpPr>
          <p:cNvPr id="43" name="Tile Identity ID type"/>
          <p:cNvSpPr/>
          <p:nvPr/>
        </p:nvSpPr>
        <p:spPr>
          <a:xfrm>
            <a:off x="1549400" y="24130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type</a:t>
            </a:r>
          </a:p>
        </p:txBody>
      </p:sp>
      <p:sp>
        <p:nvSpPr>
          <p:cNvPr id="44" name="Tile Identity ID number"/>
          <p:cNvSpPr/>
          <p:nvPr/>
        </p:nvSpPr>
        <p:spPr>
          <a:xfrm>
            <a:off x="2293620" y="24130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number</a:t>
            </a:r>
          </a:p>
        </p:txBody>
      </p:sp>
      <p:sp>
        <p:nvSpPr>
          <p:cNvPr id="45" name="Tile Identity Issuing state"/>
          <p:cNvSpPr/>
          <p:nvPr/>
        </p:nvSpPr>
        <p:spPr>
          <a:xfrm>
            <a:off x="3037840" y="24130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Issuing state</a:t>
            </a:r>
          </a:p>
        </p:txBody>
      </p:sp>
      <p:sp>
        <p:nvSpPr>
          <p:cNvPr id="46" name="Tile Identity ID expiration"/>
          <p:cNvSpPr/>
          <p:nvPr/>
        </p:nvSpPr>
        <p:spPr>
          <a:xfrm>
            <a:off x="3782060" y="24130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expiration</a:t>
            </a:r>
          </a:p>
        </p:txBody>
      </p:sp>
      <p:sp>
        <p:nvSpPr>
          <p:cNvPr id="47" name="Row Credit check"/>
          <p:cNvSpPr txBox="1"/>
          <p:nvPr/>
        </p:nvSpPr>
        <p:spPr>
          <a:xfrm>
            <a:off x="320040" y="2768600"/>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Credit check</a:t>
            </a:r>
          </a:p>
        </p:txBody>
      </p:sp>
      <p:sp>
        <p:nvSpPr>
          <p:cNvPr id="48" name="Tile Credit check Employment"/>
          <p:cNvSpPr/>
          <p:nvPr/>
        </p:nvSpPr>
        <p:spPr>
          <a:xfrm>
            <a:off x="1549400" y="27686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Employment</a:t>
            </a:r>
          </a:p>
        </p:txBody>
      </p:sp>
      <p:sp>
        <p:nvSpPr>
          <p:cNvPr id="49" name="Tile Credit check Employer"/>
          <p:cNvSpPr/>
          <p:nvPr/>
        </p:nvSpPr>
        <p:spPr>
          <a:xfrm>
            <a:off x="2293620" y="27686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Employer</a:t>
            </a:r>
          </a:p>
        </p:txBody>
      </p:sp>
      <p:sp>
        <p:nvSpPr>
          <p:cNvPr id="50" name="Tile Credit check Job title"/>
          <p:cNvSpPr/>
          <p:nvPr/>
        </p:nvSpPr>
        <p:spPr>
          <a:xfrm>
            <a:off x="3037840" y="27686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Job title</a:t>
            </a:r>
          </a:p>
        </p:txBody>
      </p:sp>
      <p:sp>
        <p:nvSpPr>
          <p:cNvPr id="51" name="Tile Credit check Income"/>
          <p:cNvSpPr/>
          <p:nvPr/>
        </p:nvSpPr>
        <p:spPr>
          <a:xfrm>
            <a:off x="3782060" y="27686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Income</a:t>
            </a:r>
          </a:p>
        </p:txBody>
      </p:sp>
      <p:sp>
        <p:nvSpPr>
          <p:cNvPr id="52" name="Tile Credit check Rent / mortgage"/>
          <p:cNvSpPr/>
          <p:nvPr/>
        </p:nvSpPr>
        <p:spPr>
          <a:xfrm>
            <a:off x="4526280" y="27686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Rent / mortgage</a:t>
            </a:r>
          </a:p>
        </p:txBody>
      </p:sp>
      <p:sp>
        <p:nvSpPr>
          <p:cNvPr id="53" name="Row Plan &amp; device"/>
          <p:cNvSpPr txBox="1"/>
          <p:nvPr/>
        </p:nvSpPr>
        <p:spPr>
          <a:xfrm>
            <a:off x="320040" y="3124200"/>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Plan &amp; device</a:t>
            </a:r>
          </a:p>
        </p:txBody>
      </p:sp>
      <p:sp>
        <p:nvSpPr>
          <p:cNvPr id="54" name="Tile Plan &amp; device Current carrier"/>
          <p:cNvSpPr/>
          <p:nvPr/>
        </p:nvSpPr>
        <p:spPr>
          <a:xfrm>
            <a:off x="1549400" y="31242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Current carrier</a:t>
            </a:r>
          </a:p>
        </p:txBody>
      </p:sp>
      <p:sp>
        <p:nvSpPr>
          <p:cNvPr id="55" name="Tile Plan &amp; device Device"/>
          <p:cNvSpPr/>
          <p:nvPr/>
        </p:nvSpPr>
        <p:spPr>
          <a:xfrm>
            <a:off x="2293620" y="31242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Device</a:t>
            </a:r>
          </a:p>
        </p:txBody>
      </p:sp>
      <p:sp>
        <p:nvSpPr>
          <p:cNvPr id="56" name="Tile Plan &amp; device Plan"/>
          <p:cNvSpPr/>
          <p:nvPr/>
        </p:nvSpPr>
        <p:spPr>
          <a:xfrm>
            <a:off x="3037840" y="3124200"/>
            <a:ext cx="693420" cy="292100"/>
          </a:xfrm>
          <a:prstGeom prst="roundRect">
            <a:avLst>
              <a:gd name="adj" fmla="val 18000"/>
            </a:avLst>
          </a:prstGeom>
          <a:solidFill>
            <a:srgbClr val="FFFFFF"/>
          </a:solidFill>
          <a:ln w="9525">
            <a:solidFill>
              <a:srgbClr val="CBD1DA"/>
            </a:solidFill>
            <a:prstDash val="dash"/>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Plan</a:t>
            </a:r>
          </a:p>
        </p:txBody>
      </p:sp>
      <p:sp>
        <p:nvSpPr>
          <p:cNvPr id="57" name="Tile Plan &amp; device Lines"/>
          <p:cNvSpPr/>
          <p:nvPr/>
        </p:nvSpPr>
        <p:spPr>
          <a:xfrm>
            <a:off x="3782060" y="3124200"/>
            <a:ext cx="693420" cy="292100"/>
          </a:xfrm>
          <a:prstGeom prst="roundRect">
            <a:avLst>
              <a:gd name="adj" fmla="val 18000"/>
            </a:avLst>
          </a:prstGeom>
          <a:solidFill>
            <a:srgbClr val="FFFFFF"/>
          </a:solidFill>
          <a:ln w="9525">
            <a:solidFill>
              <a:srgbClr val="CBD1DA"/>
            </a:solidFill>
            <a:prstDash val="dash"/>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Lines</a:t>
            </a:r>
          </a:p>
        </p:txBody>
      </p:sp>
      <p:sp>
        <p:nvSpPr>
          <p:cNvPr id="58" name="Tile Plan &amp; device Keep number"/>
          <p:cNvSpPr/>
          <p:nvPr/>
        </p:nvSpPr>
        <p:spPr>
          <a:xfrm>
            <a:off x="4526280" y="3124200"/>
            <a:ext cx="693420" cy="292100"/>
          </a:xfrm>
          <a:prstGeom prst="roundRect">
            <a:avLst>
              <a:gd name="adj" fmla="val 18000"/>
            </a:avLst>
          </a:prstGeom>
          <a:solidFill>
            <a:srgbClr val="FFFFFF"/>
          </a:solidFill>
          <a:ln w="9525">
            <a:solidFill>
              <a:srgbClr val="CBD1DA"/>
            </a:solidFill>
            <a:prstDash val="dash"/>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Keep number</a:t>
            </a:r>
          </a:p>
        </p:txBody>
      </p:sp>
      <p:sp>
        <p:nvSpPr>
          <p:cNvPr id="59" name="Row Emergency contact"/>
          <p:cNvSpPr txBox="1"/>
          <p:nvPr/>
        </p:nvSpPr>
        <p:spPr>
          <a:xfrm>
            <a:off x="320040" y="3479800"/>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Emergency contact</a:t>
            </a:r>
          </a:p>
        </p:txBody>
      </p:sp>
      <p:sp>
        <p:nvSpPr>
          <p:cNvPr id="60" name="Tile Emergency contact Name"/>
          <p:cNvSpPr/>
          <p:nvPr/>
        </p:nvSpPr>
        <p:spPr>
          <a:xfrm>
            <a:off x="1549400" y="34798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Name</a:t>
            </a:r>
          </a:p>
        </p:txBody>
      </p:sp>
      <p:sp>
        <p:nvSpPr>
          <p:cNvPr id="61" name="Tile Emergency contact Relationship"/>
          <p:cNvSpPr/>
          <p:nvPr/>
        </p:nvSpPr>
        <p:spPr>
          <a:xfrm>
            <a:off x="2293620" y="34798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Relationship</a:t>
            </a:r>
          </a:p>
        </p:txBody>
      </p:sp>
      <p:sp>
        <p:nvSpPr>
          <p:cNvPr id="62" name="Tile Emergency contact Phone"/>
          <p:cNvSpPr/>
          <p:nvPr/>
        </p:nvSpPr>
        <p:spPr>
          <a:xfrm>
            <a:off x="3037840" y="3479800"/>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Phone</a:t>
            </a:r>
          </a:p>
        </p:txBody>
      </p:sp>
      <p:sp>
        <p:nvSpPr>
          <p:cNvPr id="63" name="Legend"/>
          <p:cNvSpPr txBox="1"/>
          <p:nvPr/>
        </p:nvSpPr>
        <p:spPr>
          <a:xfrm>
            <a:off x="320040" y="3860800"/>
            <a:ext cx="5715000" cy="177800"/>
          </a:xfrm>
          <a:prstGeom prst="rect">
            <a:avLst/>
          </a:prstGeom>
          <a:noFill/>
          <a:ln>
            <a:noFill/>
          </a:ln>
        </p:spPr>
        <p:txBody>
          <a:bodyPr spcFirstLastPara="1" wrap="square" lIns="91425" tIns="0" rIns="91425" bIns="0" anchor="ctr"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Grey: autofill fills it · Green: Formly finds it in your documents · Dashed: your choice</a:t>
            </a:r>
          </a:p>
        </p:txBody>
      </p:sp>
      <p:sp>
        <p:nvSpPr>
          <p:cNvPr id="64" name="Stat 1"/>
          <p:cNvSpPr txBox="1"/>
          <p:nvPr/>
        </p:nvSpPr>
        <p:spPr>
          <a:xfrm>
            <a:off x="6223000" y="965200"/>
            <a:ext cx="2590800" cy="5334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4000" b="0" dirty="0">
                <a:solidFill>
                  <a:srgbClr val="0F1A2A"/>
                </a:solidFill>
                <a:latin typeface="Sora SemiBold"/>
                <a:ea typeface="Sora SemiBold"/>
                <a:cs typeface="Sora SemiBold"/>
                <a:sym typeface="Sora SemiBold"/>
              </a:rPr>
              <a:t>68%</a:t>
            </a:r>
          </a:p>
        </p:txBody>
      </p:sp>
      <p:sp>
        <p:nvSpPr>
          <p:cNvPr id="65" name="Accent bar"/>
          <p:cNvSpPr/>
          <p:nvPr/>
        </p:nvSpPr>
        <p:spPr>
          <a:xfrm>
            <a:off x="6314440" y="1549400"/>
            <a:ext cx="508000" cy="50800"/>
          </a:xfrm>
          <a:prstGeom prst="rect">
            <a:avLst/>
          </a:prstGeom>
          <a:solidFill>
            <a:srgbClr val="22C985"/>
          </a:solidFill>
          <a:ln>
            <a:noFill/>
          </a:ln>
        </p:spPr>
        <p:txBody>
          <a:bodyPr/>
          <a:lstStyle/>
          <a:p>
            <a:endParaRPr lang="en-US"/>
          </a:p>
        </p:txBody>
      </p:sp>
      <p:sp>
        <p:nvSpPr>
          <p:cNvPr id="66" name="Caption 1"/>
          <p:cNvSpPr txBox="1"/>
          <p:nvPr/>
        </p:nvSpPr>
        <p:spPr>
          <a:xfrm>
            <a:off x="6223000" y="1638300"/>
            <a:ext cx="2590800" cy="5588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1100" b="0" dirty="0">
                <a:solidFill>
                  <a:srgbClr val="5B6575"/>
                </a:solidFill>
                <a:latin typeface="DM Sans"/>
                <a:ea typeface="DM Sans"/>
                <a:cs typeface="DM Sans"/>
                <a:sym typeface="DM Sans"/>
              </a:rPr>
              <a:t>of people dropped a financial sign-up last year. The kind with ID and credit checks, like T‑Mobile’s.</a:t>
            </a:r>
          </a:p>
        </p:txBody>
      </p:sp>
      <p:sp>
        <p:nvSpPr>
          <p:cNvPr id="67" name="Source 1"/>
          <p:cNvSpPr txBox="1"/>
          <p:nvPr/>
        </p:nvSpPr>
        <p:spPr>
          <a:xfrm>
            <a:off x="6223000" y="2222500"/>
            <a:ext cx="2590800" cy="3048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Signicat, The Battle to Onboard 2022 (7,600 people, Europe)</a:t>
            </a:r>
          </a:p>
        </p:txBody>
      </p:sp>
      <p:sp>
        <p:nvSpPr>
          <p:cNvPr id="68" name="Stat 2"/>
          <p:cNvSpPr txBox="1"/>
          <p:nvPr/>
        </p:nvSpPr>
        <p:spPr>
          <a:xfrm>
            <a:off x="6223000" y="2794000"/>
            <a:ext cx="2590800" cy="5334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4000" b="0" dirty="0">
                <a:solidFill>
                  <a:srgbClr val="0F1A2A"/>
                </a:solidFill>
                <a:latin typeface="Sora SemiBold"/>
                <a:ea typeface="Sora SemiBold"/>
                <a:cs typeface="Sora SemiBold"/>
                <a:sym typeface="Sora SemiBold"/>
              </a:rPr>
              <a:t>#1</a:t>
            </a:r>
          </a:p>
        </p:txBody>
      </p:sp>
      <p:sp>
        <p:nvSpPr>
          <p:cNvPr id="69" name="Accent bar"/>
          <p:cNvSpPr/>
          <p:nvPr/>
        </p:nvSpPr>
        <p:spPr>
          <a:xfrm>
            <a:off x="6314440" y="3378200"/>
            <a:ext cx="508000" cy="50800"/>
          </a:xfrm>
          <a:prstGeom prst="rect">
            <a:avLst/>
          </a:prstGeom>
          <a:solidFill>
            <a:srgbClr val="22C985"/>
          </a:solidFill>
          <a:ln>
            <a:noFill/>
          </a:ln>
        </p:spPr>
        <p:txBody>
          <a:bodyPr/>
          <a:lstStyle/>
          <a:p>
            <a:endParaRPr lang="en-US"/>
          </a:p>
        </p:txBody>
      </p:sp>
      <p:sp>
        <p:nvSpPr>
          <p:cNvPr id="70" name="Caption 2"/>
          <p:cNvSpPr txBox="1"/>
          <p:nvPr/>
        </p:nvSpPr>
        <p:spPr>
          <a:xfrm>
            <a:off x="6223000" y="3467100"/>
            <a:ext cx="2590800" cy="7366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1100" b="0" dirty="0">
                <a:solidFill>
                  <a:srgbClr val="5B6575"/>
                </a:solidFill>
                <a:latin typeface="DM Sans"/>
                <a:ea typeface="DM Sans"/>
                <a:cs typeface="DM Sans"/>
                <a:sym typeface="DM Sans"/>
              </a:rPr>
              <a:t>reason a number transfer fails: the wrong account number. Autofill never has it; Formly finds it on your carrier bill.</a:t>
            </a:r>
          </a:p>
        </p:txBody>
      </p:sp>
      <p:sp>
        <p:nvSpPr>
          <p:cNvPr id="71" name="Source 2"/>
          <p:cNvSpPr txBox="1"/>
          <p:nvPr/>
        </p:nvSpPr>
        <p:spPr>
          <a:xfrm>
            <a:off x="6223000" y="4241800"/>
            <a:ext cx="2590800" cy="1524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Gigs, number porting guide</a:t>
            </a:r>
          </a:p>
        </p:txBody>
      </p:sp>
      <p:sp>
        <p:nvSpPr>
          <p:cNvPr id="72" name="Closing line"/>
          <p:cNvSpPr txBox="1"/>
          <p:nvPr/>
        </p:nvSpPr>
        <p:spPr>
          <a:xfrm>
            <a:off x="320040" y="4546600"/>
            <a:ext cx="8503920" cy="304800"/>
          </a:xfrm>
          <a:prstGeom prst="rect">
            <a:avLst/>
          </a:prstGeom>
          <a:noFill/>
          <a:ln>
            <a:noFill/>
          </a:ln>
        </p:spPr>
        <p:txBody>
          <a:bodyPr spcFirstLastPara="1" wrap="square" lIns="91425" tIns="0" rIns="91425" bIns="0" anchor="ctr" anchorCtr="0">
            <a:noAutofit/>
          </a:bodyPr>
          <a:lstStyle/>
          <a:p>
            <a:pPr marL="0" indent="0" algn="l">
              <a:lnSpc>
                <a:spcPct val="100000"/>
              </a:lnSpc>
              <a:spcBef>
                <a:spcPts val="0"/>
              </a:spcBef>
              <a:spcAft>
                <a:spcPts val="0"/>
              </a:spcAft>
              <a:buNone/>
            </a:pPr>
            <a:r>
              <a:rPr lang="en-US" sz="1600" b="0" dirty="0">
                <a:solidFill>
                  <a:srgbClr val="0F1A2A"/>
                </a:solidFill>
                <a:latin typeface="DM Sans"/>
                <a:ea typeface="DM Sans"/>
                <a:cs typeface="DM Sans"/>
                <a:sym typeface="DM Sans"/>
              </a:rPr>
              <a:t>Autofill stops at name, address and card. Formly fills the 17 fields it can't.</a:t>
            </a:r>
          </a:p>
        </p:txBody>
      </p:sp>
    </p:spTree>
    <p:extLst>
      <p:ext uri="{BB962C8B-B14F-4D97-AF65-F5344CB8AC3E}">
        <p14:creationId xmlns:p14="http://schemas.microsoft.com/office/powerpoint/2010/main" val="3835344937"/>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3"/>
        <p:cNvGrpSpPr/>
        <p:nvPr/>
      </p:nvGrpSpPr>
      <p:grpSpPr>
        <a:xfrm>
          <a:off x="0" y="0"/>
          <a:ext cx="0" cy="0"/>
          <a:chOff x="0" y="0"/>
          <a:chExt cx="0" cy="0"/>
        </a:xfrm>
      </p:grpSpPr>
      <p:sp>
        <p:nvSpPr>
          <p:cNvPr id="244" name="Rectangle 243"/>
          <p:cNvSpPr/>
          <p:nvPr/>
        </p:nvSpPr>
        <p:spPr>
          <a:xfrm>
            <a:off x="0" y="0"/>
            <a:ext cx="9144000" cy="2032000"/>
          </a:xfrm>
          <a:prstGeom prst="rect">
            <a:avLst/>
          </a:prstGeom>
          <a:solidFill>
            <a:srgbClr val="E20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Rounded Rectangle 244"/>
          <p:cNvSpPr/>
          <p:nvPr/>
        </p:nvSpPr>
        <p:spPr>
          <a:xfrm>
            <a:off x="320040" y="279400"/>
            <a:ext cx="2489200" cy="4318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6" name="Picture 245" descr="lockup-light.png"/>
          <p:cNvPicPr>
            <a:picLocks noChangeAspect="1"/>
          </p:cNvPicPr>
          <p:nvPr/>
        </p:nvPicPr>
        <p:blipFill>
          <a:blip r:embed="rId3"/>
          <a:stretch>
            <a:fillRect/>
          </a:stretch>
        </p:blipFill>
        <p:spPr>
          <a:xfrm>
            <a:off x="482600" y="381000"/>
            <a:ext cx="909680" cy="228600"/>
          </a:xfrm>
          <a:prstGeom prst="rect">
            <a:avLst/>
          </a:prstGeom>
        </p:spPr>
      </p:pic>
      <p:sp>
        <p:nvSpPr>
          <p:cNvPr id="247" name="TextBox 246"/>
          <p:cNvSpPr txBox="1"/>
          <p:nvPr/>
        </p:nvSpPr>
        <p:spPr>
          <a:xfrm>
            <a:off x="1384300" y="279400"/>
            <a:ext cx="228600" cy="431800"/>
          </a:xfrm>
          <a:prstGeom prst="rect">
            <a:avLst/>
          </a:prstGeom>
          <a:noFill/>
        </p:spPr>
        <p:txBody>
          <a:bodyPr wrap="square" lIns="45720" rIns="45720" anchor="ctr">
            <a:spAutoFit/>
          </a:bodyPr>
          <a:lstStyle/>
          <a:p>
            <a:pPr algn="ctr"/>
            <a:r>
              <a:rPr sz="1400" b="0">
                <a:solidFill>
                  <a:srgbClr val="141414"/>
                </a:solidFill>
                <a:latin typeface="Inter"/>
              </a:rPr>
              <a:t>×</a:t>
            </a:r>
          </a:p>
        </p:txBody>
      </p:sp>
      <p:pic>
        <p:nvPicPr>
          <p:cNvPr id="248" name="Picture 247" descr="tmobile-logo.png"/>
          <p:cNvPicPr>
            <a:picLocks noChangeAspect="1"/>
          </p:cNvPicPr>
          <p:nvPr/>
        </p:nvPicPr>
        <p:blipFill>
          <a:blip r:embed="rId4"/>
          <a:stretch>
            <a:fillRect/>
          </a:stretch>
        </p:blipFill>
        <p:spPr>
          <a:xfrm>
            <a:off x="1638300" y="393700"/>
            <a:ext cx="1004994" cy="203200"/>
          </a:xfrm>
          <a:prstGeom prst="rect">
            <a:avLst/>
          </a:prstGeom>
        </p:spPr>
      </p:pic>
      <p:sp>
        <p:nvSpPr>
          <p:cNvPr id="249" name="TextBox 248"/>
          <p:cNvSpPr txBox="1"/>
          <p:nvPr/>
        </p:nvSpPr>
        <p:spPr>
          <a:xfrm>
            <a:off x="320040" y="787400"/>
            <a:ext cx="8509000" cy="635000"/>
          </a:xfrm>
          <a:prstGeom prst="rect">
            <a:avLst/>
          </a:prstGeom>
          <a:noFill/>
        </p:spPr>
        <p:txBody>
          <a:bodyPr wrap="square" lIns="45720" rIns="45720" anchor="t">
            <a:spAutoFit/>
          </a:bodyPr>
          <a:lstStyle/>
          <a:p>
            <a:pPr algn="l"/>
            <a:r>
              <a:rPr sz="4000" b="1">
                <a:solidFill>
                  <a:srgbClr val="FFFFFF"/>
                </a:solidFill>
                <a:latin typeface="Inter Display"/>
              </a:rPr>
              <a:t>Bring Formly to T-Mobile.</a:t>
            </a:r>
          </a:p>
        </p:txBody>
      </p:sp>
      <p:sp>
        <p:nvSpPr>
          <p:cNvPr id="250" name="TextBox 249"/>
          <p:cNvSpPr txBox="1"/>
          <p:nvPr/>
        </p:nvSpPr>
        <p:spPr>
          <a:xfrm>
            <a:off x="320040" y="1422400"/>
            <a:ext cx="7874000" cy="508000"/>
          </a:xfrm>
          <a:prstGeom prst="rect">
            <a:avLst/>
          </a:prstGeom>
          <a:noFill/>
        </p:spPr>
        <p:txBody>
          <a:bodyPr wrap="square" lIns="45720" rIns="45720" anchor="t">
            <a:spAutoFit/>
          </a:bodyPr>
          <a:lstStyle/>
          <a:p>
            <a:pPr algn="l"/>
            <a:r>
              <a:rPr sz="1300" b="0">
                <a:solidFill>
                  <a:srgbClr val="FFFFFF"/>
                </a:solidFill>
                <a:latin typeface="Inter"/>
              </a:rPr>
              <a:t>The ask: a one-month pilot of Fill with Formly on T-Mobile's switch flow, measured on completion rate and port-in errors.</a:t>
            </a:r>
          </a:p>
        </p:txBody>
      </p:sp>
      <p:sp>
        <p:nvSpPr>
          <p:cNvPr id="251" name="Rounded Rectangle 250"/>
          <p:cNvSpPr/>
          <p:nvPr/>
        </p:nvSpPr>
        <p:spPr>
          <a:xfrm>
            <a:off x="320040" y="2362200"/>
            <a:ext cx="2011680" cy="2413000"/>
          </a:xfrm>
          <a:prstGeom prst="roundRect">
            <a:avLst>
              <a:gd name="adj" fmla="val 7000"/>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TextBox 251"/>
          <p:cNvSpPr txBox="1"/>
          <p:nvPr/>
        </p:nvSpPr>
        <p:spPr>
          <a:xfrm>
            <a:off x="421640" y="2565400"/>
            <a:ext cx="1803400" cy="431800"/>
          </a:xfrm>
          <a:prstGeom prst="rect">
            <a:avLst/>
          </a:prstGeom>
          <a:noFill/>
        </p:spPr>
        <p:txBody>
          <a:bodyPr wrap="square" lIns="45720" rIns="45720" anchor="t">
            <a:spAutoFit/>
          </a:bodyPr>
          <a:lstStyle/>
          <a:p>
            <a:pPr algn="l"/>
            <a:r>
              <a:rPr sz="2200" b="1">
                <a:solidFill>
                  <a:srgbClr val="141414"/>
                </a:solidFill>
                <a:latin typeface="Inter Display"/>
              </a:rPr>
              <a:t>50%</a:t>
            </a:r>
          </a:p>
        </p:txBody>
      </p:sp>
      <p:sp>
        <p:nvSpPr>
          <p:cNvPr id="253" name="TextBox 252"/>
          <p:cNvSpPr txBox="1"/>
          <p:nvPr/>
        </p:nvSpPr>
        <p:spPr>
          <a:xfrm>
            <a:off x="421640" y="3098800"/>
            <a:ext cx="1803400" cy="738664"/>
          </a:xfrm>
          <a:prstGeom prst="rect">
            <a:avLst/>
          </a:prstGeom>
          <a:noFill/>
        </p:spPr>
        <p:txBody>
          <a:bodyPr wrap="square" lIns="45720" rIns="45720" anchor="t">
            <a:spAutoFit/>
          </a:bodyPr>
          <a:lstStyle/>
          <a:p>
            <a:pPr algn="l"/>
            <a:r>
              <a:rPr sz="1050" b="0">
                <a:solidFill>
                  <a:srgbClr val="141414"/>
                </a:solidFill>
                <a:latin typeface="Inter"/>
              </a:rPr>
              <a:t>of Americans say the hassle of switching puts them off changing carriers.</a:t>
            </a:r>
          </a:p>
        </p:txBody>
      </p:sp>
      <p:sp>
        <p:nvSpPr>
          <p:cNvPr id="254" name="TextBox 253"/>
          <p:cNvSpPr txBox="1"/>
          <p:nvPr/>
        </p:nvSpPr>
        <p:spPr>
          <a:xfrm>
            <a:off x="421640" y="4419600"/>
            <a:ext cx="1803400" cy="207749"/>
          </a:xfrm>
          <a:prstGeom prst="rect">
            <a:avLst/>
          </a:prstGeom>
          <a:noFill/>
        </p:spPr>
        <p:txBody>
          <a:bodyPr wrap="square" lIns="45720" rIns="45720" anchor="t">
            <a:spAutoFit/>
          </a:bodyPr>
          <a:lstStyle/>
          <a:p>
            <a:pPr algn="l"/>
            <a:r>
              <a:rPr sz="750" b="0" dirty="0">
                <a:solidFill>
                  <a:srgbClr val="6A6A6A"/>
                </a:solidFill>
                <a:latin typeface="Inter"/>
              </a:rPr>
              <a:t>YouGov, 2023</a:t>
            </a:r>
          </a:p>
        </p:txBody>
      </p:sp>
      <p:sp>
        <p:nvSpPr>
          <p:cNvPr id="255" name="Rounded Rectangle 254"/>
          <p:cNvSpPr/>
          <p:nvPr/>
        </p:nvSpPr>
        <p:spPr>
          <a:xfrm>
            <a:off x="2484120" y="2362200"/>
            <a:ext cx="2011680" cy="2413000"/>
          </a:xfrm>
          <a:prstGeom prst="roundRect">
            <a:avLst>
              <a:gd name="adj" fmla="val 7000"/>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TextBox 255"/>
          <p:cNvSpPr txBox="1"/>
          <p:nvPr/>
        </p:nvSpPr>
        <p:spPr>
          <a:xfrm>
            <a:off x="2585720" y="2565400"/>
            <a:ext cx="1803400" cy="431800"/>
          </a:xfrm>
          <a:prstGeom prst="rect">
            <a:avLst/>
          </a:prstGeom>
          <a:noFill/>
        </p:spPr>
        <p:txBody>
          <a:bodyPr wrap="square" lIns="45720" rIns="45720" anchor="t">
            <a:spAutoFit/>
          </a:bodyPr>
          <a:lstStyle/>
          <a:p>
            <a:pPr algn="l"/>
            <a:r>
              <a:rPr sz="2200" b="1">
                <a:solidFill>
                  <a:srgbClr val="141414"/>
                </a:solidFill>
                <a:latin typeface="Inter Display"/>
              </a:rPr>
              <a:t>~5M</a:t>
            </a:r>
          </a:p>
        </p:txBody>
      </p:sp>
      <p:sp>
        <p:nvSpPr>
          <p:cNvPr id="257" name="TextBox 256"/>
          <p:cNvSpPr txBox="1"/>
          <p:nvPr/>
        </p:nvSpPr>
        <p:spPr>
          <a:xfrm>
            <a:off x="2585720" y="3098800"/>
            <a:ext cx="1803400" cy="415498"/>
          </a:xfrm>
          <a:prstGeom prst="rect">
            <a:avLst/>
          </a:prstGeom>
          <a:noFill/>
        </p:spPr>
        <p:txBody>
          <a:bodyPr wrap="square" lIns="45720" rIns="45720" anchor="t">
            <a:spAutoFit/>
          </a:bodyPr>
          <a:lstStyle/>
          <a:p>
            <a:pPr algn="l"/>
            <a:r>
              <a:rPr sz="1050" b="0">
                <a:solidFill>
                  <a:srgbClr val="141414"/>
                </a:solidFill>
                <a:latin typeface="Inter"/>
              </a:rPr>
              <a:t>accounts still sign up at T‑Mobile every year.</a:t>
            </a:r>
          </a:p>
        </p:txBody>
      </p:sp>
      <p:sp>
        <p:nvSpPr>
          <p:cNvPr id="258" name="TextBox 257"/>
          <p:cNvSpPr txBox="1"/>
          <p:nvPr/>
        </p:nvSpPr>
        <p:spPr>
          <a:xfrm>
            <a:off x="2585720" y="4419600"/>
            <a:ext cx="1803400" cy="207749"/>
          </a:xfrm>
          <a:prstGeom prst="rect">
            <a:avLst/>
          </a:prstGeom>
          <a:noFill/>
        </p:spPr>
        <p:txBody>
          <a:bodyPr wrap="square" lIns="45720" rIns="45720" anchor="t">
            <a:spAutoFit/>
          </a:bodyPr>
          <a:lstStyle/>
          <a:p>
            <a:pPr algn="l"/>
            <a:r>
              <a:rPr sz="750" b="0" dirty="0">
                <a:solidFill>
                  <a:srgbClr val="6A6A6A"/>
                </a:solidFill>
                <a:latin typeface="Inter"/>
              </a:rPr>
              <a:t>Our estimate: churn + 2026 guidance</a:t>
            </a:r>
          </a:p>
        </p:txBody>
      </p:sp>
      <p:sp>
        <p:nvSpPr>
          <p:cNvPr id="259" name="Rounded Rectangle 258"/>
          <p:cNvSpPr/>
          <p:nvPr/>
        </p:nvSpPr>
        <p:spPr>
          <a:xfrm>
            <a:off x="4648200" y="2362200"/>
            <a:ext cx="2011680" cy="2413000"/>
          </a:xfrm>
          <a:prstGeom prst="roundRect">
            <a:avLst>
              <a:gd name="adj" fmla="val 7000"/>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TextBox 259"/>
          <p:cNvSpPr txBox="1"/>
          <p:nvPr/>
        </p:nvSpPr>
        <p:spPr>
          <a:xfrm>
            <a:off x="4749800" y="2565400"/>
            <a:ext cx="1803400" cy="431800"/>
          </a:xfrm>
          <a:prstGeom prst="rect">
            <a:avLst/>
          </a:prstGeom>
          <a:noFill/>
        </p:spPr>
        <p:txBody>
          <a:bodyPr wrap="square" lIns="45720" rIns="45720" anchor="t">
            <a:spAutoFit/>
          </a:bodyPr>
          <a:lstStyle/>
          <a:p>
            <a:pPr algn="l"/>
            <a:r>
              <a:rPr sz="2200" b="1" dirty="0">
                <a:solidFill>
                  <a:srgbClr val="141414"/>
                </a:solidFill>
                <a:latin typeface="Inter Display"/>
              </a:rPr>
              <a:t>10%</a:t>
            </a:r>
          </a:p>
        </p:txBody>
      </p:sp>
      <p:sp>
        <p:nvSpPr>
          <p:cNvPr id="261" name="TextBox 260"/>
          <p:cNvSpPr txBox="1"/>
          <p:nvPr/>
        </p:nvSpPr>
        <p:spPr>
          <a:xfrm>
            <a:off x="4749800" y="3098800"/>
            <a:ext cx="1803400" cy="577081"/>
          </a:xfrm>
          <a:prstGeom prst="rect">
            <a:avLst/>
          </a:prstGeom>
          <a:noFill/>
        </p:spPr>
        <p:txBody>
          <a:bodyPr wrap="square" lIns="45720" rIns="45720" anchor="t">
            <a:spAutoFit/>
          </a:bodyPr>
          <a:lstStyle/>
          <a:p>
            <a:pPr algn="l"/>
            <a:r>
              <a:rPr sz="1050" b="0" dirty="0">
                <a:solidFill>
                  <a:srgbClr val="141414"/>
                </a:solidFill>
                <a:latin typeface="Inter"/>
              </a:rPr>
              <a:t>more of those sign-ups finishing the form.</a:t>
            </a:r>
          </a:p>
        </p:txBody>
      </p:sp>
      <p:sp>
        <p:nvSpPr>
          <p:cNvPr id="262" name="TextBox 261"/>
          <p:cNvSpPr txBox="1"/>
          <p:nvPr/>
        </p:nvSpPr>
        <p:spPr>
          <a:xfrm>
            <a:off x="4749800" y="4419600"/>
            <a:ext cx="1803400" cy="207749"/>
          </a:xfrm>
          <a:prstGeom prst="rect">
            <a:avLst/>
          </a:prstGeom>
          <a:noFill/>
        </p:spPr>
        <p:txBody>
          <a:bodyPr wrap="square" lIns="45720" rIns="45720" anchor="t">
            <a:spAutoFit/>
          </a:bodyPr>
          <a:lstStyle/>
          <a:p>
            <a:pPr algn="l"/>
            <a:r>
              <a:rPr sz="750" b="0">
                <a:solidFill>
                  <a:srgbClr val="6A6A6A"/>
                </a:solidFill>
                <a:latin typeface="Inter"/>
              </a:rPr>
              <a:t>A conservative assumption</a:t>
            </a:r>
          </a:p>
        </p:txBody>
      </p:sp>
      <p:sp>
        <p:nvSpPr>
          <p:cNvPr id="263" name="Rounded Rectangle 262"/>
          <p:cNvSpPr/>
          <p:nvPr/>
        </p:nvSpPr>
        <p:spPr>
          <a:xfrm>
            <a:off x="6812280" y="2362200"/>
            <a:ext cx="2011680" cy="2413000"/>
          </a:xfrm>
          <a:prstGeom prst="roundRect">
            <a:avLst>
              <a:gd name="adj" fmla="val 7000"/>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TextBox 263"/>
          <p:cNvSpPr txBox="1"/>
          <p:nvPr/>
        </p:nvSpPr>
        <p:spPr>
          <a:xfrm>
            <a:off x="6913880" y="2565400"/>
            <a:ext cx="1803400" cy="431800"/>
          </a:xfrm>
          <a:prstGeom prst="rect">
            <a:avLst/>
          </a:prstGeom>
          <a:noFill/>
        </p:spPr>
        <p:txBody>
          <a:bodyPr wrap="square" lIns="45720" rIns="45720" anchor="t">
            <a:spAutoFit/>
          </a:bodyPr>
          <a:lstStyle/>
          <a:p>
            <a:pPr algn="l"/>
            <a:r>
              <a:rPr sz="2200" b="1" dirty="0">
                <a:solidFill>
                  <a:srgbClr val="E20074"/>
                </a:solidFill>
                <a:latin typeface="Inter Display"/>
              </a:rPr>
              <a:t>$940M</a:t>
            </a:r>
          </a:p>
        </p:txBody>
      </p:sp>
      <p:sp>
        <p:nvSpPr>
          <p:cNvPr id="265" name="TextBox 264"/>
          <p:cNvSpPr txBox="1"/>
          <p:nvPr/>
        </p:nvSpPr>
        <p:spPr>
          <a:xfrm>
            <a:off x="6913880" y="3098800"/>
            <a:ext cx="1803400" cy="253916"/>
          </a:xfrm>
          <a:prstGeom prst="rect">
            <a:avLst/>
          </a:prstGeom>
          <a:noFill/>
        </p:spPr>
        <p:txBody>
          <a:bodyPr wrap="square" lIns="45720" rIns="45720" anchor="t">
            <a:spAutoFit/>
          </a:bodyPr>
          <a:lstStyle/>
          <a:p>
            <a:pPr algn="l"/>
            <a:r>
              <a:rPr sz="1050" b="0">
                <a:solidFill>
                  <a:srgbClr val="141414"/>
                </a:solidFill>
                <a:latin typeface="Inter"/>
              </a:rPr>
              <a:t>more revenue a year.</a:t>
            </a:r>
          </a:p>
        </p:txBody>
      </p:sp>
      <p:sp>
        <p:nvSpPr>
          <p:cNvPr id="266" name="TextBox 265"/>
          <p:cNvSpPr txBox="1"/>
          <p:nvPr/>
        </p:nvSpPr>
        <p:spPr>
          <a:xfrm>
            <a:off x="6913880" y="4419600"/>
            <a:ext cx="1803400" cy="207749"/>
          </a:xfrm>
          <a:prstGeom prst="rect">
            <a:avLst/>
          </a:prstGeom>
          <a:noFill/>
        </p:spPr>
        <p:txBody>
          <a:bodyPr wrap="square" lIns="45720" rIns="45720" anchor="t">
            <a:spAutoFit/>
          </a:bodyPr>
          <a:lstStyle/>
          <a:p>
            <a:pPr algn="l"/>
            <a:r>
              <a:rPr sz="750" b="0" dirty="0">
                <a:solidFill>
                  <a:srgbClr val="6A6A6A"/>
                </a:solidFill>
                <a:latin typeface="Inter"/>
              </a:rPr>
              <a:t>Our math: 10% of ~5M x $1,835</a:t>
            </a:r>
          </a:p>
        </p:txBody>
      </p:sp>
    </p:spTree>
    <p:extLst>
      <p:ext uri="{BB962C8B-B14F-4D97-AF65-F5344CB8AC3E}">
        <p14:creationId xmlns:p14="http://schemas.microsoft.com/office/powerpoint/2010/main" val="16429780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50"/>
                                  </p:stCondLst>
                                  <p:childTnLst>
                                    <p:set>
                                      <p:cBhvr>
                                        <p:cTn id="6" dur="1" fill="hold">
                                          <p:stCondLst>
                                            <p:cond delay="0"/>
                                          </p:stCondLst>
                                        </p:cTn>
                                        <p:tgtEl>
                                          <p:spTgt spid="251"/>
                                        </p:tgtEl>
                                        <p:attrNameLst>
                                          <p:attrName>style.visibility</p:attrName>
                                        </p:attrNameLst>
                                      </p:cBhvr>
                                      <p:to>
                                        <p:strVal val="visible"/>
                                      </p:to>
                                    </p:set>
                                    <p:animEffect transition="in" filter="fade">
                                      <p:cBhvr>
                                        <p:cTn id="7" dur="450"/>
                                        <p:tgtEl>
                                          <p:spTgt spid="251"/>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252"/>
                                        </p:tgtEl>
                                        <p:attrNameLst>
                                          <p:attrName>style.visibility</p:attrName>
                                        </p:attrNameLst>
                                      </p:cBhvr>
                                      <p:to>
                                        <p:strVal val="visible"/>
                                      </p:to>
                                    </p:set>
                                    <p:animEffect transition="in" filter="fade">
                                      <p:cBhvr>
                                        <p:cTn id="10" dur="450"/>
                                        <p:tgtEl>
                                          <p:spTgt spid="252"/>
                                        </p:tgtEl>
                                      </p:cBhvr>
                                    </p:animEffect>
                                  </p:childTnLst>
                                </p:cTn>
                              </p:par>
                              <p:par>
                                <p:cTn id="11" presetID="10" presetClass="entr" presetSubtype="0" fill="hold" grpId="0" nodeType="withEffect">
                                  <p:stCondLst>
                                    <p:cond delay="150"/>
                                  </p:stCondLst>
                                  <p:childTnLst>
                                    <p:set>
                                      <p:cBhvr>
                                        <p:cTn id="12" dur="1" fill="hold">
                                          <p:stCondLst>
                                            <p:cond delay="0"/>
                                          </p:stCondLst>
                                        </p:cTn>
                                        <p:tgtEl>
                                          <p:spTgt spid="253"/>
                                        </p:tgtEl>
                                        <p:attrNameLst>
                                          <p:attrName>style.visibility</p:attrName>
                                        </p:attrNameLst>
                                      </p:cBhvr>
                                      <p:to>
                                        <p:strVal val="visible"/>
                                      </p:to>
                                    </p:set>
                                    <p:animEffect transition="in" filter="fade">
                                      <p:cBhvr>
                                        <p:cTn id="13" dur="450"/>
                                        <p:tgtEl>
                                          <p:spTgt spid="253"/>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254"/>
                                        </p:tgtEl>
                                        <p:attrNameLst>
                                          <p:attrName>style.visibility</p:attrName>
                                        </p:attrNameLst>
                                      </p:cBhvr>
                                      <p:to>
                                        <p:strVal val="visible"/>
                                      </p:to>
                                    </p:set>
                                    <p:animEffect transition="in" filter="fade">
                                      <p:cBhvr>
                                        <p:cTn id="16" dur="450"/>
                                        <p:tgtEl>
                                          <p:spTgt spid="254"/>
                                        </p:tgtEl>
                                      </p:cBhvr>
                                    </p:animEffect>
                                  </p:childTnLst>
                                </p:cTn>
                              </p:par>
                              <p:par>
                                <p:cTn id="17" presetID="10" presetClass="entr" presetSubtype="0" fill="hold" grpId="0" nodeType="withEffect">
                                  <p:stCondLst>
                                    <p:cond delay="330"/>
                                  </p:stCondLst>
                                  <p:childTnLst>
                                    <p:set>
                                      <p:cBhvr>
                                        <p:cTn id="18" dur="1" fill="hold">
                                          <p:stCondLst>
                                            <p:cond delay="0"/>
                                          </p:stCondLst>
                                        </p:cTn>
                                        <p:tgtEl>
                                          <p:spTgt spid="255"/>
                                        </p:tgtEl>
                                        <p:attrNameLst>
                                          <p:attrName>style.visibility</p:attrName>
                                        </p:attrNameLst>
                                      </p:cBhvr>
                                      <p:to>
                                        <p:strVal val="visible"/>
                                      </p:to>
                                    </p:set>
                                    <p:animEffect transition="in" filter="fade">
                                      <p:cBhvr>
                                        <p:cTn id="19" dur="450"/>
                                        <p:tgtEl>
                                          <p:spTgt spid="255"/>
                                        </p:tgtEl>
                                      </p:cBhvr>
                                    </p:animEffect>
                                  </p:childTnLst>
                                </p:cTn>
                              </p:par>
                              <p:par>
                                <p:cTn id="20" presetID="10" presetClass="entr" presetSubtype="0" fill="hold" grpId="0" nodeType="withEffect">
                                  <p:stCondLst>
                                    <p:cond delay="330"/>
                                  </p:stCondLst>
                                  <p:childTnLst>
                                    <p:set>
                                      <p:cBhvr>
                                        <p:cTn id="21" dur="1" fill="hold">
                                          <p:stCondLst>
                                            <p:cond delay="0"/>
                                          </p:stCondLst>
                                        </p:cTn>
                                        <p:tgtEl>
                                          <p:spTgt spid="256"/>
                                        </p:tgtEl>
                                        <p:attrNameLst>
                                          <p:attrName>style.visibility</p:attrName>
                                        </p:attrNameLst>
                                      </p:cBhvr>
                                      <p:to>
                                        <p:strVal val="visible"/>
                                      </p:to>
                                    </p:set>
                                    <p:animEffect transition="in" filter="fade">
                                      <p:cBhvr>
                                        <p:cTn id="22" dur="450"/>
                                        <p:tgtEl>
                                          <p:spTgt spid="256"/>
                                        </p:tgtEl>
                                      </p:cBhvr>
                                    </p:animEffect>
                                  </p:childTnLst>
                                </p:cTn>
                              </p:par>
                              <p:par>
                                <p:cTn id="23" presetID="10" presetClass="entr" presetSubtype="0" fill="hold" grpId="0" nodeType="withEffect">
                                  <p:stCondLst>
                                    <p:cond delay="330"/>
                                  </p:stCondLst>
                                  <p:childTnLst>
                                    <p:set>
                                      <p:cBhvr>
                                        <p:cTn id="24" dur="1" fill="hold">
                                          <p:stCondLst>
                                            <p:cond delay="0"/>
                                          </p:stCondLst>
                                        </p:cTn>
                                        <p:tgtEl>
                                          <p:spTgt spid="257"/>
                                        </p:tgtEl>
                                        <p:attrNameLst>
                                          <p:attrName>style.visibility</p:attrName>
                                        </p:attrNameLst>
                                      </p:cBhvr>
                                      <p:to>
                                        <p:strVal val="visible"/>
                                      </p:to>
                                    </p:set>
                                    <p:animEffect transition="in" filter="fade">
                                      <p:cBhvr>
                                        <p:cTn id="25" dur="450"/>
                                        <p:tgtEl>
                                          <p:spTgt spid="257"/>
                                        </p:tgtEl>
                                      </p:cBhvr>
                                    </p:animEffect>
                                  </p:childTnLst>
                                </p:cTn>
                              </p:par>
                              <p:par>
                                <p:cTn id="26" presetID="10" presetClass="entr" presetSubtype="0" fill="hold" grpId="0" nodeType="withEffect">
                                  <p:stCondLst>
                                    <p:cond delay="330"/>
                                  </p:stCondLst>
                                  <p:childTnLst>
                                    <p:set>
                                      <p:cBhvr>
                                        <p:cTn id="27" dur="1" fill="hold">
                                          <p:stCondLst>
                                            <p:cond delay="0"/>
                                          </p:stCondLst>
                                        </p:cTn>
                                        <p:tgtEl>
                                          <p:spTgt spid="258"/>
                                        </p:tgtEl>
                                        <p:attrNameLst>
                                          <p:attrName>style.visibility</p:attrName>
                                        </p:attrNameLst>
                                      </p:cBhvr>
                                      <p:to>
                                        <p:strVal val="visible"/>
                                      </p:to>
                                    </p:set>
                                    <p:animEffect transition="in" filter="fade">
                                      <p:cBhvr>
                                        <p:cTn id="28" dur="450"/>
                                        <p:tgtEl>
                                          <p:spTgt spid="258"/>
                                        </p:tgtEl>
                                      </p:cBhvr>
                                    </p:animEffect>
                                  </p:childTnLst>
                                </p:cTn>
                              </p:par>
                              <p:par>
                                <p:cTn id="29" presetID="10" presetClass="entr" presetSubtype="0" fill="hold" grpId="0" nodeType="withEffect">
                                  <p:stCondLst>
                                    <p:cond delay="510"/>
                                  </p:stCondLst>
                                  <p:childTnLst>
                                    <p:set>
                                      <p:cBhvr>
                                        <p:cTn id="30" dur="1" fill="hold">
                                          <p:stCondLst>
                                            <p:cond delay="0"/>
                                          </p:stCondLst>
                                        </p:cTn>
                                        <p:tgtEl>
                                          <p:spTgt spid="259"/>
                                        </p:tgtEl>
                                        <p:attrNameLst>
                                          <p:attrName>style.visibility</p:attrName>
                                        </p:attrNameLst>
                                      </p:cBhvr>
                                      <p:to>
                                        <p:strVal val="visible"/>
                                      </p:to>
                                    </p:set>
                                    <p:animEffect transition="in" filter="fade">
                                      <p:cBhvr>
                                        <p:cTn id="31" dur="450"/>
                                        <p:tgtEl>
                                          <p:spTgt spid="259"/>
                                        </p:tgtEl>
                                      </p:cBhvr>
                                    </p:animEffect>
                                  </p:childTnLst>
                                </p:cTn>
                              </p:par>
                              <p:par>
                                <p:cTn id="32" presetID="10" presetClass="entr" presetSubtype="0" fill="hold" grpId="0" nodeType="withEffect">
                                  <p:stCondLst>
                                    <p:cond delay="510"/>
                                  </p:stCondLst>
                                  <p:childTnLst>
                                    <p:set>
                                      <p:cBhvr>
                                        <p:cTn id="33" dur="1" fill="hold">
                                          <p:stCondLst>
                                            <p:cond delay="0"/>
                                          </p:stCondLst>
                                        </p:cTn>
                                        <p:tgtEl>
                                          <p:spTgt spid="260"/>
                                        </p:tgtEl>
                                        <p:attrNameLst>
                                          <p:attrName>style.visibility</p:attrName>
                                        </p:attrNameLst>
                                      </p:cBhvr>
                                      <p:to>
                                        <p:strVal val="visible"/>
                                      </p:to>
                                    </p:set>
                                    <p:animEffect transition="in" filter="fade">
                                      <p:cBhvr>
                                        <p:cTn id="34" dur="450"/>
                                        <p:tgtEl>
                                          <p:spTgt spid="260"/>
                                        </p:tgtEl>
                                      </p:cBhvr>
                                    </p:animEffect>
                                  </p:childTnLst>
                                </p:cTn>
                              </p:par>
                              <p:par>
                                <p:cTn id="35" presetID="10" presetClass="entr" presetSubtype="0" fill="hold" grpId="0" nodeType="withEffect">
                                  <p:stCondLst>
                                    <p:cond delay="510"/>
                                  </p:stCondLst>
                                  <p:childTnLst>
                                    <p:set>
                                      <p:cBhvr>
                                        <p:cTn id="36" dur="1" fill="hold">
                                          <p:stCondLst>
                                            <p:cond delay="0"/>
                                          </p:stCondLst>
                                        </p:cTn>
                                        <p:tgtEl>
                                          <p:spTgt spid="261"/>
                                        </p:tgtEl>
                                        <p:attrNameLst>
                                          <p:attrName>style.visibility</p:attrName>
                                        </p:attrNameLst>
                                      </p:cBhvr>
                                      <p:to>
                                        <p:strVal val="visible"/>
                                      </p:to>
                                    </p:set>
                                    <p:animEffect transition="in" filter="fade">
                                      <p:cBhvr>
                                        <p:cTn id="37" dur="450"/>
                                        <p:tgtEl>
                                          <p:spTgt spid="261"/>
                                        </p:tgtEl>
                                      </p:cBhvr>
                                    </p:animEffect>
                                  </p:childTnLst>
                                </p:cTn>
                              </p:par>
                              <p:par>
                                <p:cTn id="38" presetID="10" presetClass="entr" presetSubtype="0" fill="hold" grpId="0" nodeType="withEffect">
                                  <p:stCondLst>
                                    <p:cond delay="510"/>
                                  </p:stCondLst>
                                  <p:childTnLst>
                                    <p:set>
                                      <p:cBhvr>
                                        <p:cTn id="39" dur="1" fill="hold">
                                          <p:stCondLst>
                                            <p:cond delay="0"/>
                                          </p:stCondLst>
                                        </p:cTn>
                                        <p:tgtEl>
                                          <p:spTgt spid="262"/>
                                        </p:tgtEl>
                                        <p:attrNameLst>
                                          <p:attrName>style.visibility</p:attrName>
                                        </p:attrNameLst>
                                      </p:cBhvr>
                                      <p:to>
                                        <p:strVal val="visible"/>
                                      </p:to>
                                    </p:set>
                                    <p:animEffect transition="in" filter="fade">
                                      <p:cBhvr>
                                        <p:cTn id="40" dur="450"/>
                                        <p:tgtEl>
                                          <p:spTgt spid="262"/>
                                        </p:tgtEl>
                                      </p:cBhvr>
                                    </p:animEffect>
                                  </p:childTnLst>
                                </p:cTn>
                              </p:par>
                              <p:par>
                                <p:cTn id="41" presetID="10" presetClass="entr" presetSubtype="0" fill="hold" grpId="0" nodeType="withEffect">
                                  <p:stCondLst>
                                    <p:cond delay="690"/>
                                  </p:stCondLst>
                                  <p:childTnLst>
                                    <p:set>
                                      <p:cBhvr>
                                        <p:cTn id="42" dur="1" fill="hold">
                                          <p:stCondLst>
                                            <p:cond delay="0"/>
                                          </p:stCondLst>
                                        </p:cTn>
                                        <p:tgtEl>
                                          <p:spTgt spid="263"/>
                                        </p:tgtEl>
                                        <p:attrNameLst>
                                          <p:attrName>style.visibility</p:attrName>
                                        </p:attrNameLst>
                                      </p:cBhvr>
                                      <p:to>
                                        <p:strVal val="visible"/>
                                      </p:to>
                                    </p:set>
                                    <p:animEffect transition="in" filter="fade">
                                      <p:cBhvr>
                                        <p:cTn id="43" dur="450"/>
                                        <p:tgtEl>
                                          <p:spTgt spid="263"/>
                                        </p:tgtEl>
                                      </p:cBhvr>
                                    </p:animEffect>
                                  </p:childTnLst>
                                </p:cTn>
                              </p:par>
                              <p:par>
                                <p:cTn id="44" presetID="10" presetClass="entr" presetSubtype="0" fill="hold" grpId="0" nodeType="withEffect">
                                  <p:stCondLst>
                                    <p:cond delay="690"/>
                                  </p:stCondLst>
                                  <p:childTnLst>
                                    <p:set>
                                      <p:cBhvr>
                                        <p:cTn id="45" dur="1" fill="hold">
                                          <p:stCondLst>
                                            <p:cond delay="0"/>
                                          </p:stCondLst>
                                        </p:cTn>
                                        <p:tgtEl>
                                          <p:spTgt spid="264"/>
                                        </p:tgtEl>
                                        <p:attrNameLst>
                                          <p:attrName>style.visibility</p:attrName>
                                        </p:attrNameLst>
                                      </p:cBhvr>
                                      <p:to>
                                        <p:strVal val="visible"/>
                                      </p:to>
                                    </p:set>
                                    <p:animEffect transition="in" filter="fade">
                                      <p:cBhvr>
                                        <p:cTn id="46" dur="450"/>
                                        <p:tgtEl>
                                          <p:spTgt spid="264"/>
                                        </p:tgtEl>
                                      </p:cBhvr>
                                    </p:animEffect>
                                  </p:childTnLst>
                                </p:cTn>
                              </p:par>
                              <p:par>
                                <p:cTn id="47" presetID="10" presetClass="entr" presetSubtype="0" fill="hold" grpId="0" nodeType="withEffect">
                                  <p:stCondLst>
                                    <p:cond delay="690"/>
                                  </p:stCondLst>
                                  <p:childTnLst>
                                    <p:set>
                                      <p:cBhvr>
                                        <p:cTn id="48" dur="1" fill="hold">
                                          <p:stCondLst>
                                            <p:cond delay="0"/>
                                          </p:stCondLst>
                                        </p:cTn>
                                        <p:tgtEl>
                                          <p:spTgt spid="265"/>
                                        </p:tgtEl>
                                        <p:attrNameLst>
                                          <p:attrName>style.visibility</p:attrName>
                                        </p:attrNameLst>
                                      </p:cBhvr>
                                      <p:to>
                                        <p:strVal val="visible"/>
                                      </p:to>
                                    </p:set>
                                    <p:animEffect transition="in" filter="fade">
                                      <p:cBhvr>
                                        <p:cTn id="49" dur="450"/>
                                        <p:tgtEl>
                                          <p:spTgt spid="265"/>
                                        </p:tgtEl>
                                      </p:cBhvr>
                                    </p:animEffect>
                                  </p:childTnLst>
                                </p:cTn>
                              </p:par>
                              <p:par>
                                <p:cTn id="50" presetID="10" presetClass="entr" presetSubtype="0" fill="hold" grpId="0" nodeType="withEffect">
                                  <p:stCondLst>
                                    <p:cond delay="690"/>
                                  </p:stCondLst>
                                  <p:childTnLst>
                                    <p:set>
                                      <p:cBhvr>
                                        <p:cTn id="51" dur="1" fill="hold">
                                          <p:stCondLst>
                                            <p:cond delay="0"/>
                                          </p:stCondLst>
                                        </p:cTn>
                                        <p:tgtEl>
                                          <p:spTgt spid="266"/>
                                        </p:tgtEl>
                                        <p:attrNameLst>
                                          <p:attrName>style.visibility</p:attrName>
                                        </p:attrNameLst>
                                      </p:cBhvr>
                                      <p:to>
                                        <p:strVal val="visible"/>
                                      </p:to>
                                    </p:set>
                                    <p:animEffect transition="in" filter="fade">
                                      <p:cBhvr>
                                        <p:cTn id="52" dur="450"/>
                                        <p:tgtEl>
                                          <p:spTgt spid="2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1" grpId="0" animBg="1"/>
      <p:bldP spid="252" grpId="0"/>
      <p:bldP spid="253" grpId="0"/>
      <p:bldP spid="254" grpId="0"/>
      <p:bldP spid="255" grpId="0" animBg="1"/>
      <p:bldP spid="256" grpId="0"/>
      <p:bldP spid="257" grpId="0"/>
      <p:bldP spid="258" grpId="0"/>
      <p:bldP spid="259" grpId="0" animBg="1"/>
      <p:bldP spid="260" grpId="0"/>
      <p:bldP spid="261" grpId="0"/>
      <p:bldP spid="262" grpId="0"/>
      <p:bldP spid="263" grpId="0" animBg="1"/>
      <p:bldP spid="264" grpId="0"/>
      <p:bldP spid="265" grpId="0"/>
      <p:bldP spid="26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a:solidFill>
                  <a:srgbClr val="0F1A2A"/>
                </a:solidFill>
                <a:latin typeface="Sora SemiBold"/>
                <a:ea typeface="Sora SemiBold"/>
                <a:cs typeface="Sora SemiBold"/>
                <a:sym typeface="Sora SemiBold"/>
              </a:rPr>
              <a:t>Autofill fills your name. Formly fills the form.</a:t>
            </a:r>
            <a:endParaRPr sz="2700" b="0">
              <a:solidFill>
                <a:srgbClr val="0F1A2A"/>
              </a:solidFill>
              <a:latin typeface="Sora SemiBold"/>
              <a:ea typeface="Sora SemiBold"/>
              <a:cs typeface="Sora SemiBold"/>
              <a:sym typeface="Sora SemiBold"/>
            </a:endParaRPr>
          </a:p>
        </p:txBody>
      </p:sp>
      <p:sp>
        <p:nvSpPr>
          <p:cNvPr id="167" name="Google Shape;167;p18"/>
          <p:cNvSpPr txBox="1"/>
          <p:nvPr/>
        </p:nvSpPr>
        <p:spPr>
          <a:xfrm>
            <a:off x="320040" y="1323594"/>
            <a:ext cx="2445900" cy="308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25" b="0">
                <a:solidFill>
                  <a:srgbClr val="0F1A2A"/>
                </a:solidFill>
                <a:latin typeface="DM Sans Medium"/>
                <a:ea typeface="DM Sans Medium"/>
                <a:cs typeface="DM Sans Medium"/>
                <a:sym typeface="DM Sans Medium"/>
              </a:rPr>
              <a:t>Browser autofill</a:t>
            </a:r>
            <a:endParaRPr sz="1125" b="0">
              <a:solidFill>
                <a:srgbClr val="0F1A2A"/>
              </a:solidFill>
              <a:latin typeface="DM Sans Medium"/>
              <a:ea typeface="DM Sans Medium"/>
              <a:cs typeface="DM Sans Medium"/>
              <a:sym typeface="DM Sans Medium"/>
            </a:endParaRPr>
          </a:p>
        </p:txBody>
      </p:sp>
      <p:sp>
        <p:nvSpPr>
          <p:cNvPr id="168" name="Google Shape;168;p18"/>
          <p:cNvSpPr/>
          <p:nvPr/>
        </p:nvSpPr>
        <p:spPr>
          <a:xfrm>
            <a:off x="2811780" y="1323594"/>
            <a:ext cx="5898000" cy="3291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9" name="Google Shape;169;p18"/>
          <p:cNvSpPr txBox="1"/>
          <p:nvPr/>
        </p:nvSpPr>
        <p:spPr>
          <a:xfrm>
            <a:off x="2857500" y="1323594"/>
            <a:ext cx="5806500" cy="329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5B6575"/>
                </a:solidFill>
                <a:latin typeface="DM Sans"/>
                <a:ea typeface="DM Sans"/>
                <a:cs typeface="DM Sans"/>
                <a:sym typeface="DM Sans"/>
              </a:rPr>
              <a:t>name, address, card you saved</a:t>
            </a:r>
            <a:endParaRPr sz="1050" b="0">
              <a:solidFill>
                <a:srgbClr val="5B6575"/>
              </a:solidFill>
              <a:latin typeface="DM Sans"/>
              <a:ea typeface="DM Sans"/>
              <a:cs typeface="DM Sans"/>
              <a:sym typeface="DM Sans"/>
            </a:endParaRPr>
          </a:p>
        </p:txBody>
      </p:sp>
      <p:sp>
        <p:nvSpPr>
          <p:cNvPr id="170" name="Google Shape;170;p18"/>
          <p:cNvSpPr txBox="1"/>
          <p:nvPr/>
        </p:nvSpPr>
        <p:spPr>
          <a:xfrm>
            <a:off x="320040" y="1906524"/>
            <a:ext cx="2445900" cy="308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25" b="0">
                <a:solidFill>
                  <a:srgbClr val="0F1A2A"/>
                </a:solidFill>
                <a:latin typeface="DM Sans Medium"/>
                <a:ea typeface="DM Sans Medium"/>
                <a:cs typeface="DM Sans Medium"/>
                <a:sym typeface="DM Sans Medium"/>
              </a:rPr>
              <a:t>Password managers</a:t>
            </a:r>
            <a:endParaRPr sz="1125" b="0">
              <a:solidFill>
                <a:srgbClr val="0F1A2A"/>
              </a:solidFill>
              <a:latin typeface="DM Sans Medium"/>
              <a:ea typeface="DM Sans Medium"/>
              <a:cs typeface="DM Sans Medium"/>
              <a:sym typeface="DM Sans Medium"/>
            </a:endParaRPr>
          </a:p>
        </p:txBody>
      </p:sp>
      <p:sp>
        <p:nvSpPr>
          <p:cNvPr id="171" name="Google Shape;171;p18"/>
          <p:cNvSpPr/>
          <p:nvPr/>
        </p:nvSpPr>
        <p:spPr>
          <a:xfrm>
            <a:off x="2811780" y="1906524"/>
            <a:ext cx="5898000" cy="3291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2" name="Google Shape;172;p18"/>
          <p:cNvSpPr txBox="1"/>
          <p:nvPr/>
        </p:nvSpPr>
        <p:spPr>
          <a:xfrm>
            <a:off x="2857500" y="1906524"/>
            <a:ext cx="5806500" cy="329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5B6575"/>
                </a:solidFill>
                <a:latin typeface="DM Sans"/>
                <a:ea typeface="DM Sans"/>
                <a:cs typeface="DM Sans"/>
                <a:sym typeface="DM Sans"/>
              </a:rPr>
              <a:t>logins and saved identities</a:t>
            </a:r>
            <a:endParaRPr sz="1050" b="0">
              <a:solidFill>
                <a:srgbClr val="5B6575"/>
              </a:solidFill>
              <a:latin typeface="DM Sans"/>
              <a:ea typeface="DM Sans"/>
              <a:cs typeface="DM Sans"/>
              <a:sym typeface="DM Sans"/>
            </a:endParaRPr>
          </a:p>
        </p:txBody>
      </p:sp>
      <p:sp>
        <p:nvSpPr>
          <p:cNvPr id="173" name="Google Shape;173;p18"/>
          <p:cNvSpPr txBox="1"/>
          <p:nvPr/>
        </p:nvSpPr>
        <p:spPr>
          <a:xfrm>
            <a:off x="320040" y="2489454"/>
            <a:ext cx="2445900" cy="308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25" b="0">
                <a:solidFill>
                  <a:srgbClr val="0F1A2A"/>
                </a:solidFill>
                <a:latin typeface="DM Sans Medium"/>
                <a:ea typeface="DM Sans Medium"/>
                <a:cs typeface="DM Sans Medium"/>
                <a:sym typeface="DM Sans Medium"/>
              </a:rPr>
              <a:t>Stripe Link</a:t>
            </a:r>
            <a:endParaRPr sz="1125" b="0">
              <a:solidFill>
                <a:srgbClr val="0F1A2A"/>
              </a:solidFill>
              <a:latin typeface="DM Sans Medium"/>
              <a:ea typeface="DM Sans Medium"/>
              <a:cs typeface="DM Sans Medium"/>
              <a:sym typeface="DM Sans Medium"/>
            </a:endParaRPr>
          </a:p>
        </p:txBody>
      </p:sp>
      <p:sp>
        <p:nvSpPr>
          <p:cNvPr id="174" name="Google Shape;174;p18"/>
          <p:cNvSpPr/>
          <p:nvPr/>
        </p:nvSpPr>
        <p:spPr>
          <a:xfrm>
            <a:off x="2811780" y="2489454"/>
            <a:ext cx="5898000" cy="3291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5" name="Google Shape;175;p18"/>
          <p:cNvSpPr txBox="1"/>
          <p:nvPr/>
        </p:nvSpPr>
        <p:spPr>
          <a:xfrm>
            <a:off x="2857500" y="2489454"/>
            <a:ext cx="5806500" cy="329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5B6575"/>
                </a:solidFill>
                <a:latin typeface="DM Sans"/>
                <a:ea typeface="DM Sans"/>
                <a:cs typeface="DM Sans"/>
                <a:sym typeface="DM Sans"/>
              </a:rPr>
              <a:t>payment and shipping</a:t>
            </a:r>
            <a:endParaRPr sz="1050" b="0">
              <a:solidFill>
                <a:srgbClr val="5B6575"/>
              </a:solidFill>
              <a:latin typeface="DM Sans"/>
              <a:ea typeface="DM Sans"/>
              <a:cs typeface="DM Sans"/>
              <a:sym typeface="DM Sans"/>
            </a:endParaRPr>
          </a:p>
        </p:txBody>
      </p:sp>
      <p:sp>
        <p:nvSpPr>
          <p:cNvPr id="176" name="Google Shape;176;p18"/>
          <p:cNvSpPr txBox="1"/>
          <p:nvPr/>
        </p:nvSpPr>
        <p:spPr>
          <a:xfrm>
            <a:off x="320040" y="3072384"/>
            <a:ext cx="2445900" cy="308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25" b="0">
                <a:solidFill>
                  <a:srgbClr val="0F1A2A"/>
                </a:solidFill>
                <a:latin typeface="DM Sans Medium"/>
                <a:ea typeface="DM Sans Medium"/>
                <a:cs typeface="DM Sans Medium"/>
                <a:sym typeface="DM Sans Medium"/>
              </a:rPr>
              <a:t>Sign in with Google</a:t>
            </a:r>
            <a:endParaRPr sz="1125" b="0">
              <a:solidFill>
                <a:srgbClr val="0F1A2A"/>
              </a:solidFill>
              <a:latin typeface="DM Sans Medium"/>
              <a:ea typeface="DM Sans Medium"/>
              <a:cs typeface="DM Sans Medium"/>
              <a:sym typeface="DM Sans Medium"/>
            </a:endParaRPr>
          </a:p>
        </p:txBody>
      </p:sp>
      <p:sp>
        <p:nvSpPr>
          <p:cNvPr id="177" name="Google Shape;177;p18"/>
          <p:cNvSpPr/>
          <p:nvPr/>
        </p:nvSpPr>
        <p:spPr>
          <a:xfrm>
            <a:off x="2811780" y="3072384"/>
            <a:ext cx="5898000" cy="3291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8" name="Google Shape;178;p18"/>
          <p:cNvSpPr txBox="1"/>
          <p:nvPr/>
        </p:nvSpPr>
        <p:spPr>
          <a:xfrm>
            <a:off x="2857500" y="3072384"/>
            <a:ext cx="5806500" cy="329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5B6575"/>
                </a:solidFill>
                <a:latin typeface="DM Sans"/>
                <a:ea typeface="DM Sans"/>
                <a:cs typeface="DM Sans"/>
                <a:sym typeface="DM Sans"/>
              </a:rPr>
              <a:t>name and email</a:t>
            </a:r>
            <a:endParaRPr sz="1050" b="0">
              <a:solidFill>
                <a:srgbClr val="5B6575"/>
              </a:solidFill>
              <a:latin typeface="DM Sans"/>
              <a:ea typeface="DM Sans"/>
              <a:cs typeface="DM Sans"/>
              <a:sym typeface="DM Sans"/>
            </a:endParaRPr>
          </a:p>
        </p:txBody>
      </p:sp>
      <p:sp>
        <p:nvSpPr>
          <p:cNvPr id="179" name="Google Shape;179;p18"/>
          <p:cNvSpPr txBox="1"/>
          <p:nvPr/>
        </p:nvSpPr>
        <p:spPr>
          <a:xfrm>
            <a:off x="320040" y="3758184"/>
            <a:ext cx="2445900" cy="377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350" b="0">
                <a:solidFill>
                  <a:srgbClr val="0F1A2A"/>
                </a:solidFill>
                <a:latin typeface="Sora SemiBold"/>
                <a:ea typeface="Sora SemiBold"/>
                <a:cs typeface="Sora SemiBold"/>
                <a:sym typeface="Sora SemiBold"/>
              </a:rPr>
              <a:t>Formly</a:t>
            </a:r>
            <a:endParaRPr sz="1350" b="0">
              <a:solidFill>
                <a:srgbClr val="0F1A2A"/>
              </a:solidFill>
              <a:latin typeface="Sora SemiBold"/>
              <a:ea typeface="Sora SemiBold"/>
              <a:cs typeface="Sora SemiBold"/>
              <a:sym typeface="Sora SemiBold"/>
            </a:endParaRPr>
          </a:p>
        </p:txBody>
      </p:sp>
      <p:sp>
        <p:nvSpPr>
          <p:cNvPr id="180" name="Google Shape;180;p18"/>
          <p:cNvSpPr/>
          <p:nvPr/>
        </p:nvSpPr>
        <p:spPr>
          <a:xfrm>
            <a:off x="2811780" y="3758184"/>
            <a:ext cx="5898000" cy="397800"/>
          </a:xfrm>
          <a:prstGeom prst="roundRect">
            <a:avLst>
              <a:gd name="adj" fmla="val 16667"/>
            </a:avLst>
          </a:prstGeom>
          <a:solidFill>
            <a:srgbClr val="22C985"/>
          </a:solidFill>
          <a:ln w="25400" cap="flat" cmpd="sng">
            <a:solidFill>
              <a:srgbClr val="22C98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81" name="Google Shape;181;p18"/>
          <p:cNvSpPr txBox="1"/>
          <p:nvPr/>
        </p:nvSpPr>
        <p:spPr>
          <a:xfrm>
            <a:off x="2857500" y="3758184"/>
            <a:ext cx="5806500" cy="397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Medium"/>
                <a:ea typeface="DM Sans Medium"/>
                <a:cs typeface="DM Sans Medium"/>
                <a:sym typeface="DM Sans Medium"/>
              </a:rPr>
              <a:t>any field, found in your own email and files, with a source for every answer</a:t>
            </a:r>
            <a:endParaRPr sz="1050" b="0">
              <a:solidFill>
                <a:srgbClr val="0F1A2A"/>
              </a:solidFill>
              <a:latin typeface="DM Sans Medium"/>
              <a:ea typeface="DM Sans Medium"/>
              <a:cs typeface="DM Sans Medium"/>
              <a:sym typeface="DM Sans Medium"/>
            </a:endParaRPr>
          </a:p>
        </p:txBody>
      </p:sp>
      <p:sp>
        <p:nvSpPr>
          <p:cNvPr id="182" name="TextBox 181"/>
          <p:cNvSpPr txBox="1"/>
          <p:nvPr/>
        </p:nvSpPr>
        <p:spPr>
          <a:xfrm>
            <a:off x="320040" y="152400"/>
            <a:ext cx="2540000" cy="203200"/>
          </a:xfrm>
          <a:prstGeom prst="rect">
            <a:avLst/>
          </a:prstGeom>
          <a:noFill/>
        </p:spPr>
        <p:txBody>
          <a:bodyPr wrap="square" lIns="45720" rIns="45720" anchor="t">
            <a:spAutoFit/>
          </a:bodyPr>
          <a:lstStyle/>
          <a:p>
            <a:pPr algn="l"/>
            <a:r>
              <a:rPr sz="825" b="0">
                <a:solidFill>
                  <a:srgbClr val="5B6575"/>
                </a:solidFill>
                <a:latin typeface="DM Sans Medium"/>
              </a:rPr>
              <a:t>Appendix</a:t>
            </a:r>
          </a:p>
        </p:txBody>
      </p:sp>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263"/>
        <p:cNvGrpSpPr/>
        <p:nvPr/>
      </p:nvGrpSpPr>
      <p:grpSpPr>
        <a:xfrm>
          <a:off x="0" y="0"/>
          <a:ext cx="0" cy="0"/>
          <a:chOff x="0" y="0"/>
          <a:chExt cx="0" cy="0"/>
        </a:xfrm>
      </p:grpSpPr>
      <p:sp>
        <p:nvSpPr>
          <p:cNvPr id="264" name="Google Shape;264;p27"/>
          <p:cNvSpPr txBox="1"/>
          <p:nvPr/>
        </p:nvSpPr>
        <p:spPr>
          <a:xfrm>
            <a:off x="320040" y="240030"/>
            <a:ext cx="2240400" cy="20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825" b="0">
                <a:solidFill>
                  <a:srgbClr val="5B6575"/>
                </a:solidFill>
                <a:latin typeface="DM Sans Medium"/>
                <a:ea typeface="DM Sans Medium"/>
                <a:cs typeface="DM Sans Medium"/>
                <a:sym typeface="DM Sans Medium"/>
              </a:rPr>
              <a:t>Appendix</a:t>
            </a:r>
            <a:endParaRPr sz="825" b="0">
              <a:solidFill>
                <a:srgbClr val="5B6575"/>
              </a:solidFill>
              <a:latin typeface="DM Sans Medium"/>
              <a:ea typeface="DM Sans Medium"/>
              <a:cs typeface="DM Sans Medium"/>
              <a:sym typeface="DM Sans Medium"/>
            </a:endParaRPr>
          </a:p>
        </p:txBody>
      </p:sp>
      <p:sp>
        <p:nvSpPr>
          <p:cNvPr id="265" name="Google Shape;265;p27"/>
          <p:cNvSpPr txBox="1"/>
          <p:nvPr/>
        </p:nvSpPr>
        <p:spPr>
          <a:xfrm>
            <a:off x="320040" y="3429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a:solidFill>
                  <a:srgbClr val="0F1A2A"/>
                </a:solidFill>
                <a:latin typeface="Sora SemiBold"/>
                <a:ea typeface="Sora SemiBold"/>
                <a:cs typeface="Sora SemiBold"/>
                <a:sym typeface="Sora SemiBold"/>
              </a:rPr>
              <a:t>How it's built</a:t>
            </a:r>
            <a:endParaRPr sz="2700" b="0">
              <a:solidFill>
                <a:srgbClr val="0F1A2A"/>
              </a:solidFill>
              <a:latin typeface="Sora SemiBold"/>
              <a:ea typeface="Sora SemiBold"/>
              <a:cs typeface="Sora SemiBold"/>
              <a:sym typeface="Sora SemiBold"/>
            </a:endParaRPr>
          </a:p>
        </p:txBody>
      </p:sp>
      <p:sp>
        <p:nvSpPr>
          <p:cNvPr id="266" name="Google Shape;266;p27"/>
          <p:cNvSpPr/>
          <p:nvPr/>
        </p:nvSpPr>
        <p:spPr>
          <a:xfrm>
            <a:off x="411480" y="1577340"/>
            <a:ext cx="1097400" cy="89160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7" name="Google Shape;267;p27"/>
          <p:cNvSpPr txBox="1"/>
          <p:nvPr/>
        </p:nvSpPr>
        <p:spPr>
          <a:xfrm>
            <a:off x="374904" y="1577340"/>
            <a:ext cx="1170300" cy="891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b="0">
                <a:solidFill>
                  <a:srgbClr val="0F1A2A"/>
                </a:solidFill>
                <a:latin typeface="DM Sans Medium"/>
                <a:ea typeface="DM Sans Medium"/>
                <a:cs typeface="DM Sans Medium"/>
                <a:sym typeface="DM Sans Medium"/>
              </a:rPr>
              <a:t>T-Mobile's blank form</a:t>
            </a:r>
            <a:endParaRPr sz="900" b="0">
              <a:solidFill>
                <a:srgbClr val="0F1A2A"/>
              </a:solidFill>
              <a:latin typeface="DM Sans Medium"/>
              <a:ea typeface="DM Sans Medium"/>
              <a:cs typeface="DM Sans Medium"/>
              <a:sym typeface="DM Sans Medium"/>
            </a:endParaRPr>
          </a:p>
        </p:txBody>
      </p:sp>
      <p:cxnSp>
        <p:nvCxnSpPr>
          <p:cNvPr id="268" name="Google Shape;268;p27"/>
          <p:cNvCxnSpPr/>
          <p:nvPr/>
        </p:nvCxnSpPr>
        <p:spPr>
          <a:xfrm>
            <a:off x="1508760" y="2023110"/>
            <a:ext cx="116700" cy="0"/>
          </a:xfrm>
          <a:prstGeom prst="straightConnector1">
            <a:avLst/>
          </a:prstGeom>
          <a:noFill/>
          <a:ln w="15875" cap="flat" cmpd="sng">
            <a:solidFill>
              <a:srgbClr val="8A94A3"/>
            </a:solidFill>
            <a:prstDash val="solid"/>
            <a:round/>
            <a:headEnd type="none" w="med" len="med"/>
            <a:tailEnd type="triangle" w="med" len="med"/>
          </a:ln>
        </p:spPr>
      </p:cxnSp>
      <p:sp>
        <p:nvSpPr>
          <p:cNvPr id="269" name="Google Shape;269;p27"/>
          <p:cNvSpPr/>
          <p:nvPr/>
        </p:nvSpPr>
        <p:spPr>
          <a:xfrm>
            <a:off x="1625346" y="1577340"/>
            <a:ext cx="1097400" cy="8916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70" name="Google Shape;270;p27"/>
          <p:cNvSpPr txBox="1"/>
          <p:nvPr/>
        </p:nvSpPr>
        <p:spPr>
          <a:xfrm>
            <a:off x="1588770" y="1577340"/>
            <a:ext cx="1170300" cy="891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b="0">
                <a:solidFill>
                  <a:srgbClr val="0F1A2A"/>
                </a:solidFill>
                <a:latin typeface="DM Sans Medium"/>
                <a:ea typeface="DM Sans Medium"/>
                <a:cs typeface="DM Sans Medium"/>
                <a:sym typeface="DM Sans Medium"/>
              </a:rPr>
              <a:t>Formly secure page</a:t>
            </a:r>
            <a:endParaRPr sz="900" b="0">
              <a:solidFill>
                <a:srgbClr val="0F1A2A"/>
              </a:solidFill>
              <a:latin typeface="DM Sans Medium"/>
              <a:ea typeface="DM Sans Medium"/>
              <a:cs typeface="DM Sans Medium"/>
              <a:sym typeface="DM Sans Medium"/>
            </a:endParaRPr>
          </a:p>
        </p:txBody>
      </p:sp>
      <p:cxnSp>
        <p:nvCxnSpPr>
          <p:cNvPr id="271" name="Google Shape;271;p27"/>
          <p:cNvCxnSpPr/>
          <p:nvPr/>
        </p:nvCxnSpPr>
        <p:spPr>
          <a:xfrm>
            <a:off x="2722626" y="2023110"/>
            <a:ext cx="116700" cy="0"/>
          </a:xfrm>
          <a:prstGeom prst="straightConnector1">
            <a:avLst/>
          </a:prstGeom>
          <a:noFill/>
          <a:ln w="15875" cap="flat" cmpd="sng">
            <a:solidFill>
              <a:srgbClr val="8A94A3"/>
            </a:solidFill>
            <a:prstDash val="solid"/>
            <a:round/>
            <a:headEnd type="none" w="med" len="med"/>
            <a:tailEnd type="triangle" w="med" len="med"/>
          </a:ln>
        </p:spPr>
      </p:cxnSp>
      <p:sp>
        <p:nvSpPr>
          <p:cNvPr id="272" name="Google Shape;272;p27"/>
          <p:cNvSpPr/>
          <p:nvPr/>
        </p:nvSpPr>
        <p:spPr>
          <a:xfrm>
            <a:off x="2839212" y="1577340"/>
            <a:ext cx="1097400" cy="89160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73" name="Google Shape;273;p27"/>
          <p:cNvSpPr txBox="1"/>
          <p:nvPr/>
        </p:nvSpPr>
        <p:spPr>
          <a:xfrm>
            <a:off x="2802636" y="1577340"/>
            <a:ext cx="1170300" cy="891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b="0">
                <a:solidFill>
                  <a:srgbClr val="0F1A2A"/>
                </a:solidFill>
                <a:latin typeface="DM Sans Medium"/>
                <a:ea typeface="DM Sans Medium"/>
                <a:cs typeface="DM Sans Medium"/>
                <a:sym typeface="DM Sans Medium"/>
              </a:rPr>
              <a:t>Connect Google or OneDrive</a:t>
            </a:r>
            <a:endParaRPr sz="900" b="0">
              <a:solidFill>
                <a:srgbClr val="0F1A2A"/>
              </a:solidFill>
              <a:latin typeface="DM Sans Medium"/>
              <a:ea typeface="DM Sans Medium"/>
              <a:cs typeface="DM Sans Medium"/>
              <a:sym typeface="DM Sans Medium"/>
            </a:endParaRPr>
          </a:p>
        </p:txBody>
      </p:sp>
      <p:cxnSp>
        <p:nvCxnSpPr>
          <p:cNvPr id="274" name="Google Shape;274;p27"/>
          <p:cNvCxnSpPr/>
          <p:nvPr/>
        </p:nvCxnSpPr>
        <p:spPr>
          <a:xfrm>
            <a:off x="3936492" y="2023110"/>
            <a:ext cx="116700" cy="0"/>
          </a:xfrm>
          <a:prstGeom prst="straightConnector1">
            <a:avLst/>
          </a:prstGeom>
          <a:noFill/>
          <a:ln w="15875" cap="flat" cmpd="sng">
            <a:solidFill>
              <a:srgbClr val="8A94A3"/>
            </a:solidFill>
            <a:prstDash val="solid"/>
            <a:round/>
            <a:headEnd type="none" w="med" len="med"/>
            <a:tailEnd type="triangle" w="med" len="med"/>
          </a:ln>
        </p:spPr>
      </p:cxnSp>
      <p:sp>
        <p:nvSpPr>
          <p:cNvPr id="275" name="Google Shape;275;p27"/>
          <p:cNvSpPr/>
          <p:nvPr/>
        </p:nvSpPr>
        <p:spPr>
          <a:xfrm>
            <a:off x="4053078" y="1577340"/>
            <a:ext cx="1097400" cy="89160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76" name="Google Shape;276;p27"/>
          <p:cNvSpPr txBox="1"/>
          <p:nvPr/>
        </p:nvSpPr>
        <p:spPr>
          <a:xfrm>
            <a:off x="4016502" y="1577340"/>
            <a:ext cx="1170300" cy="891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b="0">
                <a:solidFill>
                  <a:srgbClr val="0F1A2A"/>
                </a:solidFill>
                <a:latin typeface="DM Sans Medium"/>
                <a:ea typeface="DM Sans Medium"/>
                <a:cs typeface="DM Sans Medium"/>
                <a:sym typeface="DM Sans Medium"/>
              </a:rPr>
              <a:t>Encrypted vault</a:t>
            </a:r>
            <a:endParaRPr sz="900" b="0">
              <a:solidFill>
                <a:srgbClr val="0F1A2A"/>
              </a:solidFill>
              <a:latin typeface="DM Sans Medium"/>
              <a:ea typeface="DM Sans Medium"/>
              <a:cs typeface="DM Sans Medium"/>
              <a:sym typeface="DM Sans Medium"/>
            </a:endParaRPr>
          </a:p>
        </p:txBody>
      </p:sp>
      <p:cxnSp>
        <p:nvCxnSpPr>
          <p:cNvPr id="277" name="Google Shape;277;p27"/>
          <p:cNvCxnSpPr/>
          <p:nvPr/>
        </p:nvCxnSpPr>
        <p:spPr>
          <a:xfrm>
            <a:off x="5150358" y="2023110"/>
            <a:ext cx="116700" cy="0"/>
          </a:xfrm>
          <a:prstGeom prst="straightConnector1">
            <a:avLst/>
          </a:prstGeom>
          <a:noFill/>
          <a:ln w="15875" cap="flat" cmpd="sng">
            <a:solidFill>
              <a:srgbClr val="8A94A3"/>
            </a:solidFill>
            <a:prstDash val="solid"/>
            <a:round/>
            <a:headEnd type="none" w="med" len="med"/>
            <a:tailEnd type="triangle" w="med" len="med"/>
          </a:ln>
        </p:spPr>
      </p:cxnSp>
      <p:sp>
        <p:nvSpPr>
          <p:cNvPr id="278" name="Google Shape;278;p27"/>
          <p:cNvSpPr/>
          <p:nvPr/>
        </p:nvSpPr>
        <p:spPr>
          <a:xfrm>
            <a:off x="5266944" y="1577340"/>
            <a:ext cx="1097400" cy="89160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79" name="Google Shape;279;p27"/>
          <p:cNvSpPr txBox="1"/>
          <p:nvPr/>
        </p:nvSpPr>
        <p:spPr>
          <a:xfrm>
            <a:off x="5230368" y="1577340"/>
            <a:ext cx="1170300" cy="891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b="0">
                <a:solidFill>
                  <a:srgbClr val="0F1A2A"/>
                </a:solidFill>
                <a:latin typeface="DM Sans Medium"/>
                <a:ea typeface="DM Sans Medium"/>
                <a:cs typeface="DM Sans Medium"/>
                <a:sym typeface="DM Sans Medium"/>
              </a:rPr>
              <a:t>Extract answers with sources</a:t>
            </a:r>
            <a:endParaRPr sz="900" b="0">
              <a:solidFill>
                <a:srgbClr val="0F1A2A"/>
              </a:solidFill>
              <a:latin typeface="DM Sans Medium"/>
              <a:ea typeface="DM Sans Medium"/>
              <a:cs typeface="DM Sans Medium"/>
              <a:sym typeface="DM Sans Medium"/>
            </a:endParaRPr>
          </a:p>
        </p:txBody>
      </p:sp>
      <p:cxnSp>
        <p:nvCxnSpPr>
          <p:cNvPr id="280" name="Google Shape;280;p27"/>
          <p:cNvCxnSpPr/>
          <p:nvPr/>
        </p:nvCxnSpPr>
        <p:spPr>
          <a:xfrm>
            <a:off x="6364224" y="2023110"/>
            <a:ext cx="116700" cy="0"/>
          </a:xfrm>
          <a:prstGeom prst="straightConnector1">
            <a:avLst/>
          </a:prstGeom>
          <a:noFill/>
          <a:ln w="15875" cap="flat" cmpd="sng">
            <a:solidFill>
              <a:srgbClr val="8A94A3"/>
            </a:solidFill>
            <a:prstDash val="solid"/>
            <a:round/>
            <a:headEnd type="none" w="med" len="med"/>
            <a:tailEnd type="triangle" w="med" len="med"/>
          </a:ln>
        </p:spPr>
      </p:cxnSp>
      <p:sp>
        <p:nvSpPr>
          <p:cNvPr id="281" name="Google Shape;281;p27"/>
          <p:cNvSpPr/>
          <p:nvPr/>
        </p:nvSpPr>
        <p:spPr>
          <a:xfrm>
            <a:off x="6480810" y="1577340"/>
            <a:ext cx="1097400" cy="89160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82" name="Google Shape;282;p27"/>
          <p:cNvSpPr txBox="1"/>
          <p:nvPr/>
        </p:nvSpPr>
        <p:spPr>
          <a:xfrm>
            <a:off x="6444234" y="1577340"/>
            <a:ext cx="1170300" cy="891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b="0">
                <a:solidFill>
                  <a:srgbClr val="0F1A2A"/>
                </a:solidFill>
                <a:latin typeface="DM Sans Medium"/>
                <a:ea typeface="DM Sans Medium"/>
                <a:cs typeface="DM Sans Medium"/>
                <a:sym typeface="DM Sans Medium"/>
              </a:rPr>
              <a:t>You approve</a:t>
            </a:r>
            <a:endParaRPr sz="900" b="0">
              <a:solidFill>
                <a:srgbClr val="0F1A2A"/>
              </a:solidFill>
              <a:latin typeface="DM Sans Medium"/>
              <a:ea typeface="DM Sans Medium"/>
              <a:cs typeface="DM Sans Medium"/>
              <a:sym typeface="DM Sans Medium"/>
            </a:endParaRPr>
          </a:p>
        </p:txBody>
      </p:sp>
      <p:cxnSp>
        <p:nvCxnSpPr>
          <p:cNvPr id="283" name="Google Shape;283;p27"/>
          <p:cNvCxnSpPr/>
          <p:nvPr/>
        </p:nvCxnSpPr>
        <p:spPr>
          <a:xfrm>
            <a:off x="7578090" y="2023110"/>
            <a:ext cx="116700" cy="0"/>
          </a:xfrm>
          <a:prstGeom prst="straightConnector1">
            <a:avLst/>
          </a:prstGeom>
          <a:noFill/>
          <a:ln w="15875" cap="flat" cmpd="sng">
            <a:solidFill>
              <a:srgbClr val="8A94A3"/>
            </a:solidFill>
            <a:prstDash val="solid"/>
            <a:round/>
            <a:headEnd type="none" w="med" len="med"/>
            <a:tailEnd type="triangle" w="med" len="med"/>
          </a:ln>
        </p:spPr>
      </p:cxnSp>
      <p:sp>
        <p:nvSpPr>
          <p:cNvPr id="284" name="Google Shape;284;p27"/>
          <p:cNvSpPr/>
          <p:nvPr/>
        </p:nvSpPr>
        <p:spPr>
          <a:xfrm>
            <a:off x="7694676" y="1577340"/>
            <a:ext cx="1097400" cy="89160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85" name="Google Shape;285;p27"/>
          <p:cNvSpPr txBox="1"/>
          <p:nvPr/>
        </p:nvSpPr>
        <p:spPr>
          <a:xfrm>
            <a:off x="7658100" y="1577340"/>
            <a:ext cx="1170300" cy="891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b="0">
                <a:solidFill>
                  <a:srgbClr val="0F1A2A"/>
                </a:solidFill>
                <a:latin typeface="DM Sans Medium"/>
                <a:ea typeface="DM Sans Medium"/>
                <a:cs typeface="DM Sans Medium"/>
                <a:sym typeface="DM Sans Medium"/>
              </a:rPr>
              <a:t>Finished form back</a:t>
            </a:r>
            <a:endParaRPr sz="900" b="0">
              <a:solidFill>
                <a:srgbClr val="0F1A2A"/>
              </a:solidFill>
              <a:latin typeface="DM Sans Medium"/>
              <a:ea typeface="DM Sans Medium"/>
              <a:cs typeface="DM Sans Medium"/>
              <a:sym typeface="DM Sans Medium"/>
            </a:endParaRPr>
          </a:p>
        </p:txBody>
      </p:sp>
      <p:sp>
        <p:nvSpPr>
          <p:cNvPr id="286" name="Google Shape;286;p27"/>
          <p:cNvSpPr txBox="1"/>
          <p:nvPr/>
        </p:nvSpPr>
        <p:spPr>
          <a:xfrm>
            <a:off x="320040" y="2880360"/>
            <a:ext cx="8412600" cy="27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Stack: [frontend] · [backend] · [extraction model] · [hosting]   (fill in from the build team)</a:t>
            </a:r>
            <a:endParaRPr sz="1050" b="0">
              <a:solidFill>
                <a:srgbClr val="0F1A2A"/>
              </a:solidFill>
              <a:latin typeface="DM Sans"/>
              <a:ea typeface="DM Sans"/>
              <a:cs typeface="DM Sans"/>
              <a:sym typeface="DM Sans"/>
            </a:endParaRPr>
          </a:p>
        </p:txBody>
      </p:sp>
      <p:sp>
        <p:nvSpPr>
          <p:cNvPr id="287" name="Google Shape;287;p27"/>
          <p:cNvSpPr txBox="1"/>
          <p:nvPr/>
        </p:nvSpPr>
        <p:spPr>
          <a:xfrm>
            <a:off x="320040" y="3257550"/>
            <a:ext cx="8412600" cy="48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50" b="0">
                <a:solidFill>
                  <a:srgbClr val="5B6575"/>
                </a:solidFill>
                <a:latin typeface="DM Sans"/>
                <a:ea typeface="DM Sans"/>
                <a:cs typeface="DM Sans"/>
                <a:sym typeface="DM Sans"/>
              </a:rPr>
              <a:t>OAuth with read-only scopes · answers stored encrypted · nothing sent to the business without approval · delete everything in one tap</a:t>
            </a:r>
            <a:endParaRPr sz="1050" b="0">
              <a:solidFill>
                <a:srgbClr val="5B6575"/>
              </a:solidFill>
              <a:latin typeface="DM Sans"/>
              <a:ea typeface="DM Sans"/>
              <a:cs typeface="DM Sans"/>
              <a:sym typeface="DM Sans"/>
            </a:endParaRPr>
          </a:p>
        </p:txBody>
      </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291"/>
        <p:cNvGrpSpPr/>
        <p:nvPr/>
      </p:nvGrpSpPr>
      <p:grpSpPr>
        <a:xfrm>
          <a:off x="0" y="0"/>
          <a:ext cx="0" cy="0"/>
          <a:chOff x="0" y="0"/>
          <a:chExt cx="0" cy="0"/>
        </a:xfrm>
      </p:grpSpPr>
      <p:sp>
        <p:nvSpPr>
          <p:cNvPr id="292" name="Google Shape;292;p28"/>
          <p:cNvSpPr txBox="1"/>
          <p:nvPr/>
        </p:nvSpPr>
        <p:spPr>
          <a:xfrm>
            <a:off x="320040" y="240030"/>
            <a:ext cx="2240400" cy="20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825" b="0">
                <a:solidFill>
                  <a:srgbClr val="5B6575"/>
                </a:solidFill>
                <a:latin typeface="DM Sans Medium"/>
                <a:ea typeface="DM Sans Medium"/>
                <a:cs typeface="DM Sans Medium"/>
                <a:sym typeface="DM Sans Medium"/>
              </a:rPr>
              <a:t>Appendix</a:t>
            </a:r>
            <a:endParaRPr sz="825" b="0">
              <a:solidFill>
                <a:srgbClr val="5B6575"/>
              </a:solidFill>
              <a:latin typeface="DM Sans Medium"/>
              <a:ea typeface="DM Sans Medium"/>
              <a:cs typeface="DM Sans Medium"/>
              <a:sym typeface="DM Sans Medium"/>
            </a:endParaRPr>
          </a:p>
        </p:txBody>
      </p:sp>
      <p:sp>
        <p:nvSpPr>
          <p:cNvPr id="293" name="Google Shape;293;p28"/>
          <p:cNvSpPr txBox="1"/>
          <p:nvPr/>
        </p:nvSpPr>
        <p:spPr>
          <a:xfrm>
            <a:off x="320040" y="3429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a:solidFill>
                  <a:srgbClr val="0F1A2A"/>
                </a:solidFill>
                <a:latin typeface="Sora SemiBold"/>
                <a:ea typeface="Sora SemiBold"/>
                <a:cs typeface="Sora SemiBold"/>
                <a:sym typeface="Sora SemiBold"/>
              </a:rPr>
              <a:t>What's real today, and what's next</a:t>
            </a:r>
            <a:endParaRPr sz="2700" b="0">
              <a:solidFill>
                <a:srgbClr val="0F1A2A"/>
              </a:solidFill>
              <a:latin typeface="Sora SemiBold"/>
              <a:ea typeface="Sora SemiBold"/>
              <a:cs typeface="Sora SemiBold"/>
              <a:sym typeface="Sora SemiBold"/>
            </a:endParaRPr>
          </a:p>
        </p:txBody>
      </p:sp>
      <p:sp>
        <p:nvSpPr>
          <p:cNvPr id="294" name="Google Shape;294;p28"/>
          <p:cNvSpPr txBox="1"/>
          <p:nvPr/>
        </p:nvSpPr>
        <p:spPr>
          <a:xfrm>
            <a:off x="320040" y="1303020"/>
            <a:ext cx="4160400" cy="27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0">
                <a:solidFill>
                  <a:srgbClr val="0F1A2A"/>
                </a:solidFill>
                <a:latin typeface="Sora SemiBold"/>
                <a:ea typeface="Sora SemiBold"/>
                <a:cs typeface="Sora SemiBold"/>
                <a:sym typeface="Sora SemiBold"/>
              </a:rPr>
              <a:t>Built in 24 hours</a:t>
            </a:r>
            <a:endParaRPr sz="1200" b="0">
              <a:solidFill>
                <a:srgbClr val="0F1A2A"/>
              </a:solidFill>
              <a:latin typeface="Sora SemiBold"/>
              <a:ea typeface="Sora SemiBold"/>
              <a:cs typeface="Sora SemiBold"/>
              <a:sym typeface="Sora SemiBold"/>
            </a:endParaRPr>
          </a:p>
        </p:txBody>
      </p:sp>
      <p:sp>
        <p:nvSpPr>
          <p:cNvPr id="295" name="Google Shape;295;p28"/>
          <p:cNvSpPr txBox="1"/>
          <p:nvPr/>
        </p:nvSpPr>
        <p:spPr>
          <a:xfrm>
            <a:off x="320040" y="1645920"/>
            <a:ext cx="4160400" cy="2057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[fill in from the build team: what works in the live demo]</a:t>
            </a:r>
            <a:endParaRPr sz="1050" b="0">
              <a:solidFill>
                <a:srgbClr val="0F1A2A"/>
              </a:solidFill>
              <a:latin typeface="DM Sans"/>
              <a:ea typeface="DM Sans"/>
              <a:cs typeface="DM Sans"/>
              <a:sym typeface="DM Sans"/>
            </a:endParaRPr>
          </a:p>
        </p:txBody>
      </p:sp>
      <p:sp>
        <p:nvSpPr>
          <p:cNvPr id="296" name="Google Shape;296;p28"/>
          <p:cNvSpPr txBox="1"/>
          <p:nvPr/>
        </p:nvSpPr>
        <p:spPr>
          <a:xfrm>
            <a:off x="4640580" y="1303020"/>
            <a:ext cx="4160400" cy="27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0">
                <a:solidFill>
                  <a:srgbClr val="0F1A2A"/>
                </a:solidFill>
                <a:latin typeface="Sora SemiBold"/>
                <a:ea typeface="Sora SemiBold"/>
                <a:cs typeface="Sora SemiBold"/>
                <a:sym typeface="Sora SemiBold"/>
              </a:rPr>
              <a:t>Next</a:t>
            </a:r>
            <a:endParaRPr sz="1200" b="0">
              <a:solidFill>
                <a:srgbClr val="0F1A2A"/>
              </a:solidFill>
              <a:latin typeface="Sora SemiBold"/>
              <a:ea typeface="Sora SemiBold"/>
              <a:cs typeface="Sora SemiBold"/>
              <a:sym typeface="Sora SemiBold"/>
            </a:endParaRPr>
          </a:p>
        </p:txBody>
      </p:sp>
      <p:sp>
        <p:nvSpPr>
          <p:cNvPr id="297" name="Google Shape;297;p28"/>
          <p:cNvSpPr txBox="1"/>
          <p:nvPr/>
        </p:nvSpPr>
        <p:spPr>
          <a:xfrm>
            <a:off x="4640580" y="1645920"/>
            <a:ext cx="4160400" cy="2057400"/>
          </a:xfrm>
          <a:prstGeom prst="rect">
            <a:avLst/>
          </a:prstGeom>
          <a:noFill/>
          <a:ln>
            <a:noFill/>
          </a:ln>
        </p:spPr>
        <p:txBody>
          <a:bodyPr spcFirstLastPara="1" wrap="square" lIns="91425" tIns="91425" rIns="91425" bIns="91425" anchor="t" anchorCtr="0">
            <a:noAutofit/>
          </a:bodyPr>
          <a:lstStyle/>
          <a:p>
            <a:pPr marL="0" lvl="0" indent="0" algn="l" rtl="0">
              <a:lnSpc>
                <a:spcPct val="140000"/>
              </a:lnSpc>
              <a:spcBef>
                <a:spcPts val="0"/>
              </a:spcBef>
              <a:spcAft>
                <a:spcPts val="0"/>
              </a:spcAft>
              <a:buNone/>
            </a:pPr>
            <a:r>
              <a:rPr lang="en" sz="1050" b="0">
                <a:solidFill>
                  <a:srgbClr val="0F1A2A"/>
                </a:solidFill>
                <a:latin typeface="DM Sans"/>
                <a:ea typeface="DM Sans"/>
                <a:cs typeface="DM Sans"/>
                <a:sym typeface="DM Sans"/>
              </a:rPr>
              <a:t>More connectors (OneDrive, Outlook)</a:t>
            </a:r>
            <a:endParaRPr sz="1050" b="0">
              <a:solidFill>
                <a:srgbClr val="0F1A2A"/>
              </a:solidFill>
              <a:latin typeface="DM Sans"/>
              <a:ea typeface="DM Sans"/>
              <a:cs typeface="DM Sans"/>
              <a:sym typeface="DM Sans"/>
            </a:endParaRPr>
          </a:p>
          <a:p>
            <a:pPr marL="0" lvl="0" indent="0" algn="l" rtl="0">
              <a:lnSpc>
                <a:spcPct val="140000"/>
              </a:lnSpc>
              <a:spcBef>
                <a:spcPts val="0"/>
              </a:spcBef>
              <a:spcAft>
                <a:spcPts val="0"/>
              </a:spcAft>
              <a:buNone/>
            </a:pPr>
            <a:r>
              <a:rPr lang="en" sz="1050" b="0">
                <a:solidFill>
                  <a:srgbClr val="0F1A2A"/>
                </a:solidFill>
                <a:latin typeface="DM Sans"/>
                <a:ea typeface="DM Sans"/>
                <a:cs typeface="DM Sans"/>
                <a:sym typeface="DM Sans"/>
              </a:rPr>
              <a:t>A form standard any business can adopt</a:t>
            </a:r>
            <a:endParaRPr sz="1050" b="0">
              <a:solidFill>
                <a:srgbClr val="0F1A2A"/>
              </a:solidFill>
              <a:latin typeface="DM Sans"/>
              <a:ea typeface="DM Sans"/>
              <a:cs typeface="DM Sans"/>
              <a:sym typeface="DM Sans"/>
            </a:endParaRPr>
          </a:p>
          <a:p>
            <a:pPr marL="0" lvl="0" indent="0" algn="l" rtl="0">
              <a:lnSpc>
                <a:spcPct val="140000"/>
              </a:lnSpc>
              <a:spcBef>
                <a:spcPts val="0"/>
              </a:spcBef>
              <a:spcAft>
                <a:spcPts val="0"/>
              </a:spcAft>
              <a:buNone/>
            </a:pPr>
            <a:r>
              <a:rPr lang="en" sz="1050" b="0">
                <a:solidFill>
                  <a:srgbClr val="0F1A2A"/>
                </a:solidFill>
                <a:latin typeface="DM Sans"/>
                <a:ea typeface="DM Sans"/>
                <a:cs typeface="DM Sans"/>
                <a:sym typeface="DM Sans"/>
              </a:rPr>
              <a:t>Signed completed forms</a:t>
            </a:r>
            <a:endParaRPr sz="1050" b="0">
              <a:solidFill>
                <a:srgbClr val="0F1A2A"/>
              </a:solidFill>
              <a:latin typeface="DM Sans"/>
              <a:ea typeface="DM Sans"/>
              <a:cs typeface="DM Sans"/>
              <a:sym typeface="DM Sans"/>
            </a:endParaRPr>
          </a:p>
          <a:p>
            <a:pPr marL="0" lvl="0" indent="0" algn="l" rtl="0">
              <a:lnSpc>
                <a:spcPct val="140000"/>
              </a:lnSpc>
              <a:spcBef>
                <a:spcPts val="0"/>
              </a:spcBef>
              <a:spcAft>
                <a:spcPts val="0"/>
              </a:spcAft>
              <a:buNone/>
            </a:pPr>
            <a:r>
              <a:rPr lang="en" sz="1050" b="0">
                <a:solidFill>
                  <a:srgbClr val="0F1A2A"/>
                </a:solidFill>
                <a:latin typeface="DM Sans"/>
                <a:ea typeface="DM Sans"/>
                <a:cs typeface="DM Sans"/>
                <a:sym typeface="DM Sans"/>
              </a:rPr>
              <a:t>A browser extension for sites without the button</a:t>
            </a:r>
            <a:endParaRPr sz="1050" b="0">
              <a:solidFill>
                <a:srgbClr val="0F1A2A"/>
              </a:solidFill>
              <a:latin typeface="DM Sans"/>
              <a:ea typeface="DM Sans"/>
              <a:cs typeface="DM Sans"/>
              <a:sym typeface="DM Sans"/>
            </a:endParaRPr>
          </a:p>
        </p:txBody>
      </p:sp>
      <p:sp>
        <p:nvSpPr>
          <p:cNvPr id="298" name="Google Shape;298;p28"/>
          <p:cNvSpPr txBox="1"/>
          <p:nvPr/>
        </p:nvSpPr>
        <p:spPr>
          <a:xfrm>
            <a:off x="320040" y="4389120"/>
            <a:ext cx="8412600" cy="27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75" b="0">
                <a:solidFill>
                  <a:srgbClr val="5B6575"/>
                </a:solidFill>
                <a:latin typeface="DM Sans"/>
                <a:ea typeface="DM Sans"/>
                <a:cs typeface="DM Sans"/>
                <a:sym typeface="DM Sans"/>
              </a:rPr>
              <a:t>Read-only Google access. Nothing reaches the business without your approval. Delete everything in one tap.</a:t>
            </a:r>
            <a:endParaRPr sz="975" b="0">
              <a:solidFill>
                <a:srgbClr val="5B6575"/>
              </a:solidFill>
              <a:latin typeface="DM Sans"/>
              <a:ea typeface="DM Sans"/>
              <a:cs typeface="DM Sans"/>
              <a:sym typeface="DM Sans"/>
            </a:endParaRPr>
          </a:p>
        </p:txBody>
      </p:sp>
    </p:spTree>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30"/>
        <p:cNvGrpSpPr/>
        <p:nvPr/>
      </p:nvGrpSpPr>
      <p:grpSpPr>
        <a:xfrm>
          <a:off x="0" y="0"/>
          <a:ext cx="0" cy="0"/>
          <a:chOff x="0" y="0"/>
          <a:chExt cx="0" cy="0"/>
        </a:xfrm>
      </p:grpSpPr>
      <p:sp>
        <p:nvSpPr>
          <p:cNvPr id="131" name="Google Shape;131;p17"/>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a:solidFill>
                  <a:srgbClr val="0F1A2A"/>
                </a:solidFill>
                <a:latin typeface="Sora SemiBold"/>
                <a:ea typeface="Sora SemiBold"/>
                <a:cs typeface="Sora SemiBold"/>
                <a:sym typeface="Sora SemiBold"/>
              </a:rPr>
              <a:t>T-Mobile gets answers, not accounts.</a:t>
            </a:r>
            <a:endParaRPr sz="2700" b="0">
              <a:solidFill>
                <a:srgbClr val="0F1A2A"/>
              </a:solidFill>
              <a:latin typeface="Sora SemiBold"/>
              <a:ea typeface="Sora SemiBold"/>
              <a:cs typeface="Sora SemiBold"/>
              <a:sym typeface="Sora SemiBold"/>
            </a:endParaRPr>
          </a:p>
        </p:txBody>
      </p:sp>
      <p:sp>
        <p:nvSpPr>
          <p:cNvPr id="132" name="Google Shape;132;p17"/>
          <p:cNvSpPr txBox="1"/>
          <p:nvPr/>
        </p:nvSpPr>
        <p:spPr>
          <a:xfrm>
            <a:off x="320040" y="1097280"/>
            <a:ext cx="3954900" cy="24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75" b="0">
                <a:solidFill>
                  <a:srgbClr val="5B6575"/>
                </a:solidFill>
                <a:latin typeface="DM Sans Medium"/>
                <a:ea typeface="DM Sans Medium"/>
                <a:cs typeface="DM Sans Medium"/>
                <a:sym typeface="DM Sans Medium"/>
              </a:rPr>
              <a:t>Your side</a:t>
            </a:r>
            <a:endParaRPr sz="975" b="0">
              <a:solidFill>
                <a:srgbClr val="5B6575"/>
              </a:solidFill>
              <a:latin typeface="DM Sans Medium"/>
              <a:ea typeface="DM Sans Medium"/>
              <a:cs typeface="DM Sans Medium"/>
              <a:sym typeface="DM Sans Medium"/>
            </a:endParaRPr>
          </a:p>
        </p:txBody>
      </p:sp>
      <p:sp>
        <p:nvSpPr>
          <p:cNvPr id="133" name="Google Shape;133;p17"/>
          <p:cNvSpPr txBox="1"/>
          <p:nvPr/>
        </p:nvSpPr>
        <p:spPr>
          <a:xfrm>
            <a:off x="4754753" y="1097280"/>
            <a:ext cx="3954900" cy="24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75" b="0">
                <a:solidFill>
                  <a:srgbClr val="5B6575"/>
                </a:solidFill>
                <a:latin typeface="DM Sans Medium"/>
                <a:ea typeface="DM Sans Medium"/>
                <a:cs typeface="DM Sans Medium"/>
                <a:sym typeface="DM Sans Medium"/>
              </a:rPr>
              <a:t>T-Mobile's side</a:t>
            </a:r>
            <a:endParaRPr sz="975" b="0">
              <a:solidFill>
                <a:srgbClr val="5B6575"/>
              </a:solidFill>
              <a:latin typeface="DM Sans Medium"/>
              <a:ea typeface="DM Sans Medium"/>
              <a:cs typeface="DM Sans Medium"/>
              <a:sym typeface="DM Sans Medium"/>
            </a:endParaRPr>
          </a:p>
        </p:txBody>
      </p:sp>
      <p:cxnSp>
        <p:nvCxnSpPr>
          <p:cNvPr id="134" name="Google Shape;134;p17"/>
          <p:cNvCxnSpPr/>
          <p:nvPr/>
        </p:nvCxnSpPr>
        <p:spPr>
          <a:xfrm>
            <a:off x="4571873" y="1097280"/>
            <a:ext cx="0" cy="3086100"/>
          </a:xfrm>
          <a:prstGeom prst="straightConnector1">
            <a:avLst/>
          </a:prstGeom>
          <a:noFill/>
          <a:ln w="19050" cap="flat" cmpd="sng">
            <a:solidFill>
              <a:srgbClr val="8A94A3"/>
            </a:solidFill>
            <a:prstDash val="dash"/>
            <a:round/>
            <a:headEnd type="none" w="med" len="med"/>
            <a:tailEnd type="none" w="med" len="med"/>
          </a:ln>
        </p:spPr>
      </p:cxnSp>
      <p:sp>
        <p:nvSpPr>
          <p:cNvPr id="135" name="Google Shape;135;p17"/>
          <p:cNvSpPr/>
          <p:nvPr/>
        </p:nvSpPr>
        <p:spPr>
          <a:xfrm>
            <a:off x="411480" y="1474470"/>
            <a:ext cx="1508700" cy="37710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6" name="Google Shape;136;p17"/>
          <p:cNvSpPr txBox="1"/>
          <p:nvPr/>
        </p:nvSpPr>
        <p:spPr>
          <a:xfrm>
            <a:off x="320040" y="1474470"/>
            <a:ext cx="1691700" cy="377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75" b="0">
                <a:solidFill>
                  <a:srgbClr val="0F1A2A"/>
                </a:solidFill>
                <a:latin typeface="DM Sans Medium"/>
                <a:ea typeface="DM Sans Medium"/>
                <a:cs typeface="DM Sans Medium"/>
                <a:sym typeface="DM Sans Medium"/>
              </a:rPr>
              <a:t>Gmail</a:t>
            </a:r>
            <a:endParaRPr sz="975" b="0">
              <a:solidFill>
                <a:srgbClr val="0F1A2A"/>
              </a:solidFill>
              <a:latin typeface="DM Sans Medium"/>
              <a:ea typeface="DM Sans Medium"/>
              <a:cs typeface="DM Sans Medium"/>
              <a:sym typeface="DM Sans Medium"/>
            </a:endParaRPr>
          </a:p>
        </p:txBody>
      </p:sp>
      <p:cxnSp>
        <p:nvCxnSpPr>
          <p:cNvPr id="137" name="Google Shape;137;p17"/>
          <p:cNvCxnSpPr/>
          <p:nvPr/>
        </p:nvCxnSpPr>
        <p:spPr>
          <a:xfrm>
            <a:off x="1954530" y="1659636"/>
            <a:ext cx="342900" cy="514500"/>
          </a:xfrm>
          <a:prstGeom prst="straightConnector1">
            <a:avLst/>
          </a:prstGeom>
          <a:noFill/>
          <a:ln w="15875" cap="flat" cmpd="sng">
            <a:solidFill>
              <a:srgbClr val="8A94A3"/>
            </a:solidFill>
            <a:prstDash val="solid"/>
            <a:round/>
            <a:headEnd type="none" w="med" len="med"/>
            <a:tailEnd type="none" w="med" len="med"/>
          </a:ln>
        </p:spPr>
      </p:cxnSp>
      <p:sp>
        <p:nvSpPr>
          <p:cNvPr id="138" name="Google Shape;138;p17"/>
          <p:cNvSpPr/>
          <p:nvPr/>
        </p:nvSpPr>
        <p:spPr>
          <a:xfrm>
            <a:off x="411480" y="1988820"/>
            <a:ext cx="1508700" cy="37710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9" name="Google Shape;139;p17"/>
          <p:cNvSpPr txBox="1"/>
          <p:nvPr/>
        </p:nvSpPr>
        <p:spPr>
          <a:xfrm>
            <a:off x="320040" y="1988820"/>
            <a:ext cx="1691700" cy="377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75" b="0">
                <a:solidFill>
                  <a:srgbClr val="0F1A2A"/>
                </a:solidFill>
                <a:latin typeface="DM Sans Medium"/>
                <a:ea typeface="DM Sans Medium"/>
                <a:cs typeface="DM Sans Medium"/>
                <a:sym typeface="DM Sans Medium"/>
              </a:rPr>
              <a:t>Google Drive</a:t>
            </a:r>
            <a:endParaRPr sz="975" b="0">
              <a:solidFill>
                <a:srgbClr val="0F1A2A"/>
              </a:solidFill>
              <a:latin typeface="DM Sans Medium"/>
              <a:ea typeface="DM Sans Medium"/>
              <a:cs typeface="DM Sans Medium"/>
              <a:sym typeface="DM Sans Medium"/>
            </a:endParaRPr>
          </a:p>
        </p:txBody>
      </p:sp>
      <p:cxnSp>
        <p:nvCxnSpPr>
          <p:cNvPr id="140" name="Google Shape;140;p17"/>
          <p:cNvCxnSpPr/>
          <p:nvPr/>
        </p:nvCxnSpPr>
        <p:spPr>
          <a:xfrm>
            <a:off x="1954530" y="2173986"/>
            <a:ext cx="342900" cy="0"/>
          </a:xfrm>
          <a:prstGeom prst="straightConnector1">
            <a:avLst/>
          </a:prstGeom>
          <a:noFill/>
          <a:ln w="15875" cap="flat" cmpd="sng">
            <a:solidFill>
              <a:srgbClr val="8A94A3"/>
            </a:solidFill>
            <a:prstDash val="solid"/>
            <a:round/>
            <a:headEnd type="none" w="med" len="med"/>
            <a:tailEnd type="none" w="med" len="med"/>
          </a:ln>
        </p:spPr>
      </p:cxnSp>
      <p:sp>
        <p:nvSpPr>
          <p:cNvPr id="141" name="Google Shape;141;p17"/>
          <p:cNvSpPr/>
          <p:nvPr/>
        </p:nvSpPr>
        <p:spPr>
          <a:xfrm>
            <a:off x="411480" y="2503170"/>
            <a:ext cx="1508700" cy="37710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2" name="Google Shape;142;p17"/>
          <p:cNvSpPr txBox="1"/>
          <p:nvPr/>
        </p:nvSpPr>
        <p:spPr>
          <a:xfrm>
            <a:off x="320040" y="2503170"/>
            <a:ext cx="1691700" cy="377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75" b="0">
                <a:solidFill>
                  <a:srgbClr val="0F1A2A"/>
                </a:solidFill>
                <a:latin typeface="DM Sans Medium"/>
                <a:ea typeface="DM Sans Medium"/>
                <a:cs typeface="DM Sans Medium"/>
                <a:sym typeface="DM Sans Medium"/>
              </a:rPr>
              <a:t>OneDrive</a:t>
            </a:r>
            <a:endParaRPr sz="975" b="0">
              <a:solidFill>
                <a:srgbClr val="0F1A2A"/>
              </a:solidFill>
              <a:latin typeface="DM Sans Medium"/>
              <a:ea typeface="DM Sans Medium"/>
              <a:cs typeface="DM Sans Medium"/>
              <a:sym typeface="DM Sans Medium"/>
            </a:endParaRPr>
          </a:p>
        </p:txBody>
      </p:sp>
      <p:cxnSp>
        <p:nvCxnSpPr>
          <p:cNvPr id="143" name="Google Shape;143;p17"/>
          <p:cNvCxnSpPr/>
          <p:nvPr/>
        </p:nvCxnSpPr>
        <p:spPr>
          <a:xfrm rot="10800000" flipH="1">
            <a:off x="1954530" y="2174136"/>
            <a:ext cx="342900" cy="514200"/>
          </a:xfrm>
          <a:prstGeom prst="straightConnector1">
            <a:avLst/>
          </a:prstGeom>
          <a:noFill/>
          <a:ln w="15875" cap="flat" cmpd="sng">
            <a:solidFill>
              <a:srgbClr val="8A94A3"/>
            </a:solidFill>
            <a:prstDash val="solid"/>
            <a:round/>
            <a:headEnd type="none" w="med" len="med"/>
            <a:tailEnd type="none" w="med" len="med"/>
          </a:ln>
        </p:spPr>
      </p:cxnSp>
      <p:sp>
        <p:nvSpPr>
          <p:cNvPr id="144" name="Google Shape;144;p17"/>
          <p:cNvSpPr/>
          <p:nvPr/>
        </p:nvSpPr>
        <p:spPr>
          <a:xfrm>
            <a:off x="2331720" y="1748790"/>
            <a:ext cx="1886100" cy="857400"/>
          </a:xfrm>
          <a:prstGeom prst="roundRect">
            <a:avLst>
              <a:gd name="adj" fmla="val 16667"/>
            </a:avLst>
          </a:prstGeom>
          <a:solidFill>
            <a:srgbClr val="0F1A2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5" name="Google Shape;145;p17"/>
          <p:cNvSpPr txBox="1"/>
          <p:nvPr/>
        </p:nvSpPr>
        <p:spPr>
          <a:xfrm>
            <a:off x="2343150" y="1748790"/>
            <a:ext cx="1863000" cy="857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00" b="0">
                <a:solidFill>
                  <a:srgbClr val="FFFFFF"/>
                </a:solidFill>
                <a:latin typeface="DM Sans Medium"/>
                <a:ea typeface="DM Sans Medium"/>
                <a:cs typeface="DM Sans Medium"/>
                <a:sym typeface="DM Sans Medium"/>
              </a:rPr>
              <a:t>Formly fills, shows the source, and waits for your OK</a:t>
            </a:r>
            <a:endParaRPr sz="900" b="0">
              <a:solidFill>
                <a:srgbClr val="FFFFFF"/>
              </a:solidFill>
              <a:latin typeface="DM Sans Medium"/>
              <a:ea typeface="DM Sans Medium"/>
              <a:cs typeface="DM Sans Medium"/>
              <a:sym typeface="DM Sans Medium"/>
            </a:endParaRPr>
          </a:p>
        </p:txBody>
      </p:sp>
      <p:cxnSp>
        <p:nvCxnSpPr>
          <p:cNvPr id="146" name="Google Shape;146;p17"/>
          <p:cNvCxnSpPr/>
          <p:nvPr/>
        </p:nvCxnSpPr>
        <p:spPr>
          <a:xfrm>
            <a:off x="4251960" y="2173986"/>
            <a:ext cx="925800" cy="0"/>
          </a:xfrm>
          <a:prstGeom prst="straightConnector1">
            <a:avLst/>
          </a:prstGeom>
          <a:noFill/>
          <a:ln w="31750" cap="flat" cmpd="sng">
            <a:solidFill>
              <a:srgbClr val="22C985"/>
            </a:solidFill>
            <a:prstDash val="solid"/>
            <a:round/>
            <a:headEnd type="none" w="med" len="med"/>
            <a:tailEnd type="triangle" w="med" len="med"/>
          </a:ln>
        </p:spPr>
      </p:cxnSp>
      <p:sp>
        <p:nvSpPr>
          <p:cNvPr id="147" name="Google Shape;147;p17"/>
          <p:cNvSpPr txBox="1"/>
          <p:nvPr/>
        </p:nvSpPr>
        <p:spPr>
          <a:xfrm>
            <a:off x="4254500" y="2260600"/>
            <a:ext cx="977900" cy="457200"/>
          </a:xfrm>
          <a:prstGeom prst="rect">
            <a:avLst/>
          </a:prstGeom>
          <a:solidFill>
            <a:srgbClr val="FFFFFF"/>
          </a:solid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50" b="0">
                <a:solidFill>
                  <a:srgbClr val="0F1A2A"/>
                </a:solidFill>
                <a:latin typeface="DM Sans Medium"/>
                <a:ea typeface="DM Sans Medium"/>
                <a:cs typeface="DM Sans Medium"/>
                <a:sym typeface="DM Sans Medium"/>
              </a:rPr>
              <a:t>approved answers only</a:t>
            </a:r>
            <a:endParaRPr sz="900" b="0">
              <a:solidFill>
                <a:srgbClr val="0F1A2A"/>
              </a:solidFill>
              <a:latin typeface="DM Sans Medium"/>
              <a:ea typeface="DM Sans Medium"/>
              <a:cs typeface="DM Sans Medium"/>
              <a:sym typeface="DM Sans Medium"/>
            </a:endParaRPr>
          </a:p>
        </p:txBody>
      </p:sp>
      <p:sp>
        <p:nvSpPr>
          <p:cNvPr id="148" name="Google Shape;148;p17"/>
          <p:cNvSpPr/>
          <p:nvPr/>
        </p:nvSpPr>
        <p:spPr>
          <a:xfrm>
            <a:off x="5246370" y="1440180"/>
            <a:ext cx="3463200" cy="2640300"/>
          </a:xfrm>
          <a:prstGeom prst="roundRect">
            <a:avLst>
              <a:gd name="adj" fmla="val 16667"/>
            </a:avLst>
          </a:prstGeom>
          <a:solidFill>
            <a:srgbClr val="FFFFFF"/>
          </a:solidFill>
          <a:ln w="12700" cap="flat" cmpd="sng">
            <a:solidFill>
              <a:srgbClr val="E9ECF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9" name="Google Shape;149;p17"/>
          <p:cNvSpPr txBox="1"/>
          <p:nvPr/>
        </p:nvSpPr>
        <p:spPr>
          <a:xfrm>
            <a:off x="5326380" y="1543050"/>
            <a:ext cx="33033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825" b="0">
                <a:solidFill>
                  <a:srgbClr val="5B6575"/>
                </a:solidFill>
                <a:latin typeface="DM Sans"/>
                <a:ea typeface="DM Sans"/>
                <a:cs typeface="DM Sans"/>
                <a:sym typeface="DM Sans"/>
              </a:rPr>
              <a:t>Full name</a:t>
            </a:r>
            <a:endParaRPr sz="825" b="0">
              <a:solidFill>
                <a:srgbClr val="5B6575"/>
              </a:solidFill>
              <a:latin typeface="DM Sans"/>
              <a:ea typeface="DM Sans"/>
              <a:cs typeface="DM Sans"/>
              <a:sym typeface="DM Sans"/>
            </a:endParaRPr>
          </a:p>
        </p:txBody>
      </p:sp>
      <p:sp>
        <p:nvSpPr>
          <p:cNvPr id="150" name="Google Shape;150;p17"/>
          <p:cNvSpPr/>
          <p:nvPr/>
        </p:nvSpPr>
        <p:spPr>
          <a:xfrm>
            <a:off x="5417820" y="1748790"/>
            <a:ext cx="3120300" cy="2880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 name="Google Shape;151;p17"/>
          <p:cNvSpPr txBox="1"/>
          <p:nvPr/>
        </p:nvSpPr>
        <p:spPr>
          <a:xfrm>
            <a:off x="5429250" y="1748790"/>
            <a:ext cx="30975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Maria Reyes</a:t>
            </a:r>
            <a:endParaRPr sz="975" b="0">
              <a:solidFill>
                <a:srgbClr val="0F1A2A"/>
              </a:solidFill>
              <a:latin typeface="DM Sans"/>
              <a:ea typeface="DM Sans"/>
              <a:cs typeface="DM Sans"/>
              <a:sym typeface="DM Sans"/>
            </a:endParaRPr>
          </a:p>
        </p:txBody>
      </p:sp>
      <p:sp>
        <p:nvSpPr>
          <p:cNvPr id="152" name="Google Shape;152;p17"/>
          <p:cNvSpPr txBox="1"/>
          <p:nvPr/>
        </p:nvSpPr>
        <p:spPr>
          <a:xfrm>
            <a:off x="5326380" y="2146554"/>
            <a:ext cx="33033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825" b="0">
                <a:solidFill>
                  <a:srgbClr val="5B6575"/>
                </a:solidFill>
                <a:latin typeface="DM Sans"/>
                <a:ea typeface="DM Sans"/>
                <a:cs typeface="DM Sans"/>
                <a:sym typeface="DM Sans"/>
              </a:rPr>
              <a:t>Account number</a:t>
            </a:r>
            <a:endParaRPr sz="825" b="0">
              <a:solidFill>
                <a:srgbClr val="5B6575"/>
              </a:solidFill>
              <a:latin typeface="DM Sans"/>
              <a:ea typeface="DM Sans"/>
              <a:cs typeface="DM Sans"/>
              <a:sym typeface="DM Sans"/>
            </a:endParaRPr>
          </a:p>
        </p:txBody>
      </p:sp>
      <p:sp>
        <p:nvSpPr>
          <p:cNvPr id="153" name="Google Shape;153;p17"/>
          <p:cNvSpPr/>
          <p:nvPr/>
        </p:nvSpPr>
        <p:spPr>
          <a:xfrm>
            <a:off x="5417820" y="2352294"/>
            <a:ext cx="3120300" cy="2880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4" name="Google Shape;154;p17"/>
          <p:cNvSpPr txBox="1"/>
          <p:nvPr/>
        </p:nvSpPr>
        <p:spPr>
          <a:xfrm>
            <a:off x="5429250" y="2352294"/>
            <a:ext cx="30975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4417 0093 52</a:t>
            </a:r>
            <a:endParaRPr sz="975" b="0">
              <a:solidFill>
                <a:srgbClr val="0F1A2A"/>
              </a:solidFill>
              <a:latin typeface="DM Sans"/>
              <a:ea typeface="DM Sans"/>
              <a:cs typeface="DM Sans"/>
              <a:sym typeface="DM Sans"/>
            </a:endParaRPr>
          </a:p>
        </p:txBody>
      </p:sp>
      <p:sp>
        <p:nvSpPr>
          <p:cNvPr id="155" name="Google Shape;155;p17"/>
          <p:cNvSpPr txBox="1"/>
          <p:nvPr/>
        </p:nvSpPr>
        <p:spPr>
          <a:xfrm>
            <a:off x="5326380" y="2750058"/>
            <a:ext cx="33033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825" b="0">
                <a:solidFill>
                  <a:srgbClr val="5B6575"/>
                </a:solidFill>
                <a:latin typeface="DM Sans"/>
                <a:ea typeface="DM Sans"/>
                <a:cs typeface="DM Sans"/>
                <a:sym typeface="DM Sans"/>
              </a:rPr>
              <a:t>Phone model</a:t>
            </a:r>
            <a:endParaRPr sz="825" b="0">
              <a:solidFill>
                <a:srgbClr val="5B6575"/>
              </a:solidFill>
              <a:latin typeface="DM Sans"/>
              <a:ea typeface="DM Sans"/>
              <a:cs typeface="DM Sans"/>
              <a:sym typeface="DM Sans"/>
            </a:endParaRPr>
          </a:p>
        </p:txBody>
      </p:sp>
      <p:sp>
        <p:nvSpPr>
          <p:cNvPr id="156" name="Google Shape;156;p17"/>
          <p:cNvSpPr/>
          <p:nvPr/>
        </p:nvSpPr>
        <p:spPr>
          <a:xfrm>
            <a:off x="5417820" y="2955798"/>
            <a:ext cx="3120300" cy="2880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7" name="Google Shape;157;p17"/>
          <p:cNvSpPr txBox="1"/>
          <p:nvPr/>
        </p:nvSpPr>
        <p:spPr>
          <a:xfrm>
            <a:off x="5429250" y="2955798"/>
            <a:ext cx="30975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iPhone 14</a:t>
            </a:r>
            <a:endParaRPr sz="975" b="0">
              <a:solidFill>
                <a:srgbClr val="0F1A2A"/>
              </a:solidFill>
              <a:latin typeface="DM Sans"/>
              <a:ea typeface="DM Sans"/>
              <a:cs typeface="DM Sans"/>
              <a:sym typeface="DM Sans"/>
            </a:endParaRPr>
          </a:p>
        </p:txBody>
      </p:sp>
      <p:sp>
        <p:nvSpPr>
          <p:cNvPr id="158" name="Google Shape;158;p17"/>
          <p:cNvSpPr txBox="1"/>
          <p:nvPr/>
        </p:nvSpPr>
        <p:spPr>
          <a:xfrm>
            <a:off x="5326380" y="3353562"/>
            <a:ext cx="33033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825" b="0">
                <a:solidFill>
                  <a:srgbClr val="5B6575"/>
                </a:solidFill>
                <a:latin typeface="DM Sans"/>
                <a:ea typeface="DM Sans"/>
                <a:cs typeface="DM Sans"/>
                <a:sym typeface="DM Sans"/>
              </a:rPr>
              <a:t>Billing address</a:t>
            </a:r>
            <a:endParaRPr sz="825" b="0">
              <a:solidFill>
                <a:srgbClr val="5B6575"/>
              </a:solidFill>
              <a:latin typeface="DM Sans"/>
              <a:ea typeface="DM Sans"/>
              <a:cs typeface="DM Sans"/>
              <a:sym typeface="DM Sans"/>
            </a:endParaRPr>
          </a:p>
        </p:txBody>
      </p:sp>
      <p:sp>
        <p:nvSpPr>
          <p:cNvPr id="159" name="Google Shape;159;p17"/>
          <p:cNvSpPr/>
          <p:nvPr/>
        </p:nvSpPr>
        <p:spPr>
          <a:xfrm>
            <a:off x="5417820" y="3559302"/>
            <a:ext cx="3120300" cy="288000"/>
          </a:xfrm>
          <a:prstGeom prst="roundRect">
            <a:avLst>
              <a:gd name="adj" fmla="val 16667"/>
            </a:avLst>
          </a:prstGeom>
          <a:solidFill>
            <a:srgbClr val="FFFFFF"/>
          </a:solidFill>
          <a:ln w="12700" cap="flat" cmpd="sng">
            <a:solidFill>
              <a:srgbClr val="CBD1D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17"/>
          <p:cNvSpPr txBox="1"/>
          <p:nvPr/>
        </p:nvSpPr>
        <p:spPr>
          <a:xfrm>
            <a:off x="5429250" y="3559302"/>
            <a:ext cx="30975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1428 Elm St, Seattle</a:t>
            </a:r>
            <a:endParaRPr sz="975" b="0">
              <a:solidFill>
                <a:srgbClr val="0F1A2A"/>
              </a:solidFill>
              <a:latin typeface="DM Sans"/>
              <a:ea typeface="DM Sans"/>
              <a:cs typeface="DM Sans"/>
              <a:sym typeface="DM Sans"/>
            </a:endParaRPr>
          </a:p>
        </p:txBody>
      </p:sp>
      <p:sp>
        <p:nvSpPr>
          <p:cNvPr id="161" name="Google Shape;161;p17"/>
          <p:cNvSpPr txBox="1"/>
          <p:nvPr/>
        </p:nvSpPr>
        <p:spPr>
          <a:xfrm>
            <a:off x="320040" y="4389120"/>
            <a:ext cx="8503800" cy="27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Stripe keeps card numbers away from merchants. Formly keeps your inbox and files away from businesses.</a:t>
            </a:r>
            <a:endParaRPr sz="1050" b="0">
              <a:solidFill>
                <a:srgbClr val="0F1A2A"/>
              </a:solidFill>
              <a:latin typeface="DM Sans"/>
              <a:ea typeface="DM Sans"/>
              <a:cs typeface="DM Sans"/>
              <a:sym typeface="DM Sans"/>
            </a:endParaRPr>
          </a:p>
        </p:txBody>
      </p:sp>
      <p:sp>
        <p:nvSpPr>
          <p:cNvPr id="162" name="TextBox 161"/>
          <p:cNvSpPr txBox="1"/>
          <p:nvPr/>
        </p:nvSpPr>
        <p:spPr>
          <a:xfrm>
            <a:off x="320040" y="152400"/>
            <a:ext cx="2540000" cy="203200"/>
          </a:xfrm>
          <a:prstGeom prst="rect">
            <a:avLst/>
          </a:prstGeom>
          <a:noFill/>
        </p:spPr>
        <p:txBody>
          <a:bodyPr wrap="square" lIns="45720" rIns="45720" anchor="t">
            <a:spAutoFit/>
          </a:bodyPr>
          <a:lstStyle/>
          <a:p>
            <a:pPr algn="l"/>
            <a:r>
              <a:rPr sz="825" b="0">
                <a:solidFill>
                  <a:srgbClr val="5B6575"/>
                </a:solidFill>
                <a:latin typeface="DM Sans Medium"/>
              </a:rPr>
              <a:t>Appendix</a:t>
            </a:r>
          </a:p>
        </p:txBody>
      </p:sp>
    </p:spTree>
  </p:cSld>
  <p:clrMapOvr>
    <a:masterClrMapping/>
  </p:clrMapOvr>
  <p:transition>
    <p:fade/>
  </p:transition>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E8847C2-B2D9-4441-B027-1832D65E2C9F}">
  <we:reference id="wa200010001" version="1.0.0.1" store="en-US" storeType="OMEX"/>
  <we:alternateReferences>
    <we:reference id="wa200010001" version="1.0.0.1" store="en-US" storeType="OMEX"/>
  </we:alternateReferences>
  <we:properties>
    <we:property name="claude.fileId" value="&quot;4466df98-db53-4186-adc8-7334c908b3f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47</TotalTime>
  <Words>2504</Words>
  <Application>Microsoft Macintosh PowerPoint</Application>
  <PresentationFormat>On-screen Show (16:9)</PresentationFormat>
  <Paragraphs>384</Paragraphs>
  <Slides>12</Slides>
  <Notes>12</Notes>
  <HiddenSlides>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DM Sans</vt:lpstr>
      <vt:lpstr>DM Sans Medium</vt:lpstr>
      <vt:lpstr>Inter</vt:lpstr>
      <vt:lpstr>Inter Display</vt:lpstr>
      <vt:lpstr>Sora SemiBold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Microsoft Office User</cp:lastModifiedBy>
  <cp:revision>4</cp:revision>
  <dcterms:modified xsi:type="dcterms:W3CDTF">2026-10-18T05:10:19Z</dcterms:modified>
</cp:coreProperties>
</file>