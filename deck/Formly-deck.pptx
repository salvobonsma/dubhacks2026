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Default Extension="fntdata" ContentType="application/x-fontdata"/>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trictFirstAndLastChars="0" saveSubsetFonts="1" autoCompressPictures="0">
  <p:sldMasterIdLst>
    <p:sldMasterId id="2147483659" r:id="rId1"/>
  </p:sldMasterIdLst>
  <p:notesMasterIdLst>
    <p:notesMasterId r:id="rId19"/>
  </p:notesMasterIdLst>
  <p:sldIdLst>
    <p:sldId id="323" r:id="rId2"/>
    <p:sldId id="316" r:id="rId4"/>
    <p:sldId id="302" r:id="rId5"/>
    <p:sldId id="317" r:id="rId6"/>
    <p:sldId id="318" r:id="rId7"/>
    <p:sldId id="324" r:id="rId8"/>
    <p:sldId id="344" r:id="rId9"/>
    <p:sldId id="257" r:id="rId3"/>
    <p:sldId id="345" r:id="rId10"/>
    <p:sldId id="346" r:id="rId11"/>
    <p:sldId id="337" r:id="rId12"/>
    <p:sldId id="347" r:id="rId13"/>
    <p:sldId id="339" r:id="rId14"/>
    <p:sldId id="348" r:id="rId15"/>
    <p:sldId id="349" r:id="rId16"/>
    <p:sldId id="342" r:id="rId17"/>
    <p:sldId id="343" r:id="rId18"/>
  </p:sldIdLst>
  <p:sldSz cx="9144000" cy="5143500" type="screen16x9"/>
  <p:notesSz cx="6858000" cy="9144000"/>
  <p:embeddedFontLst>
    <p:embeddedFont>
      <p:font typeface="Sora SemiBold" pitchFamily="34" charset="0"/>
      <p:regular r:id="rId24"/>
    </p:embeddedFont>
    <p:embeddedFont>
      <p:font typeface="DM Sans" pitchFamily="34" charset="0"/>
      <p:regular r:id="rId25"/>
      <p:bold r:id="rId26"/>
    </p:embeddedFont>
    <p:embeddedFont>
      <p:font typeface="DM Sans Medium" pitchFamily="34" charset="0"/>
      <p:regular r:id="rId27"/>
    </p:embeddedFont>
    <p:embeddedFont>
      <p:font typeface="Inter" pitchFamily="34" charset="0"/>
      <p:regular r:id="rId28"/>
      <p:bold r:id="rId29"/>
    </p:embeddedFont>
    <p:embeddedFont>
      <p:font typeface="Inter Display" pitchFamily="3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74"/>
    <p:restoredTop sz="94637"/>
  </p:normalViewPr>
  <p:slideViewPr>
    <p:cSldViewPr snapToGrid="0">
      <p:cViewPr>
        <p:scale>
          <a:sx n="110" d="100"/>
          <a:sy n="110" d="100"/>
        </p:scale>
        <p:origin x="1320" y="160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 Id="rId30" Type="http://schemas.openxmlformats.org/officeDocument/2006/relationships/font" Target="fonts/font7.fntdata"/><Relationship Id="rId3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frtitle: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frtitle: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0:00-0:15 · Hi, we're Formly, the secure, fast form filler. Switching to T-Mobile is 30 fields of typing. We make it one tap. The race comes at the end; first, why it matters.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frqrcode: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frqrcode: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Last slide, about 1:45. Hand the judge the phone on B. A teammate starts A at the same time. Say go. Cap the race at 60 seconds; nobody has to finish A. While B finishes, have the judge tap a filled field: it shows the email or file the answer came from. Then questions (jump list is in slide 7's notes).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frprob: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frprob: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0:15-0:45 · The six address fields type themselves one after another as the slide opens, typos and all, faster each time (about 20 seconds). Everyone has typed their address a hundred times: the bank, the landlord, the DMV. T-Mobile's sign-up alone is 30 fields.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0:45-1:00 · Forms lose people: 7 in 10 online checkouts never finish. Every field is a place to drop off.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1:00-1:15 · Manually isn't a line: typos, wrong PINs, made-up answers, rejected port-ins, start again or quit. Click: Formly is one straight line, one tap to signed up. Stripe made paying one tap. We make signing up one tap.</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frsrc: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frsrc: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1:15-1:30 · The answers already exist. Current carrier (Verizon) and the number to transfer come from the Verizon bill in Gmail, home address from the personal info PDF, employer (Northwind Robotics) from the resume in Google Drive. The judge sees this live during the race at the end.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1:30-1:45 · Autofill stops where sign-ups get hard. On T-Mobile's form it covers 13 of 30 fields: name, contact, address, card. The HTML autofill standard has no field at all for SSN, ID number, income, carrier account number or transfer PIN. That's where telecom sign-ups break: telecom forms finish only 47.8% of the time. The web's autofill standard has zero fields for SSN, ID number, income, account number or transfer PIN, so no browser can fill them. In T-Mobile's own words, when porting fails it's often due to mismatched account information. Formly reads the account number and PIN off your carrier bill and fills all 30. If asked: Chrome now offers passport and driver's license autofill on desktop as an opt-in, but still nothing for SSN, income, account number or PIN.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frclose: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frclose: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Bring Formly to T-Mobile. Four facts, no story to argue with. Half of Americans say the hassle of switching puts them off. Your switch form is 30 fields and autofill covers 13 of them. You open about 5M accounts a year. Each one is worth $1,835 a year. The pilot: put the button on the switch page for one month and count completions and port-in errors against the month before. If asked for the upside: every extra 1% of 5M finishing is about $90M a year; 10% is about $940M. 34.7M postpaid accounts x 0.99% monthly churn x 12 = about 4.1M, plus about 1M net adds (2026 guidance 950K to 1.05M) = about 5.1M sign-ups. $152.91 postpaid ARPA x 12 = $1,835. T-Mobile's public Q2 2026 numbers.</a:t>
            </a:r>
          </a:p>
          <a:p>
            <a:r>
              <a:t>Q&amp;A jump list (type the number, press Enter): 9 how it works, 10 how T-Mobile adds it, 11 wrong answers, 12 what T-Mobile sees, 13 vs autofill and Plaid, 14 business model, 15 what works today, 16 stack, 17 why not build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frvoid: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frvoid: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Q: How does it work?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frvoid: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frvoid: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Q: How would T-Mobile add it?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frvoid: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frvoid: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Q: What if Formly gets an answer wrong?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frvoid: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frvoid: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Q: What does T-Mobile see?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frvoid: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frvoid: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Q: How is this different from autofill or Plaid?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frvoid: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frvoid: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Q: How do you make money?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frvoid: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frvoid: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Q: What works today?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frvoid: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frvoid: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Q: What's the stack?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frvoid: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frvoid: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Q: Why wouldn't T-Mobile just build this itself?</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Shape 53"/>
        <p:cNvGrpSpPr/>
        <p:nvPr/>
      </p:nvGrpSpPr>
      <p:grpSpPr>
        <a:xfrm>
          <a:off x="0" y="0"/>
          <a:ext cx="0" cy="0"/>
          <a:chOff x="0" y="0"/>
          <a:chExt cx="0" cy="0"/>
        </a:xfrm>
      </p:grpSpPr>
      <p:sp>
        <p:nvSpPr>
          <p:cNvPr id="55" name="Google Shape;55;p13"/>
          <p:cNvSpPr txBox="1"/>
          <p:nvPr/>
        </p:nvSpPr>
        <p:spPr>
          <a:xfrm>
            <a:off x="320040" y="2755900"/>
            <a:ext cx="4191000" cy="48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50" b="0">
                <a:solidFill>
                  <a:srgbClr val="5B6575"/>
                </a:solidFill>
                <a:latin typeface="DM Sans"/>
                <a:ea typeface="DM Sans"/>
                <a:cs typeface="DM Sans"/>
                <a:sym typeface="DM Sans"/>
              </a:rPr>
              <a:t>The secure, fast form filler</a:t>
            </a:r>
            <a:endParaRPr sz="2250" b="0">
              <a:solidFill>
                <a:srgbClr val="5B6575"/>
              </a:solidFill>
              <a:latin typeface="DM Sans"/>
              <a:ea typeface="DM Sans"/>
              <a:cs typeface="DM Sans"/>
              <a:sym typeface="DM Sans"/>
            </a:endParaRPr>
          </a:p>
        </p:txBody>
      </p:sp>
      <p:sp>
        <p:nvSpPr>
          <p:cNvPr id="61" name="Google Shape;61;p13"/>
          <p:cNvSpPr txBox="1"/>
          <p:nvPr/>
        </p:nvSpPr>
        <p:spPr>
          <a:xfrm>
            <a:off x="320040" y="4629150"/>
            <a:ext cx="84126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b="0" dirty="0" err="1">
                <a:solidFill>
                  <a:srgbClr val="5B6575"/>
                </a:solidFill>
                <a:latin typeface="DM Sans"/>
                <a:ea typeface="DM Sans"/>
                <a:cs typeface="DM Sans"/>
                <a:sym typeface="DM Sans"/>
              </a:rPr>
              <a:t>Khangai</a:t>
            </a:r>
            <a:r>
              <a:rPr lang="en" sz="900" b="0" dirty="0">
                <a:solidFill>
                  <a:srgbClr val="5B6575"/>
                </a:solidFill>
                <a:latin typeface="DM Sans"/>
                <a:ea typeface="DM Sans"/>
                <a:cs typeface="DM Sans"/>
                <a:sym typeface="DM Sans"/>
              </a:rPr>
              <a:t> Sukhbaatar, Salvo </a:t>
            </a:r>
            <a:r>
              <a:rPr lang="en" sz="900" b="0" dirty="0" err="1">
                <a:solidFill>
                  <a:srgbClr val="5B6575"/>
                </a:solidFill>
                <a:latin typeface="DM Sans"/>
                <a:ea typeface="DM Sans"/>
                <a:cs typeface="DM Sans"/>
                <a:sym typeface="DM Sans"/>
              </a:rPr>
              <a:t>Bonsma</a:t>
            </a:r>
            <a:r>
              <a:rPr lang="en" sz="900" b="0" dirty="0">
                <a:solidFill>
                  <a:srgbClr val="5B6575"/>
                </a:solidFill>
                <a:latin typeface="DM Sans"/>
                <a:ea typeface="DM Sans"/>
                <a:cs typeface="DM Sans"/>
                <a:sym typeface="DM Sans"/>
              </a:rPr>
              <a:t> and Jerry Zheng</a:t>
            </a:r>
            <a:endParaRPr sz="900" b="0" dirty="0">
              <a:solidFill>
                <a:srgbClr val="5B6575"/>
              </a:solidFill>
              <a:latin typeface="DM Sans"/>
              <a:ea typeface="DM Sans"/>
              <a:cs typeface="DM Sans"/>
              <a:sym typeface="DM Sans"/>
            </a:endParaRPr>
          </a:p>
        </p:txBody>
      </p:sp>
      <p:pic>
        <p:nvPicPr>
          <p:cNvPr id="62" name="Picture 61" descr="lockup-light.png"/>
          <p:cNvPicPr>
            <a:picLocks noChangeAspect="1"/>
          </p:cNvPicPr>
          <p:nvPr/>
        </p:nvPicPr>
        <p:blipFill>
          <a:blip r:embed="rId3"/>
          <a:stretch>
            <a:fillRect/>
          </a:stretch>
        </p:blipFill>
        <p:spPr>
          <a:xfrm>
            <a:off x="274320" y="1739900"/>
            <a:ext cx="3335492" cy="838200"/>
          </a:xfrm>
          <a:prstGeom prst="rect">
            <a:avLst/>
          </a:prstGeom>
        </p:spPr>
      </p:pic>
      <p:sp>
        <p:nvSpPr>
          <p:cNvPr id="800" name="Signup card"/>
          <p:cNvSpPr/>
          <p:nvPr/>
        </p:nvSpPr>
        <p:spPr>
          <a:xfrm>
            <a:off x="4826000" y="787400"/>
            <a:ext cx="4000500" cy="3403600"/>
          </a:xfrm>
          <a:prstGeom prst="roundRect">
            <a:avLst>
              <a:gd name="adj" fmla="val 3358"/>
            </a:avLst>
          </a:prstGeom>
          <a:solidFill>
            <a:srgbClr val="FFFFFF"/>
          </a:solidFill>
          <a:ln w="12700">
            <a:solidFill>
              <a:srgbClr val="E6E6E6"/>
            </a:solidFill>
          </a:ln>
        </p:spPr>
        <p:txBody>
          <a:bodyPr wrap="none" lIns="0" tIns="0" rIns="0" bIns="0" anchor="ctr">
            <a:noAutofit/>
          </a:bodyPr>
          <a:lstStyle/>
          <a:p>
            <a:endParaRPr lang="en-US"/>
          </a:p>
        </p:txBody>
      </p:sp>
      <p:sp>
        <p:nvSpPr>
          <p:cNvPr id="801" name="Signup heading"/>
          <p:cNvSpPr txBox="1"/>
          <p:nvPr/>
        </p:nvSpPr>
        <p:spPr>
          <a:xfrm>
            <a:off x="5080000" y="1016000"/>
            <a:ext cx="3492500" cy="381000"/>
          </a:xfrm>
          <a:prstGeom prst="rect">
            <a:avLst/>
          </a:prstGeom>
          <a:noFill/>
          <a:ln>
            <a:noFill/>
          </a:ln>
        </p:spPr>
        <p:txBody>
          <a:bodyPr wrap="none" lIns="0" tIns="0" rIns="0" bIns="0" anchor="ctr">
            <a:noAutofit/>
          </a:bodyPr>
          <a:lstStyle/>
          <a:p>
            <a:pPr marL="0" indent="0" algn="l">
              <a:buNone/>
            </a:pPr>
            <a:r>
              <a:rPr lang="en-US" sz="2000" b="1" dirty="0">
                <a:solidFill>
                  <a:srgbClr val="141414"/>
                </a:solidFill>
                <a:latin typeface="Inter Display"/>
                <a:ea typeface="Inter Display"/>
                <a:cs typeface="Inter Display"/>
                <a:sym typeface="Inter Display"/>
              </a:rPr>
              <a:t>Create your account</a:t>
            </a:r>
          </a:p>
        </p:txBody>
      </p:sp>
      <p:sp>
        <p:nvSpPr>
          <p:cNvPr id="802" name="Fill with Formly button"/>
          <p:cNvSpPr/>
          <p:nvPr/>
        </p:nvSpPr>
        <p:spPr>
          <a:xfrm>
            <a:off x="5080000" y="1574800"/>
            <a:ext cx="3492500" cy="508000"/>
          </a:xfrm>
          <a:prstGeom prst="roundRect">
            <a:avLst>
              <a:gd name="adj" fmla="val 22500"/>
            </a:avLst>
          </a:prstGeom>
          <a:solidFill>
            <a:srgbClr val="0F1A2A"/>
          </a:solidFill>
          <a:ln>
            <a:noFill/>
          </a:ln>
        </p:spPr>
        <p:txBody>
          <a:bodyPr wrap="none" lIns="0" tIns="0" rIns="0" bIns="0" anchor="ctr">
            <a:noAutofit/>
          </a:bodyPr>
          <a:lstStyle/>
          <a:p>
            <a:endParaRPr lang="en-US"/>
          </a:p>
        </p:txBody>
      </p:sp>
      <p:sp>
        <p:nvSpPr>
          <p:cNvPr id="803" name="Fill with Formly label"/>
          <p:cNvSpPr txBox="1"/>
          <p:nvPr/>
        </p:nvSpPr>
        <p:spPr>
          <a:xfrm>
            <a:off x="6235700" y="1574800"/>
            <a:ext cx="1574800" cy="508000"/>
          </a:xfrm>
          <a:prstGeom prst="rect">
            <a:avLst/>
          </a:prstGeom>
          <a:noFill/>
          <a:ln>
            <a:noFill/>
          </a:ln>
        </p:spPr>
        <p:txBody>
          <a:bodyPr wrap="none" lIns="0" tIns="0" rIns="0" bIns="0" anchor="ctr">
            <a:noAutofit/>
          </a:bodyPr>
          <a:lstStyle/>
          <a:p>
            <a:pPr marL="0" indent="0" algn="l">
              <a:buNone/>
            </a:pPr>
            <a:r>
              <a:rPr lang="en-US" sz="1300" b="0" dirty="0">
                <a:solidFill>
                  <a:srgbClr val="FFFFFF"/>
                </a:solidFill>
                <a:latin typeface="Sora SemiBold"/>
                <a:ea typeface="Sora SemiBold"/>
                <a:cs typeface="Sora SemiBold"/>
                <a:sym typeface="Sora SemiBold"/>
              </a:rPr>
              <a:t>Fill with Formly</a:t>
            </a:r>
          </a:p>
        </p:txBody>
      </p:sp>
      <p:cxnSp>
        <p:nvCxnSpPr>
          <p:cNvPr id="804" name="Divider left"/>
          <p:cNvCxnSpPr/>
          <p:nvPr/>
        </p:nvCxnSpPr>
        <p:spPr>
          <a:xfrm>
            <a:off x="5080000" y="2362200"/>
            <a:ext cx="889000" cy="0"/>
          </a:xfrm>
          <a:prstGeom prst="line">
            <a:avLst/>
          </a:prstGeom>
          <a:ln w="9525">
            <a:solidFill>
              <a:srgbClr val="E6E6E6"/>
            </a:solidFill>
          </a:ln>
        </p:spPr>
      </p:cxnSp>
      <p:cxnSp>
        <p:nvCxnSpPr>
          <p:cNvPr id="805" name="Divider right"/>
          <p:cNvCxnSpPr/>
          <p:nvPr/>
        </p:nvCxnSpPr>
        <p:spPr>
          <a:xfrm>
            <a:off x="7683500" y="2362200"/>
            <a:ext cx="889000" cy="0"/>
          </a:xfrm>
          <a:prstGeom prst="line">
            <a:avLst/>
          </a:prstGeom>
          <a:ln w="9525">
            <a:solidFill>
              <a:srgbClr val="E6E6E6"/>
            </a:solidFill>
          </a:ln>
        </p:spPr>
      </p:cxnSp>
      <p:sp>
        <p:nvSpPr>
          <p:cNvPr id="806" name="Divider text"/>
          <p:cNvSpPr txBox="1"/>
          <p:nvPr/>
        </p:nvSpPr>
        <p:spPr>
          <a:xfrm>
            <a:off x="5969000" y="2247900"/>
            <a:ext cx="1714500" cy="228600"/>
          </a:xfrm>
          <a:prstGeom prst="rect">
            <a:avLst/>
          </a:prstGeom>
          <a:noFill/>
          <a:ln>
            <a:noFill/>
          </a:ln>
        </p:spPr>
        <p:txBody>
          <a:bodyPr wrap="none" lIns="0" tIns="0" rIns="0" bIns="0" anchor="ctr">
            <a:noAutofit/>
          </a:bodyPr>
          <a:lstStyle/>
          <a:p>
            <a:pPr marL="0" indent="0" algn="ctr">
              <a:buNone/>
            </a:pPr>
            <a:r>
              <a:rPr lang="en-US" sz="1000" b="0" dirty="0">
                <a:solidFill>
                  <a:srgbClr val="6A6A6A"/>
                </a:solidFill>
                <a:latin typeface="DM Sans"/>
                <a:ea typeface="DM Sans"/>
                <a:cs typeface="DM Sans"/>
                <a:sym typeface="DM Sans"/>
              </a:rPr>
              <a:t>Or fill it in yourself</a:t>
            </a:r>
          </a:p>
        </p:txBody>
      </p:sp>
      <p:sp>
        <p:nvSpPr>
          <p:cNvPr id="807" name="Full name label"/>
          <p:cNvSpPr txBox="1"/>
          <p:nvPr/>
        </p:nvSpPr>
        <p:spPr>
          <a:xfrm>
            <a:off x="5080000" y="2590800"/>
            <a:ext cx="3492500" cy="203200"/>
          </a:xfrm>
          <a:prstGeom prst="rect">
            <a:avLst/>
          </a:prstGeom>
          <a:noFill/>
          <a:ln>
            <a:noFill/>
          </a:ln>
        </p:spPr>
        <p:txBody>
          <a:bodyPr wrap="none" lIns="0" tIns="0" rIns="0" bIns="0" anchor="ctr">
            <a:noAutofit/>
          </a:bodyPr>
          <a:lstStyle/>
          <a:p>
            <a:pPr marL="0" indent="0" algn="l">
              <a:buNone/>
            </a:pPr>
            <a:r>
              <a:rPr lang="en-US" sz="1000" b="0" dirty="0">
                <a:solidFill>
                  <a:srgbClr val="6A6A6A"/>
                </a:solidFill>
                <a:latin typeface="DM Sans"/>
                <a:ea typeface="DM Sans"/>
                <a:cs typeface="DM Sans"/>
                <a:sym typeface="DM Sans"/>
              </a:rPr>
              <a:t>Full name</a:t>
            </a:r>
          </a:p>
        </p:txBody>
      </p:sp>
      <p:sp>
        <p:nvSpPr>
          <p:cNvPr id="808" name="Full name field"/>
          <p:cNvSpPr/>
          <p:nvPr/>
        </p:nvSpPr>
        <p:spPr>
          <a:xfrm>
            <a:off x="5080000" y="2819400"/>
            <a:ext cx="3492500" cy="381000"/>
          </a:xfrm>
          <a:prstGeom prst="roundRect">
            <a:avLst>
              <a:gd name="adj" fmla="val 30000"/>
            </a:avLst>
          </a:prstGeom>
          <a:solidFill>
            <a:srgbClr val="FFFFFF"/>
          </a:solidFill>
          <a:ln w="12700">
            <a:solidFill>
              <a:srgbClr val="E6E6E6"/>
            </a:solidFill>
          </a:ln>
        </p:spPr>
        <p:txBody>
          <a:bodyPr wrap="none" lIns="0" tIns="0" rIns="0" bIns="0" anchor="ctr">
            <a:noAutofit/>
          </a:bodyPr>
          <a:lstStyle/>
          <a:p>
            <a:endParaRPr lang="en-US"/>
          </a:p>
        </p:txBody>
      </p:sp>
      <p:sp>
        <p:nvSpPr>
          <p:cNvPr id="809" name="Billing address label"/>
          <p:cNvSpPr txBox="1"/>
          <p:nvPr/>
        </p:nvSpPr>
        <p:spPr>
          <a:xfrm>
            <a:off x="5080000" y="3327400"/>
            <a:ext cx="3492500" cy="203200"/>
          </a:xfrm>
          <a:prstGeom prst="rect">
            <a:avLst/>
          </a:prstGeom>
          <a:noFill/>
          <a:ln>
            <a:noFill/>
          </a:ln>
        </p:spPr>
        <p:txBody>
          <a:bodyPr wrap="none" lIns="0" tIns="0" rIns="0" bIns="0" anchor="ctr">
            <a:noAutofit/>
          </a:bodyPr>
          <a:lstStyle/>
          <a:p>
            <a:pPr marL="0" indent="0" algn="l">
              <a:buNone/>
            </a:pPr>
            <a:r>
              <a:rPr lang="en-US" sz="1000" b="0" dirty="0">
                <a:solidFill>
                  <a:srgbClr val="6A6A6A"/>
                </a:solidFill>
                <a:latin typeface="DM Sans"/>
                <a:ea typeface="DM Sans"/>
                <a:cs typeface="DM Sans"/>
                <a:sym typeface="DM Sans"/>
              </a:rPr>
              <a:t>Billing address</a:t>
            </a:r>
          </a:p>
        </p:txBody>
      </p:sp>
      <p:sp>
        <p:nvSpPr>
          <p:cNvPr id="810" name="Billing address field"/>
          <p:cNvSpPr/>
          <p:nvPr/>
        </p:nvSpPr>
        <p:spPr>
          <a:xfrm>
            <a:off x="5080000" y="3556000"/>
            <a:ext cx="3492500" cy="381000"/>
          </a:xfrm>
          <a:prstGeom prst="roundRect">
            <a:avLst>
              <a:gd name="adj" fmla="val 30000"/>
            </a:avLst>
          </a:prstGeom>
          <a:solidFill>
            <a:srgbClr val="FFFFFF"/>
          </a:solidFill>
          <a:ln w="12700">
            <a:solidFill>
              <a:srgbClr val="E6E6E6"/>
            </a:solidFill>
          </a:ln>
        </p:spPr>
        <p:txBody>
          <a:bodyPr wrap="none" lIns="0" tIns="0" rIns="0" bIns="0" anchor="ctr">
            <a:noAutofit/>
          </a:bodyPr>
          <a:lstStyle/>
          <a:p>
            <a:endParaRPr lang="en-US"/>
          </a:p>
        </p:txBody>
      </p:sp>
      <p:pic>
        <p:nvPicPr>
          <p:cNvPr id="63" name="Picture 62" descr="mark-dark.png"/>
          <p:cNvPicPr>
            <a:picLocks noChangeAspect="1"/>
          </p:cNvPicPr>
          <p:nvPr/>
        </p:nvPicPr>
        <p:blipFill>
          <a:blip r:embed="rId4"/>
          <a:stretch>
            <a:fillRect/>
          </a:stretch>
        </p:blipFill>
        <p:spPr>
          <a:xfrm>
            <a:off x="5918200" y="1701800"/>
            <a:ext cx="215900" cy="254000"/>
          </a:xfrm>
          <a:prstGeom prst="rect">
            <a:avLst/>
          </a:prstGeom>
        </p:spPr>
      </p:pic>
    </p:spTree>
    <p:extLst>
      <p:ext uri="{BB962C8B-B14F-4D97-AF65-F5344CB8AC3E}">
        <p14:creationId xmlns:p14="http://schemas.microsoft.com/office/powerpoint/2010/main" val="57776709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A2A"/>
        </a:solidFill>
        <a:effectLst/>
      </p:bgPr>
    </p:bg>
    <p:spTree>
      <p:nvGrpSpPr>
        <p:cNvPr id="1" name="Shape 65"/>
        <p:cNvGrpSpPr/>
        <p:nvPr/>
      </p:nvGrpSpPr>
      <p:grpSpPr>
        <a:xfrm>
          <a:off x="0" y="0"/>
          <a:ext cx="0" cy="0"/>
          <a:chOff x="0" y="0"/>
          <a:chExt cx="0" cy="0"/>
        </a:xfrm>
      </p:grpSpPr>
      <p:sp>
        <p:nvSpPr>
          <p:cNvPr id="66" name="TextBox 65"/>
          <p:cNvSpPr txBox="1"/>
          <p:nvPr/>
        </p:nvSpPr>
        <p:spPr>
          <a:xfrm>
            <a:off x="241300" y="292100"/>
            <a:ext cx="8503920" cy="508000"/>
          </a:xfrm>
          <a:prstGeom prst="rect">
            <a:avLst/>
          </a:prstGeom>
          <a:noFill/>
        </p:spPr>
        <p:txBody>
          <a:bodyPr wrap="square" lIns="45720" rIns="45720" anchor="t">
            <a:spAutoFit/>
          </a:bodyPr>
          <a:lstStyle/>
          <a:p>
            <a:pPr algn="l"/>
            <a:r>
              <a:rPr sz="3000" b="0">
                <a:solidFill>
                  <a:srgbClr val="FFFFFF"/>
                </a:solidFill>
                <a:latin typeface="Sora SemiBold"/>
              </a:rPr>
              <a:t>Let's have a race</a:t>
            </a:r>
          </a:p>
        </p:txBody>
      </p:sp>
      <p:sp>
        <p:nvSpPr>
          <p:cNvPr id="67" name="Rounded Rectangle 66"/>
          <p:cNvSpPr/>
          <p:nvPr/>
        </p:nvSpPr>
        <p:spPr>
          <a:xfrm>
            <a:off x="320040" y="1270000"/>
            <a:ext cx="4160520" cy="3657600"/>
          </a:xfrm>
          <a:prstGeom prst="roundRect">
            <a:avLst>
              <a:gd name="adj" fmla="val 5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97840" y="1397000"/>
            <a:ext cx="762000" cy="584200"/>
          </a:xfrm>
          <a:prstGeom prst="rect">
            <a:avLst/>
          </a:prstGeom>
          <a:noFill/>
        </p:spPr>
        <p:txBody>
          <a:bodyPr wrap="square" lIns="45720" rIns="45720" anchor="t">
            <a:spAutoFit/>
          </a:bodyPr>
          <a:lstStyle/>
          <a:p>
            <a:pPr algn="l"/>
            <a:r>
              <a:rPr sz="3200" b="0">
                <a:solidFill>
                  <a:srgbClr val="8A94A3"/>
                </a:solidFill>
                <a:latin typeface="Sora SemiBold"/>
              </a:rPr>
              <a:t>A</a:t>
            </a:r>
          </a:p>
        </p:txBody>
      </p:sp>
      <p:sp>
        <p:nvSpPr>
          <p:cNvPr id="69" name="TextBox 68"/>
          <p:cNvSpPr txBox="1"/>
          <p:nvPr/>
        </p:nvSpPr>
        <p:spPr>
          <a:xfrm>
            <a:off x="1056640" y="1447800"/>
            <a:ext cx="3238500" cy="304800"/>
          </a:xfrm>
          <a:prstGeom prst="rect">
            <a:avLst/>
          </a:prstGeom>
          <a:noFill/>
        </p:spPr>
        <p:txBody>
          <a:bodyPr wrap="square" lIns="45720" rIns="45720" anchor="t">
            <a:spAutoFit/>
          </a:bodyPr>
          <a:lstStyle/>
          <a:p>
            <a:pPr algn="l"/>
            <a:r>
              <a:rPr sz="1700" b="0">
                <a:solidFill>
                  <a:srgbClr val="FFFFFF"/>
                </a:solidFill>
                <a:latin typeface="Sora SemiBold"/>
              </a:rPr>
              <a:t>The usual way</a:t>
            </a:r>
          </a:p>
        </p:txBody>
      </p:sp>
      <p:sp>
        <p:nvSpPr>
          <p:cNvPr id="70" name="TextBox 69"/>
          <p:cNvSpPr txBox="1"/>
          <p:nvPr/>
        </p:nvSpPr>
        <p:spPr>
          <a:xfrm>
            <a:off x="1056640" y="1752600"/>
            <a:ext cx="3238500" cy="254000"/>
          </a:xfrm>
          <a:prstGeom prst="rect">
            <a:avLst/>
          </a:prstGeom>
          <a:noFill/>
        </p:spPr>
        <p:txBody>
          <a:bodyPr wrap="square" lIns="45720" rIns="45720" anchor="t">
            <a:spAutoFit/>
          </a:bodyPr>
          <a:lstStyle/>
          <a:p>
            <a:pPr algn="l"/>
            <a:r>
              <a:rPr sz="1200" b="0">
                <a:solidFill>
                  <a:srgbClr val="B9C1CC"/>
                </a:solidFill>
                <a:latin typeface="DM Sans"/>
              </a:rPr>
              <a:t>Type every field yourself</a:t>
            </a:r>
          </a:p>
        </p:txBody>
      </p:sp>
      <p:sp>
        <p:nvSpPr>
          <p:cNvPr id="71" name="Rounded Rectangle 70"/>
          <p:cNvSpPr/>
          <p:nvPr/>
        </p:nvSpPr>
        <p:spPr>
          <a:xfrm>
            <a:off x="1384300" y="2159000"/>
            <a:ext cx="2032000" cy="203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1" name="Picture 80" descr="qr72.png"/>
          <p:cNvPicPr>
            <a:picLocks noChangeAspect="1"/>
          </p:cNvPicPr>
          <p:nvPr/>
        </p:nvPicPr>
        <p:blipFill>
          <a:blip r:embed="rId3"/>
          <a:stretch>
            <a:fillRect/>
          </a:stretch>
        </p:blipFill>
        <p:spPr>
          <a:xfrm>
            <a:off x="1384300" y="2159000"/>
            <a:ext cx="2032000" cy="2032000"/>
          </a:xfrm>
          <a:prstGeom prst="rect">
            <a:avLst/>
          </a:prstGeom>
        </p:spPr>
      </p:pic>
      <p:sp>
        <p:nvSpPr>
          <p:cNvPr id="73" name="TextBox 72"/>
          <p:cNvSpPr txBox="1"/>
          <p:nvPr/>
        </p:nvSpPr>
        <p:spPr>
          <a:xfrm>
            <a:off x="497840" y="4318000"/>
            <a:ext cx="3810000" cy="279400"/>
          </a:xfrm>
          <a:prstGeom prst="rect">
            <a:avLst/>
          </a:prstGeom>
          <a:noFill/>
        </p:spPr>
        <p:txBody>
          <a:bodyPr wrap="square" lIns="45720" rIns="45720" anchor="t">
            <a:spAutoFit/>
          </a:bodyPr>
          <a:lstStyle/>
          <a:p>
            <a:pPr algn="ctr"/>
            <a:r>
              <a:rPr sz="1300" b="0">
                <a:solidFill>
                  <a:srgbClr val="FFFFFF"/>
                </a:solidFill>
                <a:latin typeface="DM Sans"/>
              </a:rPr>
              <a:t>formly.select/tmobile</a:t>
            </a:r>
          </a:p>
        </p:txBody>
      </p:sp>
      <p:sp>
        <p:nvSpPr>
          <p:cNvPr id="74" name="Rounded Rectangle 73"/>
          <p:cNvSpPr/>
          <p:nvPr/>
        </p:nvSpPr>
        <p:spPr>
          <a:xfrm>
            <a:off x="4663440" y="1270000"/>
            <a:ext cx="4160520" cy="3657600"/>
          </a:xfrm>
          <a:prstGeom prst="roundRect">
            <a:avLst>
              <a:gd name="adj" fmla="val 5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841240" y="1397000"/>
            <a:ext cx="762000" cy="584200"/>
          </a:xfrm>
          <a:prstGeom prst="rect">
            <a:avLst/>
          </a:prstGeom>
          <a:noFill/>
        </p:spPr>
        <p:txBody>
          <a:bodyPr wrap="square" lIns="45720" rIns="45720" anchor="t">
            <a:spAutoFit/>
          </a:bodyPr>
          <a:lstStyle/>
          <a:p>
            <a:pPr algn="l"/>
            <a:r>
              <a:rPr sz="3200" b="0">
                <a:solidFill>
                  <a:srgbClr val="22C985"/>
                </a:solidFill>
                <a:latin typeface="Sora SemiBold"/>
              </a:rPr>
              <a:t>B</a:t>
            </a:r>
          </a:p>
        </p:txBody>
      </p:sp>
      <p:sp>
        <p:nvSpPr>
          <p:cNvPr id="76" name="TextBox 75"/>
          <p:cNvSpPr txBox="1"/>
          <p:nvPr/>
        </p:nvSpPr>
        <p:spPr>
          <a:xfrm>
            <a:off x="5400040" y="1447800"/>
            <a:ext cx="3238500" cy="304800"/>
          </a:xfrm>
          <a:prstGeom prst="rect">
            <a:avLst/>
          </a:prstGeom>
          <a:noFill/>
        </p:spPr>
        <p:txBody>
          <a:bodyPr wrap="square" lIns="45720" rIns="45720" anchor="t">
            <a:spAutoFit/>
          </a:bodyPr>
          <a:lstStyle/>
          <a:p>
            <a:pPr algn="l"/>
            <a:r>
              <a:rPr sz="1700" b="0">
                <a:solidFill>
                  <a:srgbClr val="FFFFFF"/>
                </a:solidFill>
                <a:latin typeface="Sora SemiBold"/>
              </a:rPr>
              <a:t>Fill with Formly</a:t>
            </a:r>
          </a:p>
        </p:txBody>
      </p:sp>
      <p:sp>
        <p:nvSpPr>
          <p:cNvPr id="77" name="TextBox 76"/>
          <p:cNvSpPr txBox="1"/>
          <p:nvPr/>
        </p:nvSpPr>
        <p:spPr>
          <a:xfrm>
            <a:off x="5400040" y="1752600"/>
            <a:ext cx="3238500" cy="254000"/>
          </a:xfrm>
          <a:prstGeom prst="rect">
            <a:avLst/>
          </a:prstGeom>
          <a:noFill/>
        </p:spPr>
        <p:txBody>
          <a:bodyPr wrap="square" lIns="45720" rIns="45720" anchor="t">
            <a:spAutoFit/>
          </a:bodyPr>
          <a:lstStyle/>
          <a:p>
            <a:pPr algn="l"/>
            <a:r>
              <a:rPr sz="1200" b="0">
                <a:solidFill>
                  <a:srgbClr val="B9C1CC"/>
                </a:solidFill>
                <a:latin typeface="DM Sans"/>
              </a:rPr>
              <a:t>One button, one connected account</a:t>
            </a:r>
          </a:p>
        </p:txBody>
      </p:sp>
      <p:sp>
        <p:nvSpPr>
          <p:cNvPr id="78" name="Rounded Rectangle 77"/>
          <p:cNvSpPr/>
          <p:nvPr/>
        </p:nvSpPr>
        <p:spPr>
          <a:xfrm>
            <a:off x="5727700" y="2159000"/>
            <a:ext cx="2032000" cy="203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2" name="Picture 81" descr="qr72.png"/>
          <p:cNvPicPr>
            <a:picLocks noChangeAspect="1"/>
          </p:cNvPicPr>
          <p:nvPr/>
        </p:nvPicPr>
        <p:blipFill>
          <a:blip r:embed="rId3"/>
          <a:stretch>
            <a:fillRect/>
          </a:stretch>
        </p:blipFill>
        <p:spPr>
          <a:xfrm>
            <a:off x="5727700" y="2159000"/>
            <a:ext cx="2032000" cy="2032000"/>
          </a:xfrm>
          <a:prstGeom prst="rect">
            <a:avLst/>
          </a:prstGeom>
        </p:spPr>
      </p:pic>
      <p:sp>
        <p:nvSpPr>
          <p:cNvPr id="80" name="TextBox 79"/>
          <p:cNvSpPr txBox="1"/>
          <p:nvPr/>
        </p:nvSpPr>
        <p:spPr>
          <a:xfrm>
            <a:off x="4841240" y="4318000"/>
            <a:ext cx="3810000" cy="279400"/>
          </a:xfrm>
          <a:prstGeom prst="rect">
            <a:avLst/>
          </a:prstGeom>
          <a:noFill/>
        </p:spPr>
        <p:txBody>
          <a:bodyPr wrap="square" lIns="45720" rIns="45720" anchor="t">
            <a:spAutoFit/>
          </a:bodyPr>
          <a:lstStyle/>
          <a:p>
            <a:pPr algn="ctr"/>
            <a:r>
              <a:rPr sz="1300" b="0">
                <a:solidFill>
                  <a:srgbClr val="FFFFFF"/>
                </a:solidFill>
                <a:latin typeface="DM Sans"/>
              </a:rPr>
              <a:t>formly.select/tmobile</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Shape 79"/>
        <p:cNvGrpSpPr/>
        <p:nvPr/>
      </p:nvGrpSpPr>
      <p:grpSpPr>
        <a:xfrm>
          <a:off x="0" y="0"/>
          <a:ext cx="0" cy="0"/>
          <a:chOff x="0" y="0"/>
          <a:chExt cx="0" cy="0"/>
        </a:xfrm>
      </p:grpSpPr>
      <p:sp>
        <p:nvSpPr>
          <p:cNvPr id="80" name="Google Shape;80;p15"/>
          <p:cNvSpPr txBox="1"/>
          <p:nvPr/>
        </p:nvSpPr>
        <p:spPr>
          <a:xfrm>
            <a:off x="320040" y="342900"/>
            <a:ext cx="8503800" cy="1028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700" b="0" dirty="0">
                <a:solidFill>
                  <a:srgbClr val="0F1A2A"/>
                </a:solidFill>
                <a:latin typeface="Sora SemiBold"/>
                <a:ea typeface="Sora SemiBold"/>
                <a:cs typeface="Sora SemiBold"/>
                <a:sym typeface="Sora SemiBold"/>
              </a:rPr>
              <a:t>You've typed this a hundred times</a:t>
            </a:r>
            <a:endParaRPr sz="2700" b="0" dirty="0">
              <a:solidFill>
                <a:srgbClr val="0F1A2A"/>
              </a:solidFill>
              <a:latin typeface="Sora SemiBold"/>
              <a:ea typeface="Sora SemiBold"/>
              <a:cs typeface="Sora SemiBold"/>
              <a:sym typeface="Sora SemiBold"/>
            </a:endParaRPr>
          </a:p>
        </p:txBody>
      </p:sp>
      <p:sp>
        <p:nvSpPr>
          <p:cNvPr id="81" name="Google Shape;81;p15"/>
          <p:cNvSpPr txBox="1"/>
          <p:nvPr/>
        </p:nvSpPr>
        <p:spPr>
          <a:xfrm>
            <a:off x="320040" y="1162050"/>
            <a:ext cx="8382000" cy="19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b="0">
                <a:solidFill>
                  <a:srgbClr val="5B6575"/>
                </a:solidFill>
                <a:latin typeface="DM Sans"/>
                <a:ea typeface="DM Sans"/>
                <a:cs typeface="DM Sans"/>
                <a:sym typeface="DM Sans"/>
              </a:rPr>
              <a:t>Home address for T-Mobile</a:t>
            </a:r>
            <a:endParaRPr sz="825" b="0">
              <a:solidFill>
                <a:srgbClr val="5B6575"/>
              </a:solidFill>
              <a:latin typeface="DM Sans"/>
              <a:ea typeface="DM Sans"/>
              <a:cs typeface="DM Sans"/>
              <a:sym typeface="DM Sans"/>
            </a:endParaRPr>
          </a:p>
        </p:txBody>
      </p:sp>
      <p:sp>
        <p:nvSpPr>
          <p:cNvPr id="82" name="Google Shape;82;p15"/>
          <p:cNvSpPr/>
          <p:nvPr/>
        </p:nvSpPr>
        <p:spPr>
          <a:xfrm>
            <a:off x="411480" y="1405890"/>
            <a:ext cx="8199000" cy="288000"/>
          </a:xfrm>
          <a:prstGeom prst="roundRect">
            <a:avLst>
              <a:gd name="adj" fmla="val 35000"/>
            </a:avLst>
          </a:prstGeom>
          <a:solidFill>
            <a:srgbClr val="FFFFFF"/>
          </a:solidFill>
          <a:ln w="12700">
            <a:solidFill>
              <a:srgbClr val="E5E7EB"/>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 name="Google Shape;83;p15"/>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98105</a:t>
            </a:r>
            <a:endParaRPr sz="975" b="0">
              <a:solidFill>
                <a:srgbClr val="0F1A2A"/>
              </a:solidFill>
              <a:latin typeface="DM Sans"/>
              <a:ea typeface="DM Sans"/>
              <a:cs typeface="DM Sans"/>
              <a:sym typeface="DM Sans"/>
            </a:endParaRPr>
          </a:p>
        </p:txBody>
      </p:sp>
      <p:sp>
        <p:nvSpPr>
          <p:cNvPr id="1000" name="Field 1 typing 1"/>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01" name="Field 1 typing 2"/>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02" name="Field 1 typing 3"/>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03" name="Field 1 typing 4"/>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4512</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04" name="Field 1 typing 5"/>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05" name="Field 1 typing 6"/>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06" name="Field 1 typing 7"/>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07" name="Field 1 typing 8"/>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08" name="Field 1 typing 9"/>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09" name="Field 1 typing 10"/>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10" name="Field 1 typing 11"/>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11" name="Field 1 typing 12"/>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12" name="Field 1 typing 13"/>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13" name="Field 1 typing 14"/>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14" name="Field 1 typing 15"/>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15" name="Field 1 typing 16"/>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16" name="Field 1 typing 17"/>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17" name="Field 1 typing 18"/>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18" name="Field 1 typing 19"/>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19" name="Field 1 typing 20"/>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20" name="Field 1 typing 21"/>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21" name="Field 1 typing 22"/>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22" name="Field 1 typing 23"/>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23" name="Field 1 typing 24"/>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24" name="Field 1 typing 25"/>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25" name="Field 1 typing 26"/>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26" name="Field 1 typing 27"/>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27" name="Field 1 typing 28"/>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28" name="Field 1 typing 29"/>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29" name="Field 1 typing 30"/>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30" name="Field 1 typing 31"/>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31" name="Field 1 typing 32"/>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32" name="Field 1 typing 33"/>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33" name="Field 1 typing 34"/>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34" name="Field 1 typing 35"/>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35" name="Field 1 typing 36"/>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36" name="Field 1 typing 37"/>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37" name="Field 1 typing 38"/>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38" name="Field 1 typing 39"/>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39" name="Field 1 typing 40"/>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40" name="Field 1 typing 41"/>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41" name="Field 1 typing 42"/>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42" name="Field 1 typing 43"/>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43" name="Field 1 typing 44"/>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44" name="Field 1 typing 45"/>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45" name="Field 1 typing 46"/>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46" name="Field 1 typing 47"/>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47" name="Field 1 typing 48"/>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48" name="Field 1 typing 49"/>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49" name="Field 1 typing 50"/>
          <p:cNvSpPr txBox="1"/>
          <p:nvPr/>
        </p:nvSpPr>
        <p:spPr>
          <a:xfrm>
            <a:off x="422910" y="14058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84" name="Google Shape;84;p15"/>
          <p:cNvSpPr txBox="1"/>
          <p:nvPr/>
        </p:nvSpPr>
        <p:spPr>
          <a:xfrm>
            <a:off x="320040" y="1710690"/>
            <a:ext cx="8382000" cy="19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b="0">
                <a:solidFill>
                  <a:srgbClr val="5B6575"/>
                </a:solidFill>
                <a:latin typeface="DM Sans"/>
                <a:ea typeface="DM Sans"/>
                <a:cs typeface="DM Sans"/>
                <a:sym typeface="DM Sans"/>
              </a:rPr>
              <a:t>Home address for your bank</a:t>
            </a:r>
            <a:endParaRPr sz="825" b="0">
              <a:solidFill>
                <a:srgbClr val="5B6575"/>
              </a:solidFill>
              <a:latin typeface="DM Sans"/>
              <a:ea typeface="DM Sans"/>
              <a:cs typeface="DM Sans"/>
              <a:sym typeface="DM Sans"/>
            </a:endParaRPr>
          </a:p>
        </p:txBody>
      </p:sp>
      <p:sp>
        <p:nvSpPr>
          <p:cNvPr id="85" name="Google Shape;85;p15"/>
          <p:cNvSpPr/>
          <p:nvPr/>
        </p:nvSpPr>
        <p:spPr>
          <a:xfrm>
            <a:off x="411480" y="1954530"/>
            <a:ext cx="8199000" cy="288000"/>
          </a:xfrm>
          <a:prstGeom prst="roundRect">
            <a:avLst>
              <a:gd name="adj" fmla="val 35000"/>
            </a:avLst>
          </a:prstGeom>
          <a:solidFill>
            <a:srgbClr val="FFFFFF"/>
          </a:solidFill>
          <a:ln w="12700">
            <a:solidFill>
              <a:srgbClr val="E5E7EB"/>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 name="Google Shape;86;p15"/>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98105</a:t>
            </a:r>
            <a:endParaRPr sz="975" b="0">
              <a:solidFill>
                <a:srgbClr val="0F1A2A"/>
              </a:solidFill>
              <a:latin typeface="DM Sans"/>
              <a:ea typeface="DM Sans"/>
              <a:cs typeface="DM Sans"/>
              <a:sym typeface="DM Sans"/>
            </a:endParaRPr>
          </a:p>
        </p:txBody>
      </p:sp>
      <p:sp>
        <p:nvSpPr>
          <p:cNvPr id="1050" name="Field 2 typing 1"/>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51" name="Field 2 typing 2"/>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52" name="Field 2 typing 3"/>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53" name="Field 2 typing 4"/>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54" name="Field 2 typing 5"/>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55" name="Field 2 typing 6"/>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56" name="Field 2 typing 7"/>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57" name="Field 2 typing 8"/>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58" name="Field 2 typing 9"/>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59" name="Field 2 typing 10"/>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60" name="Field 2 typing 11"/>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61" name="Field 2 typing 12"/>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62" name="Field 2 typing 13"/>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63" name="Field 2 typing 14"/>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64" name="Field 2 typing 15"/>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65" name="Field 2 typing 16"/>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66" name="Field 2 typing 17"/>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67" name="Field 2 typing 18"/>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68" name="Field 2 typing 19"/>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69" name="Field 2 typing 20"/>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70" name="Field 2 typing 21"/>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71" name="Field 2 typing 22"/>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72" name="Field 2 typing 23"/>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73" name="Field 2 typing 24"/>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74" name="Field 2 typing 25"/>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75" name="Field 2 typing 26"/>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76" name="Field 2 typing 27"/>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77" name="Field 2 typing 28"/>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78" name="Field 2 typing 29"/>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79" name="Field 2 typing 30"/>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80" name="Field 2 typing 31"/>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81" name="Field 2 typing 32"/>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82" name="Field 2 typing 33"/>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83" name="Field 2 typing 34"/>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84" name="Field 2 typing 35"/>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85" name="Field 2 typing 36"/>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86" name="Field 2 typing 37"/>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87" name="Field 2 typing 38"/>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Seatlt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88" name="Field 2 typing 39"/>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Seatlte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89" name="Field 2 typing 40"/>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Seatlt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90" name="Field 2 typing 41"/>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91" name="Field 2 typing 42"/>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92" name="Field 2 typing 43"/>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93" name="Field 2 typing 44"/>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94" name="Field 2 typing 45"/>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95" name="Field 2 typing 46"/>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96" name="Field 2 typing 47"/>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97" name="Field 2 typing 48"/>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98" name="Field 2 typing 49"/>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099" name="Field 2 typing 50"/>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00" name="Field 2 typing 51"/>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01" name="Field 2 typing 52"/>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02" name="Field 2 typing 53"/>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03" name="Field 2 typing 54"/>
          <p:cNvSpPr txBox="1"/>
          <p:nvPr/>
        </p:nvSpPr>
        <p:spPr>
          <a:xfrm>
            <a:off x="422910" y="195453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87" name="Google Shape;87;p15"/>
          <p:cNvSpPr txBox="1"/>
          <p:nvPr/>
        </p:nvSpPr>
        <p:spPr>
          <a:xfrm>
            <a:off x="320040" y="2259330"/>
            <a:ext cx="8382000" cy="19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b="0">
                <a:solidFill>
                  <a:srgbClr val="5B6575"/>
                </a:solidFill>
                <a:latin typeface="DM Sans"/>
                <a:ea typeface="DM Sans"/>
                <a:cs typeface="DM Sans"/>
                <a:sym typeface="DM Sans"/>
              </a:rPr>
              <a:t>Home address for your landlord</a:t>
            </a:r>
            <a:endParaRPr sz="825" b="0">
              <a:solidFill>
                <a:srgbClr val="5B6575"/>
              </a:solidFill>
              <a:latin typeface="DM Sans"/>
              <a:ea typeface="DM Sans"/>
              <a:cs typeface="DM Sans"/>
              <a:sym typeface="DM Sans"/>
            </a:endParaRPr>
          </a:p>
        </p:txBody>
      </p:sp>
      <p:sp>
        <p:nvSpPr>
          <p:cNvPr id="88" name="Google Shape;88;p15"/>
          <p:cNvSpPr/>
          <p:nvPr/>
        </p:nvSpPr>
        <p:spPr>
          <a:xfrm>
            <a:off x="411480" y="2503170"/>
            <a:ext cx="8199000" cy="288000"/>
          </a:xfrm>
          <a:prstGeom prst="roundRect">
            <a:avLst>
              <a:gd name="adj" fmla="val 35000"/>
            </a:avLst>
          </a:prstGeom>
          <a:solidFill>
            <a:srgbClr val="FFFFFF"/>
          </a:solidFill>
          <a:ln w="12700">
            <a:solidFill>
              <a:srgbClr val="E5E7EB"/>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9" name="Google Shape;89;p15"/>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98105</a:t>
            </a:r>
            <a:endParaRPr sz="975" b="0">
              <a:solidFill>
                <a:srgbClr val="0F1A2A"/>
              </a:solidFill>
              <a:latin typeface="DM Sans"/>
              <a:ea typeface="DM Sans"/>
              <a:cs typeface="DM Sans"/>
              <a:sym typeface="DM Sans"/>
            </a:endParaRPr>
          </a:p>
        </p:txBody>
      </p:sp>
      <p:sp>
        <p:nvSpPr>
          <p:cNvPr id="1104" name="Field 3 typing 1"/>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05" name="Field 3 typing 2"/>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06" name="Field 3 typing 3"/>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07" name="Field 3 typing 4"/>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08" name="Field 3 typing 5"/>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09" name="Field 3 typing 6"/>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10" name="Field 3 typing 7"/>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11" name="Field 3 typing 8"/>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12" name="Field 3 typing 9"/>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13" name="Field 3 typing 10"/>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14" name="Field 3 typing 11"/>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15" name="Field 3 typing 12"/>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16" name="Field 3 typing 13"/>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17" name="Field 3 typing 14"/>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18" name="Field 3 typing 15"/>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19" name="Field 3 typing 16"/>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20" name="Field 3 typing 17"/>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21" name="Field 3 typing 18"/>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22" name="Field 3 typing 19"/>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23" name="Field 3 typing 20"/>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24" name="Field 3 typing 21"/>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25" name="Field 3 typing 22"/>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26" name="Field 3 typing 23"/>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27" name="Field 3 typing 24"/>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28" name="Field 3 typing 25"/>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29" name="Field 3 typing 26"/>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30" name="Field 3 typing 27"/>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31" name="Field 3 typing 28"/>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32" name="Field 3 typing 29"/>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33" name="Field 3 typing 30"/>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34" name="Field 3 typing 31"/>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35" name="Field 3 typing 32"/>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36" name="Field 3 typing 33"/>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37" name="Field 3 typing 34"/>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38" name="Field 3 typing 35"/>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39" name="Field 3 typing 36"/>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40" name="Field 3 typing 37"/>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41" name="Field 3 typing 38"/>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42" name="Field 3 typing 39"/>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43" name="Field 3 typing 40"/>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44" name="Field 3 typing 41"/>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45" name="Field 3 typing 42"/>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46" name="Field 3 typing 43"/>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47" name="Field 3 typing 44"/>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48" name="Field 3 typing 45"/>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980</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49" name="Field 3 typing 46"/>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9801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50" name="Field 3 typing 47"/>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98015</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51" name="Field 3 typing 48"/>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9801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52" name="Field 3 typing 49"/>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980</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53" name="Field 3 typing 50"/>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54" name="Field 3 typing 51"/>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55" name="Field 3 typing 52"/>
          <p:cNvSpPr txBox="1"/>
          <p:nvPr/>
        </p:nvSpPr>
        <p:spPr>
          <a:xfrm>
            <a:off x="422910" y="250317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90" name="Google Shape;90;p15"/>
          <p:cNvSpPr txBox="1"/>
          <p:nvPr/>
        </p:nvSpPr>
        <p:spPr>
          <a:xfrm>
            <a:off x="320040" y="2807970"/>
            <a:ext cx="8382000" cy="19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b="0">
                <a:solidFill>
                  <a:srgbClr val="5B6575"/>
                </a:solidFill>
                <a:latin typeface="DM Sans"/>
                <a:ea typeface="DM Sans"/>
                <a:cs typeface="DM Sans"/>
                <a:sym typeface="DM Sans"/>
              </a:rPr>
              <a:t>Home address for your school</a:t>
            </a:r>
            <a:endParaRPr sz="825" b="0">
              <a:solidFill>
                <a:srgbClr val="5B6575"/>
              </a:solidFill>
              <a:latin typeface="DM Sans"/>
              <a:ea typeface="DM Sans"/>
              <a:cs typeface="DM Sans"/>
              <a:sym typeface="DM Sans"/>
            </a:endParaRPr>
          </a:p>
        </p:txBody>
      </p:sp>
      <p:sp>
        <p:nvSpPr>
          <p:cNvPr id="91" name="Google Shape;91;p15"/>
          <p:cNvSpPr/>
          <p:nvPr/>
        </p:nvSpPr>
        <p:spPr>
          <a:xfrm>
            <a:off x="411480" y="3051810"/>
            <a:ext cx="8199000" cy="288000"/>
          </a:xfrm>
          <a:prstGeom prst="roundRect">
            <a:avLst>
              <a:gd name="adj" fmla="val 35000"/>
            </a:avLst>
          </a:prstGeom>
          <a:solidFill>
            <a:srgbClr val="FFFFFF"/>
          </a:solidFill>
          <a:ln w="12700">
            <a:solidFill>
              <a:srgbClr val="E5E7EB"/>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 name="Google Shape;92;p15"/>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98105</a:t>
            </a:r>
            <a:endParaRPr sz="975" b="0">
              <a:solidFill>
                <a:srgbClr val="0F1A2A"/>
              </a:solidFill>
              <a:latin typeface="DM Sans"/>
              <a:ea typeface="DM Sans"/>
              <a:cs typeface="DM Sans"/>
              <a:sym typeface="DM Sans"/>
            </a:endParaRPr>
          </a:p>
        </p:txBody>
      </p:sp>
      <p:sp>
        <p:nvSpPr>
          <p:cNvPr id="1156" name="Field 4 typing 1"/>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57" name="Field 4 typing 2"/>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58" name="Field 4 typing 3"/>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59" name="Field 4 typing 4"/>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60" name="Field 4 typing 5"/>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61" name="Field 4 typing 6"/>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62" name="Field 4 typing 7"/>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63" name="Field 4 typing 8"/>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64" name="Field 4 typing 9"/>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65" name="Field 4 typing 10"/>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66" name="Field 4 typing 11"/>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67" name="Field 4 typing 12"/>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68" name="Field 4 typing 13"/>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69" name="Field 4 typing 14"/>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70" name="Field 4 typing 15"/>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71" name="Field 4 typing 16"/>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72" name="Field 4 typing 17"/>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73" name="Field 4 typing 18"/>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74" name="Field 4 typing 19"/>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75" name="Field 4 typing 20"/>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EN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76" name="Field 4 typing 21"/>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77" name="Field 4 typing 22"/>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78" name="Field 4 typing 23"/>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79" name="Field 4 typing 24"/>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80" name="Field 4 typing 25"/>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81" name="Field 4 typing 26"/>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82" name="Field 4 typing 27"/>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83" name="Field 4 typing 28"/>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84" name="Field 4 typing 29"/>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85" name="Field 4 typing 30"/>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86" name="Field 4 typing 31"/>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87" name="Field 4 typing 32"/>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88" name="Field 4 typing 33"/>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89" name="Field 4 typing 34"/>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90" name="Field 4 typing 35"/>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91" name="Field 4 typing 36"/>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92" name="Field 4 typing 37"/>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93" name="Field 4 typing 38"/>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94" name="Field 4 typing 39"/>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95" name="Field 4 typing 40"/>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96" name="Field 4 typing 41"/>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97" name="Field 4 typing 42"/>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98" name="Field 4 typing 43"/>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199" name="Field 4 typing 44"/>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00" name="Field 4 typing 45"/>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01" name="Field 4 typing 46"/>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02" name="Field 4 typing 47"/>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03" name="Field 4 typing 48"/>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04" name="Field 4 typing 49"/>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05" name="Field 4 typing 50"/>
          <p:cNvSpPr txBox="1"/>
          <p:nvPr/>
        </p:nvSpPr>
        <p:spPr>
          <a:xfrm>
            <a:off x="422910" y="305181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93" name="Google Shape;93;p15"/>
          <p:cNvSpPr txBox="1"/>
          <p:nvPr/>
        </p:nvSpPr>
        <p:spPr>
          <a:xfrm>
            <a:off x="320040" y="3356610"/>
            <a:ext cx="8382000" cy="19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b="0">
                <a:solidFill>
                  <a:srgbClr val="5B6575"/>
                </a:solidFill>
                <a:latin typeface="DM Sans"/>
                <a:ea typeface="DM Sans"/>
                <a:cs typeface="DM Sans"/>
                <a:sym typeface="DM Sans"/>
              </a:rPr>
              <a:t>Home address for an airline</a:t>
            </a:r>
            <a:endParaRPr sz="825" b="0">
              <a:solidFill>
                <a:srgbClr val="5B6575"/>
              </a:solidFill>
              <a:latin typeface="DM Sans"/>
              <a:ea typeface="DM Sans"/>
              <a:cs typeface="DM Sans"/>
              <a:sym typeface="DM Sans"/>
            </a:endParaRPr>
          </a:p>
        </p:txBody>
      </p:sp>
      <p:sp>
        <p:nvSpPr>
          <p:cNvPr id="94" name="Google Shape;94;p15"/>
          <p:cNvSpPr/>
          <p:nvPr/>
        </p:nvSpPr>
        <p:spPr>
          <a:xfrm>
            <a:off x="411480" y="3600450"/>
            <a:ext cx="8199000" cy="288000"/>
          </a:xfrm>
          <a:prstGeom prst="roundRect">
            <a:avLst>
              <a:gd name="adj" fmla="val 35000"/>
            </a:avLst>
          </a:prstGeom>
          <a:solidFill>
            <a:srgbClr val="FFFFFF"/>
          </a:solidFill>
          <a:ln w="12700">
            <a:solidFill>
              <a:srgbClr val="E5E7EB"/>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5"/>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98105</a:t>
            </a:r>
            <a:endParaRPr sz="975" b="0">
              <a:solidFill>
                <a:srgbClr val="0F1A2A"/>
              </a:solidFill>
              <a:latin typeface="DM Sans"/>
              <a:ea typeface="DM Sans"/>
              <a:cs typeface="DM Sans"/>
              <a:sym typeface="DM Sans"/>
            </a:endParaRPr>
          </a:p>
        </p:txBody>
      </p:sp>
      <p:sp>
        <p:nvSpPr>
          <p:cNvPr id="1206" name="Field 5 typing 1"/>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07" name="Field 5 typing 2"/>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08" name="Field 5 typing 3"/>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09" name="Field 5 typing 4"/>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10" name="Field 5 typing 5"/>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11" name="Field 5 typing 6"/>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12" name="Field 5 typing 7"/>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13" name="Field 5 typing 8"/>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14" name="Field 5 typing 9"/>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15" name="Field 5 typing 10"/>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16" name="Field 5 typing 11"/>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17" name="Field 5 typing 12"/>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18" name="Field 5 typing 13"/>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19" name="Field 5 typing 14"/>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20" name="Field 5 typing 15"/>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21" name="Field 5 typing 16"/>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22" name="Field 5 typing 17"/>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23" name="Field 5 typing 18"/>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24" name="Field 5 typing 19"/>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25" name="Field 5 typing 20"/>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26" name="Field 5 typing 21"/>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27" name="Field 5 typing 22"/>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28" name="Field 5 typing 23"/>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29" name="Field 5 typing 24"/>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30" name="Field 5 typing 25"/>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31" name="Field 5 typing 26"/>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32" name="Field 5 typing 27"/>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33" name="Field 5 typing 28"/>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B3</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34" name="Field 5 typing 29"/>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35" name="Field 5 typing 30"/>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36" name="Field 5 typing 31"/>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37" name="Field 5 typing 32"/>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38" name="Field 5 typing 33"/>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39" name="Field 5 typing 34"/>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40" name="Field 5 typing 35"/>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41" name="Field 5 typing 36"/>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42" name="Field 5 typing 37"/>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43" name="Field 5 typing 38"/>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44" name="Field 5 typing 39"/>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45" name="Field 5 typing 40"/>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46" name="Field 5 typing 41"/>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47" name="Field 5 typing 42"/>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48" name="Field 5 typing 43"/>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49" name="Field 5 typing 44"/>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50" name="Field 5 typing 45"/>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AW</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51" name="Field 5 typing 46"/>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52" name="Field 5 typing 47"/>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53" name="Field 5 typing 48"/>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54" name="Field 5 typing 49"/>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55" name="Field 5 typing 50"/>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56" name="Field 5 typing 51"/>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57" name="Field 5 typing 52"/>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58" name="Field 5 typing 53"/>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59" name="Field 5 typing 54"/>
          <p:cNvSpPr txBox="1"/>
          <p:nvPr/>
        </p:nvSpPr>
        <p:spPr>
          <a:xfrm>
            <a:off x="422910" y="360045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96" name="Google Shape;96;p15"/>
          <p:cNvSpPr txBox="1"/>
          <p:nvPr/>
        </p:nvSpPr>
        <p:spPr>
          <a:xfrm>
            <a:off x="320040" y="3905250"/>
            <a:ext cx="8382000" cy="19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b="0">
                <a:solidFill>
                  <a:srgbClr val="5B6575"/>
                </a:solidFill>
                <a:latin typeface="DM Sans"/>
                <a:ea typeface="DM Sans"/>
                <a:cs typeface="DM Sans"/>
                <a:sym typeface="DM Sans"/>
              </a:rPr>
              <a:t>Home address for the DMV</a:t>
            </a:r>
            <a:endParaRPr sz="825" b="0">
              <a:solidFill>
                <a:srgbClr val="5B6575"/>
              </a:solidFill>
              <a:latin typeface="DM Sans"/>
              <a:ea typeface="DM Sans"/>
              <a:cs typeface="DM Sans"/>
              <a:sym typeface="DM Sans"/>
            </a:endParaRPr>
          </a:p>
        </p:txBody>
      </p:sp>
      <p:sp>
        <p:nvSpPr>
          <p:cNvPr id="97" name="Google Shape;97;p15"/>
          <p:cNvSpPr/>
          <p:nvPr/>
        </p:nvSpPr>
        <p:spPr>
          <a:xfrm>
            <a:off x="411480" y="4149090"/>
            <a:ext cx="8199000" cy="288000"/>
          </a:xfrm>
          <a:prstGeom prst="roundRect">
            <a:avLst>
              <a:gd name="adj" fmla="val 35000"/>
            </a:avLst>
          </a:prstGeom>
          <a:solidFill>
            <a:srgbClr val="FFFFFF"/>
          </a:solidFill>
          <a:ln w="12700">
            <a:solidFill>
              <a:srgbClr val="E5E7EB"/>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 name="Google Shape;98;p15"/>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98105</a:t>
            </a:r>
            <a:endParaRPr sz="975" b="0">
              <a:solidFill>
                <a:srgbClr val="0F1A2A"/>
              </a:solidFill>
              <a:latin typeface="DM Sans"/>
              <a:ea typeface="DM Sans"/>
              <a:cs typeface="DM Sans"/>
              <a:sym typeface="DM Sans"/>
            </a:endParaRPr>
          </a:p>
        </p:txBody>
      </p:sp>
      <p:sp>
        <p:nvSpPr>
          <p:cNvPr id="1260" name="Field 6 typing 1"/>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61" name="Field 6 typing 2"/>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62" name="Field 6 typing 3"/>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63" name="Field 6 typing 4"/>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64" name="Field 6 typing 5"/>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65" name="Field 6 typing 6"/>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66" name="Field 6 typing 7"/>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67" name="Field 6 typing 8"/>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68" name="Field 6 typing 9"/>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69" name="Field 6 typing 10"/>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70" name="Field 6 typing 11"/>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71" name="Field 6 typing 12"/>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72" name="Field 6 typing 13"/>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73" name="Field 6 typing 14"/>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74" name="Field 6 typing 15"/>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75" name="Field 6 typing 16"/>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76" name="Field 6 typing 17"/>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77" name="Field 6 typing 18"/>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78" name="Field 6 typing 19"/>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79" name="Field 6 typing 20"/>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80" name="Field 6 typing 21"/>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81" name="Field 6 typing 22"/>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82" name="Field 6 typing 23"/>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83" name="Field 6 typing 24"/>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84" name="Field 6 typing 25"/>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85" name="Field 6 typing 26"/>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86" name="Field 6 typing 27"/>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87" name="Field 6 typing 28"/>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88" name="Field 6 typing 29"/>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89" name="Field 6 typing 30"/>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90" name="Field 6 typing 31"/>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91" name="Field 6 typing 32"/>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92" name="Field 6 typing 33"/>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93" name="Field 6 typing 34"/>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94" name="Field 6 typing 35"/>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95" name="Field 6 typing 36"/>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96" name="Field 6 typing 37"/>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97" name="Field 6 typing 38"/>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98" name="Field 6 typing 39"/>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299" name="Field 6 typing 40"/>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300" name="Field 6 typing 41"/>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301" name="Field 6 typing 42"/>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302" name="Field 6 typing 43"/>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303" name="Field 6 typing 44"/>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304" name="Field 6 typing 45"/>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305" name="Field 6 typing 46"/>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306" name="Field 6 typing 47"/>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307" name="Field 6 typing 48"/>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308" name="Field 6 typing 49"/>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
        <p:nvSpPr>
          <p:cNvPr id="1309" name="Field 6 typing 50"/>
          <p:cNvSpPr txBox="1"/>
          <p:nvPr/>
        </p:nvSpPr>
        <p:spPr>
          <a:xfrm>
            <a:off x="422910" y="4149090"/>
            <a:ext cx="8176200" cy="28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75" b="0">
                <a:solidFill>
                  <a:srgbClr val="0F1A2A"/>
                </a:solidFill>
                <a:latin typeface="DM Sans"/>
                <a:ea typeface="DM Sans"/>
                <a:cs typeface="DM Sans"/>
                <a:sym typeface="DM Sans"/>
              </a:rPr>
              <a:t>4521 Brooklyn Ave NE, Apt 3B, Seattle, WA 9810</a:t>
            </a:r>
            <a:r>
              <a:rPr lang="en" sz="975" b="0">
                <a:solidFill>
                  <a:srgbClr val="0FA968"/>
                </a:solidFill>
                <a:latin typeface="DM Sans"/>
                <a:ea typeface="DM Sans"/>
                <a:cs typeface="DM Sans"/>
                <a:sym typeface="DM Sans"/>
              </a:rPr>
              <a:t>|</a:t>
            </a:r>
            <a:endParaRPr sz="975" b="0">
              <a:solidFill>
                <a:srgbClr val="0F1A2A"/>
              </a:solidFill>
              <a:latin typeface="DM Sans"/>
              <a:ea typeface="DM Sans"/>
              <a:cs typeface="DM Sans"/>
              <a:sym typeface="DM Sans"/>
            </a:endParaRPr>
          </a:p>
        </p:txBody>
      </p:sp>
    </p:spTree>
    <p:extLst>
      <p:ext uri="{BB962C8B-B14F-4D97-AF65-F5344CB8AC3E}">
        <p14:creationId xmlns:p14="http://schemas.microsoft.com/office/powerpoint/2010/main" val="39142647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400"/>
                                  </p:stCondLst>
                                  <p:childTnLst>
                                    <p:set>
                                      <p:cBhvr>
                                        <p:cTn id="6" dur="1" fill="hold">
                                          <p:stCondLst>
                                            <p:cond delay="0"/>
                                          </p:stCondLst>
                                        </p:cTn>
                                        <p:tgtEl>
                                          <p:spTgt spid="1000"/>
                                        </p:tgtEl>
                                        <p:attrNameLst>
                                          <p:attrName>style.visibility</p:attrName>
                                        </p:attrNameLst>
                                      </p:cBhvr>
                                      <p:to>
                                        <p:strVal val="visible"/>
                                      </p:to>
                                    </p:set>
                                  </p:childTnLst>
                                </p:cTn>
                              </p:par>
                              <p:par>
                                <p:cTn id="7" presetID="1" presetClass="exit" presetSubtype="0" fill="hold" grpId="1" nodeType="withEffect">
                                  <p:stCondLst>
                                    <p:cond delay="453"/>
                                  </p:stCondLst>
                                  <p:childTnLst>
                                    <p:set>
                                      <p:cBhvr>
                                        <p:cTn id="8" dur="1" fill="hold">
                                          <p:stCondLst>
                                            <p:cond delay="0"/>
                                          </p:stCondLst>
                                        </p:cTn>
                                        <p:tgtEl>
                                          <p:spTgt spid="1000"/>
                                        </p:tgtEl>
                                        <p:attrNameLst>
                                          <p:attrName>style.visibility</p:attrName>
                                        </p:attrNameLst>
                                      </p:cBhvr>
                                      <p:to>
                                        <p:strVal val="hidden"/>
                                      </p:to>
                                    </p:set>
                                  </p:childTnLst>
                                </p:cTn>
                              </p:par>
                              <p:par>
                                <p:cTn id="9" presetID="1" presetClass="entr" presetSubtype="0" fill="hold" grpId="0" nodeType="withEffect">
                                  <p:stCondLst>
                                    <p:cond delay="453"/>
                                  </p:stCondLst>
                                  <p:childTnLst>
                                    <p:set>
                                      <p:cBhvr>
                                        <p:cTn id="10" dur="1" fill="hold">
                                          <p:stCondLst>
                                            <p:cond delay="0"/>
                                          </p:stCondLst>
                                        </p:cTn>
                                        <p:tgtEl>
                                          <p:spTgt spid="1001"/>
                                        </p:tgtEl>
                                        <p:attrNameLst>
                                          <p:attrName>style.visibility</p:attrName>
                                        </p:attrNameLst>
                                      </p:cBhvr>
                                      <p:to>
                                        <p:strVal val="visible"/>
                                      </p:to>
                                    </p:set>
                                  </p:childTnLst>
                                </p:cTn>
                              </p:par>
                              <p:par>
                                <p:cTn id="11" presetID="1" presetClass="exit" presetSubtype="0" fill="hold" grpId="1" nodeType="withEffect">
                                  <p:stCondLst>
                                    <p:cond delay="520"/>
                                  </p:stCondLst>
                                  <p:childTnLst>
                                    <p:set>
                                      <p:cBhvr>
                                        <p:cTn id="12" dur="1" fill="hold">
                                          <p:stCondLst>
                                            <p:cond delay="0"/>
                                          </p:stCondLst>
                                        </p:cTn>
                                        <p:tgtEl>
                                          <p:spTgt spid="1001"/>
                                        </p:tgtEl>
                                        <p:attrNameLst>
                                          <p:attrName>style.visibility</p:attrName>
                                        </p:attrNameLst>
                                      </p:cBhvr>
                                      <p:to>
                                        <p:strVal val="hidden"/>
                                      </p:to>
                                    </p:set>
                                  </p:childTnLst>
                                </p:cTn>
                              </p:par>
                              <p:par>
                                <p:cTn id="13" presetID="1" presetClass="entr" presetSubtype="0" fill="hold" grpId="0" nodeType="withEffect">
                                  <p:stCondLst>
                                    <p:cond delay="520"/>
                                  </p:stCondLst>
                                  <p:childTnLst>
                                    <p:set>
                                      <p:cBhvr>
                                        <p:cTn id="14" dur="1" fill="hold">
                                          <p:stCondLst>
                                            <p:cond delay="0"/>
                                          </p:stCondLst>
                                        </p:cTn>
                                        <p:tgtEl>
                                          <p:spTgt spid="1002"/>
                                        </p:tgtEl>
                                        <p:attrNameLst>
                                          <p:attrName>style.visibility</p:attrName>
                                        </p:attrNameLst>
                                      </p:cBhvr>
                                      <p:to>
                                        <p:strVal val="visible"/>
                                      </p:to>
                                    </p:set>
                                  </p:childTnLst>
                                </p:cTn>
                              </p:par>
                              <p:par>
                                <p:cTn id="15" presetID="1" presetClass="exit" presetSubtype="0" fill="hold" grpId="1" nodeType="withEffect">
                                  <p:stCondLst>
                                    <p:cond delay="603"/>
                                  </p:stCondLst>
                                  <p:childTnLst>
                                    <p:set>
                                      <p:cBhvr>
                                        <p:cTn id="16" dur="1" fill="hold">
                                          <p:stCondLst>
                                            <p:cond delay="0"/>
                                          </p:stCondLst>
                                        </p:cTn>
                                        <p:tgtEl>
                                          <p:spTgt spid="1002"/>
                                        </p:tgtEl>
                                        <p:attrNameLst>
                                          <p:attrName>style.visibility</p:attrName>
                                        </p:attrNameLst>
                                      </p:cBhvr>
                                      <p:to>
                                        <p:strVal val="hidden"/>
                                      </p:to>
                                    </p:set>
                                  </p:childTnLst>
                                </p:cTn>
                              </p:par>
                              <p:par>
                                <p:cTn id="17" presetID="1" presetClass="entr" presetSubtype="0" fill="hold" grpId="0" nodeType="withEffect">
                                  <p:stCondLst>
                                    <p:cond delay="603"/>
                                  </p:stCondLst>
                                  <p:childTnLst>
                                    <p:set>
                                      <p:cBhvr>
                                        <p:cTn id="18" dur="1" fill="hold">
                                          <p:stCondLst>
                                            <p:cond delay="0"/>
                                          </p:stCondLst>
                                        </p:cTn>
                                        <p:tgtEl>
                                          <p:spTgt spid="1003"/>
                                        </p:tgtEl>
                                        <p:attrNameLst>
                                          <p:attrName>style.visibility</p:attrName>
                                        </p:attrNameLst>
                                      </p:cBhvr>
                                      <p:to>
                                        <p:strVal val="visible"/>
                                      </p:to>
                                    </p:set>
                                  </p:childTnLst>
                                </p:cTn>
                              </p:par>
                              <p:par>
                                <p:cTn id="19" presetID="1" presetClass="exit" presetSubtype="0" fill="hold" grpId="1" nodeType="withEffect">
                                  <p:stCondLst>
                                    <p:cond delay="888"/>
                                  </p:stCondLst>
                                  <p:childTnLst>
                                    <p:set>
                                      <p:cBhvr>
                                        <p:cTn id="20" dur="1" fill="hold">
                                          <p:stCondLst>
                                            <p:cond delay="0"/>
                                          </p:stCondLst>
                                        </p:cTn>
                                        <p:tgtEl>
                                          <p:spTgt spid="1003"/>
                                        </p:tgtEl>
                                        <p:attrNameLst>
                                          <p:attrName>style.visibility</p:attrName>
                                        </p:attrNameLst>
                                      </p:cBhvr>
                                      <p:to>
                                        <p:strVal val="hidden"/>
                                      </p:to>
                                    </p:set>
                                  </p:childTnLst>
                                </p:cTn>
                              </p:par>
                              <p:par>
                                <p:cTn id="21" presetID="1" presetClass="entr" presetSubtype="0" fill="hold" grpId="0" nodeType="withEffect">
                                  <p:stCondLst>
                                    <p:cond delay="888"/>
                                  </p:stCondLst>
                                  <p:childTnLst>
                                    <p:set>
                                      <p:cBhvr>
                                        <p:cTn id="22" dur="1" fill="hold">
                                          <p:stCondLst>
                                            <p:cond delay="0"/>
                                          </p:stCondLst>
                                        </p:cTn>
                                        <p:tgtEl>
                                          <p:spTgt spid="1004"/>
                                        </p:tgtEl>
                                        <p:attrNameLst>
                                          <p:attrName>style.visibility</p:attrName>
                                        </p:attrNameLst>
                                      </p:cBhvr>
                                      <p:to>
                                        <p:strVal val="visible"/>
                                      </p:to>
                                    </p:set>
                                  </p:childTnLst>
                                </p:cTn>
                              </p:par>
                              <p:par>
                                <p:cTn id="23" presetID="1" presetClass="exit" presetSubtype="0" fill="hold" grpId="1" nodeType="withEffect">
                                  <p:stCondLst>
                                    <p:cond delay="933"/>
                                  </p:stCondLst>
                                  <p:childTnLst>
                                    <p:set>
                                      <p:cBhvr>
                                        <p:cTn id="24" dur="1" fill="hold">
                                          <p:stCondLst>
                                            <p:cond delay="0"/>
                                          </p:stCondLst>
                                        </p:cTn>
                                        <p:tgtEl>
                                          <p:spTgt spid="1004"/>
                                        </p:tgtEl>
                                        <p:attrNameLst>
                                          <p:attrName>style.visibility</p:attrName>
                                        </p:attrNameLst>
                                      </p:cBhvr>
                                      <p:to>
                                        <p:strVal val="hidden"/>
                                      </p:to>
                                    </p:set>
                                  </p:childTnLst>
                                </p:cTn>
                              </p:par>
                              <p:par>
                                <p:cTn id="25" presetID="1" presetClass="entr" presetSubtype="0" fill="hold" grpId="0" nodeType="withEffect">
                                  <p:stCondLst>
                                    <p:cond delay="933"/>
                                  </p:stCondLst>
                                  <p:childTnLst>
                                    <p:set>
                                      <p:cBhvr>
                                        <p:cTn id="26" dur="1" fill="hold">
                                          <p:stCondLst>
                                            <p:cond delay="0"/>
                                          </p:stCondLst>
                                        </p:cTn>
                                        <p:tgtEl>
                                          <p:spTgt spid="1005"/>
                                        </p:tgtEl>
                                        <p:attrNameLst>
                                          <p:attrName>style.visibility</p:attrName>
                                        </p:attrNameLst>
                                      </p:cBhvr>
                                      <p:to>
                                        <p:strVal val="visible"/>
                                      </p:to>
                                    </p:set>
                                  </p:childTnLst>
                                </p:cTn>
                              </p:par>
                              <p:par>
                                <p:cTn id="27" presetID="1" presetClass="exit" presetSubtype="0" fill="hold" grpId="1" nodeType="withEffect">
                                  <p:stCondLst>
                                    <p:cond delay="978"/>
                                  </p:stCondLst>
                                  <p:childTnLst>
                                    <p:set>
                                      <p:cBhvr>
                                        <p:cTn id="28" dur="1" fill="hold">
                                          <p:stCondLst>
                                            <p:cond delay="0"/>
                                          </p:stCondLst>
                                        </p:cTn>
                                        <p:tgtEl>
                                          <p:spTgt spid="1005"/>
                                        </p:tgtEl>
                                        <p:attrNameLst>
                                          <p:attrName>style.visibility</p:attrName>
                                        </p:attrNameLst>
                                      </p:cBhvr>
                                      <p:to>
                                        <p:strVal val="hidden"/>
                                      </p:to>
                                    </p:set>
                                  </p:childTnLst>
                                </p:cTn>
                              </p:par>
                              <p:par>
                                <p:cTn id="29" presetID="1" presetClass="entr" presetSubtype="0" fill="hold" grpId="0" nodeType="withEffect">
                                  <p:stCondLst>
                                    <p:cond delay="978"/>
                                  </p:stCondLst>
                                  <p:childTnLst>
                                    <p:set>
                                      <p:cBhvr>
                                        <p:cTn id="30" dur="1" fill="hold">
                                          <p:stCondLst>
                                            <p:cond delay="0"/>
                                          </p:stCondLst>
                                        </p:cTn>
                                        <p:tgtEl>
                                          <p:spTgt spid="1006"/>
                                        </p:tgtEl>
                                        <p:attrNameLst>
                                          <p:attrName>style.visibility</p:attrName>
                                        </p:attrNameLst>
                                      </p:cBhvr>
                                      <p:to>
                                        <p:strVal val="visible"/>
                                      </p:to>
                                    </p:set>
                                  </p:childTnLst>
                                </p:cTn>
                              </p:par>
                              <p:par>
                                <p:cTn id="31" presetID="1" presetClass="exit" presetSubtype="0" fill="hold" grpId="1" nodeType="withEffect">
                                  <p:stCondLst>
                                    <p:cond delay="1045"/>
                                  </p:stCondLst>
                                  <p:childTnLst>
                                    <p:set>
                                      <p:cBhvr>
                                        <p:cTn id="32" dur="1" fill="hold">
                                          <p:stCondLst>
                                            <p:cond delay="0"/>
                                          </p:stCondLst>
                                        </p:cTn>
                                        <p:tgtEl>
                                          <p:spTgt spid="1006"/>
                                        </p:tgtEl>
                                        <p:attrNameLst>
                                          <p:attrName>style.visibility</p:attrName>
                                        </p:attrNameLst>
                                      </p:cBhvr>
                                      <p:to>
                                        <p:strVal val="hidden"/>
                                      </p:to>
                                    </p:set>
                                  </p:childTnLst>
                                </p:cTn>
                              </p:par>
                              <p:par>
                                <p:cTn id="33" presetID="1" presetClass="entr" presetSubtype="0" fill="hold" grpId="0" nodeType="withEffect">
                                  <p:stCondLst>
                                    <p:cond delay="1045"/>
                                  </p:stCondLst>
                                  <p:childTnLst>
                                    <p:set>
                                      <p:cBhvr>
                                        <p:cTn id="34" dur="1" fill="hold">
                                          <p:stCondLst>
                                            <p:cond delay="0"/>
                                          </p:stCondLst>
                                        </p:cTn>
                                        <p:tgtEl>
                                          <p:spTgt spid="1007"/>
                                        </p:tgtEl>
                                        <p:attrNameLst>
                                          <p:attrName>style.visibility</p:attrName>
                                        </p:attrNameLst>
                                      </p:cBhvr>
                                      <p:to>
                                        <p:strVal val="visible"/>
                                      </p:to>
                                    </p:set>
                                  </p:childTnLst>
                                </p:cTn>
                              </p:par>
                              <p:par>
                                <p:cTn id="35" presetID="1" presetClass="exit" presetSubtype="0" fill="hold" grpId="1" nodeType="withEffect">
                                  <p:stCondLst>
                                    <p:cond delay="1128"/>
                                  </p:stCondLst>
                                  <p:childTnLst>
                                    <p:set>
                                      <p:cBhvr>
                                        <p:cTn id="36" dur="1" fill="hold">
                                          <p:stCondLst>
                                            <p:cond delay="0"/>
                                          </p:stCondLst>
                                        </p:cTn>
                                        <p:tgtEl>
                                          <p:spTgt spid="1007"/>
                                        </p:tgtEl>
                                        <p:attrNameLst>
                                          <p:attrName>style.visibility</p:attrName>
                                        </p:attrNameLst>
                                      </p:cBhvr>
                                      <p:to>
                                        <p:strVal val="hidden"/>
                                      </p:to>
                                    </p:set>
                                  </p:childTnLst>
                                </p:cTn>
                              </p:par>
                              <p:par>
                                <p:cTn id="37" presetID="1" presetClass="entr" presetSubtype="0" fill="hold" grpId="0" nodeType="withEffect">
                                  <p:stCondLst>
                                    <p:cond delay="1128"/>
                                  </p:stCondLst>
                                  <p:childTnLst>
                                    <p:set>
                                      <p:cBhvr>
                                        <p:cTn id="38" dur="1" fill="hold">
                                          <p:stCondLst>
                                            <p:cond delay="0"/>
                                          </p:stCondLst>
                                        </p:cTn>
                                        <p:tgtEl>
                                          <p:spTgt spid="1008"/>
                                        </p:tgtEl>
                                        <p:attrNameLst>
                                          <p:attrName>style.visibility</p:attrName>
                                        </p:attrNameLst>
                                      </p:cBhvr>
                                      <p:to>
                                        <p:strVal val="visible"/>
                                      </p:to>
                                    </p:set>
                                  </p:childTnLst>
                                </p:cTn>
                              </p:par>
                              <p:par>
                                <p:cTn id="39" presetID="1" presetClass="exit" presetSubtype="0" fill="hold" grpId="1" nodeType="withEffect">
                                  <p:stCondLst>
                                    <p:cond delay="1199"/>
                                  </p:stCondLst>
                                  <p:childTnLst>
                                    <p:set>
                                      <p:cBhvr>
                                        <p:cTn id="40" dur="1" fill="hold">
                                          <p:stCondLst>
                                            <p:cond delay="0"/>
                                          </p:stCondLst>
                                        </p:cTn>
                                        <p:tgtEl>
                                          <p:spTgt spid="1008"/>
                                        </p:tgtEl>
                                        <p:attrNameLst>
                                          <p:attrName>style.visibility</p:attrName>
                                        </p:attrNameLst>
                                      </p:cBhvr>
                                      <p:to>
                                        <p:strVal val="hidden"/>
                                      </p:to>
                                    </p:set>
                                  </p:childTnLst>
                                </p:cTn>
                              </p:par>
                              <p:par>
                                <p:cTn id="41" presetID="1" presetClass="entr" presetSubtype="0" fill="hold" grpId="0" nodeType="withEffect">
                                  <p:stCondLst>
                                    <p:cond delay="1199"/>
                                  </p:stCondLst>
                                  <p:childTnLst>
                                    <p:set>
                                      <p:cBhvr>
                                        <p:cTn id="42" dur="1" fill="hold">
                                          <p:stCondLst>
                                            <p:cond delay="0"/>
                                          </p:stCondLst>
                                        </p:cTn>
                                        <p:tgtEl>
                                          <p:spTgt spid="1009"/>
                                        </p:tgtEl>
                                        <p:attrNameLst>
                                          <p:attrName>style.visibility</p:attrName>
                                        </p:attrNameLst>
                                      </p:cBhvr>
                                      <p:to>
                                        <p:strVal val="visible"/>
                                      </p:to>
                                    </p:set>
                                  </p:childTnLst>
                                </p:cTn>
                              </p:par>
                              <p:par>
                                <p:cTn id="43" presetID="1" presetClass="exit" presetSubtype="0" fill="hold" grpId="1" nodeType="withEffect">
                                  <p:stCondLst>
                                    <p:cond delay="1274"/>
                                  </p:stCondLst>
                                  <p:childTnLst>
                                    <p:set>
                                      <p:cBhvr>
                                        <p:cTn id="44" dur="1" fill="hold">
                                          <p:stCondLst>
                                            <p:cond delay="0"/>
                                          </p:stCondLst>
                                        </p:cTn>
                                        <p:tgtEl>
                                          <p:spTgt spid="1009"/>
                                        </p:tgtEl>
                                        <p:attrNameLst>
                                          <p:attrName>style.visibility</p:attrName>
                                        </p:attrNameLst>
                                      </p:cBhvr>
                                      <p:to>
                                        <p:strVal val="hidden"/>
                                      </p:to>
                                    </p:set>
                                  </p:childTnLst>
                                </p:cTn>
                              </p:par>
                              <p:par>
                                <p:cTn id="45" presetID="1" presetClass="entr" presetSubtype="0" fill="hold" grpId="0" nodeType="withEffect">
                                  <p:stCondLst>
                                    <p:cond delay="1274"/>
                                  </p:stCondLst>
                                  <p:childTnLst>
                                    <p:set>
                                      <p:cBhvr>
                                        <p:cTn id="46" dur="1" fill="hold">
                                          <p:stCondLst>
                                            <p:cond delay="0"/>
                                          </p:stCondLst>
                                        </p:cTn>
                                        <p:tgtEl>
                                          <p:spTgt spid="1010"/>
                                        </p:tgtEl>
                                        <p:attrNameLst>
                                          <p:attrName>style.visibility</p:attrName>
                                        </p:attrNameLst>
                                      </p:cBhvr>
                                      <p:to>
                                        <p:strVal val="visible"/>
                                      </p:to>
                                    </p:set>
                                  </p:childTnLst>
                                </p:cTn>
                              </p:par>
                              <p:par>
                                <p:cTn id="47" presetID="1" presetClass="exit" presetSubtype="0" fill="hold" grpId="1" nodeType="withEffect">
                                  <p:stCondLst>
                                    <p:cond delay="1326"/>
                                  </p:stCondLst>
                                  <p:childTnLst>
                                    <p:set>
                                      <p:cBhvr>
                                        <p:cTn id="48" dur="1" fill="hold">
                                          <p:stCondLst>
                                            <p:cond delay="0"/>
                                          </p:stCondLst>
                                        </p:cTn>
                                        <p:tgtEl>
                                          <p:spTgt spid="1010"/>
                                        </p:tgtEl>
                                        <p:attrNameLst>
                                          <p:attrName>style.visibility</p:attrName>
                                        </p:attrNameLst>
                                      </p:cBhvr>
                                      <p:to>
                                        <p:strVal val="hidden"/>
                                      </p:to>
                                    </p:set>
                                  </p:childTnLst>
                                </p:cTn>
                              </p:par>
                              <p:par>
                                <p:cTn id="49" presetID="1" presetClass="entr" presetSubtype="0" fill="hold" grpId="0" nodeType="withEffect">
                                  <p:stCondLst>
                                    <p:cond delay="1326"/>
                                  </p:stCondLst>
                                  <p:childTnLst>
                                    <p:set>
                                      <p:cBhvr>
                                        <p:cTn id="50" dur="1" fill="hold">
                                          <p:stCondLst>
                                            <p:cond delay="0"/>
                                          </p:stCondLst>
                                        </p:cTn>
                                        <p:tgtEl>
                                          <p:spTgt spid="1011"/>
                                        </p:tgtEl>
                                        <p:attrNameLst>
                                          <p:attrName>style.visibility</p:attrName>
                                        </p:attrNameLst>
                                      </p:cBhvr>
                                      <p:to>
                                        <p:strVal val="visible"/>
                                      </p:to>
                                    </p:set>
                                  </p:childTnLst>
                                </p:cTn>
                              </p:par>
                              <p:par>
                                <p:cTn id="51" presetID="1" presetClass="exit" presetSubtype="0" fill="hold" grpId="1" nodeType="withEffect">
                                  <p:stCondLst>
                                    <p:cond delay="1394"/>
                                  </p:stCondLst>
                                  <p:childTnLst>
                                    <p:set>
                                      <p:cBhvr>
                                        <p:cTn id="52" dur="1" fill="hold">
                                          <p:stCondLst>
                                            <p:cond delay="0"/>
                                          </p:stCondLst>
                                        </p:cTn>
                                        <p:tgtEl>
                                          <p:spTgt spid="1011"/>
                                        </p:tgtEl>
                                        <p:attrNameLst>
                                          <p:attrName>style.visibility</p:attrName>
                                        </p:attrNameLst>
                                      </p:cBhvr>
                                      <p:to>
                                        <p:strVal val="hidden"/>
                                      </p:to>
                                    </p:set>
                                  </p:childTnLst>
                                </p:cTn>
                              </p:par>
                              <p:par>
                                <p:cTn id="53" presetID="1" presetClass="entr" presetSubtype="0" fill="hold" grpId="0" nodeType="withEffect">
                                  <p:stCondLst>
                                    <p:cond delay="1394"/>
                                  </p:stCondLst>
                                  <p:childTnLst>
                                    <p:set>
                                      <p:cBhvr>
                                        <p:cTn id="54" dur="1" fill="hold">
                                          <p:stCondLst>
                                            <p:cond delay="0"/>
                                          </p:stCondLst>
                                        </p:cTn>
                                        <p:tgtEl>
                                          <p:spTgt spid="1012"/>
                                        </p:tgtEl>
                                        <p:attrNameLst>
                                          <p:attrName>style.visibility</p:attrName>
                                        </p:attrNameLst>
                                      </p:cBhvr>
                                      <p:to>
                                        <p:strVal val="visible"/>
                                      </p:to>
                                    </p:set>
                                  </p:childTnLst>
                                </p:cTn>
                              </p:par>
                              <p:par>
                                <p:cTn id="55" presetID="1" presetClass="exit" presetSubtype="0" fill="hold" grpId="1" nodeType="withEffect">
                                  <p:stCondLst>
                                    <p:cond delay="1476"/>
                                  </p:stCondLst>
                                  <p:childTnLst>
                                    <p:set>
                                      <p:cBhvr>
                                        <p:cTn id="56" dur="1" fill="hold">
                                          <p:stCondLst>
                                            <p:cond delay="0"/>
                                          </p:stCondLst>
                                        </p:cTn>
                                        <p:tgtEl>
                                          <p:spTgt spid="1012"/>
                                        </p:tgtEl>
                                        <p:attrNameLst>
                                          <p:attrName>style.visibility</p:attrName>
                                        </p:attrNameLst>
                                      </p:cBhvr>
                                      <p:to>
                                        <p:strVal val="hidden"/>
                                      </p:to>
                                    </p:set>
                                  </p:childTnLst>
                                </p:cTn>
                              </p:par>
                              <p:par>
                                <p:cTn id="57" presetID="1" presetClass="entr" presetSubtype="0" fill="hold" grpId="0" nodeType="withEffect">
                                  <p:stCondLst>
                                    <p:cond delay="1476"/>
                                  </p:stCondLst>
                                  <p:childTnLst>
                                    <p:set>
                                      <p:cBhvr>
                                        <p:cTn id="58" dur="1" fill="hold">
                                          <p:stCondLst>
                                            <p:cond delay="0"/>
                                          </p:stCondLst>
                                        </p:cTn>
                                        <p:tgtEl>
                                          <p:spTgt spid="1013"/>
                                        </p:tgtEl>
                                        <p:attrNameLst>
                                          <p:attrName>style.visibility</p:attrName>
                                        </p:attrNameLst>
                                      </p:cBhvr>
                                      <p:to>
                                        <p:strVal val="visible"/>
                                      </p:to>
                                    </p:set>
                                  </p:childTnLst>
                                </p:cTn>
                              </p:par>
                              <p:par>
                                <p:cTn id="59" presetID="1" presetClass="exit" presetSubtype="0" fill="hold" grpId="1" nodeType="withEffect">
                                  <p:stCondLst>
                                    <p:cond delay="1536"/>
                                  </p:stCondLst>
                                  <p:childTnLst>
                                    <p:set>
                                      <p:cBhvr>
                                        <p:cTn id="60" dur="1" fill="hold">
                                          <p:stCondLst>
                                            <p:cond delay="0"/>
                                          </p:stCondLst>
                                        </p:cTn>
                                        <p:tgtEl>
                                          <p:spTgt spid="1013"/>
                                        </p:tgtEl>
                                        <p:attrNameLst>
                                          <p:attrName>style.visibility</p:attrName>
                                        </p:attrNameLst>
                                      </p:cBhvr>
                                      <p:to>
                                        <p:strVal val="hidden"/>
                                      </p:to>
                                    </p:set>
                                  </p:childTnLst>
                                </p:cTn>
                              </p:par>
                              <p:par>
                                <p:cTn id="61" presetID="1" presetClass="entr" presetSubtype="0" fill="hold" grpId="0" nodeType="withEffect">
                                  <p:stCondLst>
                                    <p:cond delay="1536"/>
                                  </p:stCondLst>
                                  <p:childTnLst>
                                    <p:set>
                                      <p:cBhvr>
                                        <p:cTn id="62" dur="1" fill="hold">
                                          <p:stCondLst>
                                            <p:cond delay="0"/>
                                          </p:stCondLst>
                                        </p:cTn>
                                        <p:tgtEl>
                                          <p:spTgt spid="1014"/>
                                        </p:tgtEl>
                                        <p:attrNameLst>
                                          <p:attrName>style.visibility</p:attrName>
                                        </p:attrNameLst>
                                      </p:cBhvr>
                                      <p:to>
                                        <p:strVal val="visible"/>
                                      </p:to>
                                    </p:set>
                                  </p:childTnLst>
                                </p:cTn>
                              </p:par>
                              <p:par>
                                <p:cTn id="63" presetID="1" presetClass="exit" presetSubtype="0" fill="hold" grpId="1" nodeType="withEffect">
                                  <p:stCondLst>
                                    <p:cond delay="1611"/>
                                  </p:stCondLst>
                                  <p:childTnLst>
                                    <p:set>
                                      <p:cBhvr>
                                        <p:cTn id="64" dur="1" fill="hold">
                                          <p:stCondLst>
                                            <p:cond delay="0"/>
                                          </p:stCondLst>
                                        </p:cTn>
                                        <p:tgtEl>
                                          <p:spTgt spid="1014"/>
                                        </p:tgtEl>
                                        <p:attrNameLst>
                                          <p:attrName>style.visibility</p:attrName>
                                        </p:attrNameLst>
                                      </p:cBhvr>
                                      <p:to>
                                        <p:strVal val="hidden"/>
                                      </p:to>
                                    </p:set>
                                  </p:childTnLst>
                                </p:cTn>
                              </p:par>
                              <p:par>
                                <p:cTn id="65" presetID="1" presetClass="entr" presetSubtype="0" fill="hold" grpId="0" nodeType="withEffect">
                                  <p:stCondLst>
                                    <p:cond delay="1611"/>
                                  </p:stCondLst>
                                  <p:childTnLst>
                                    <p:set>
                                      <p:cBhvr>
                                        <p:cTn id="66" dur="1" fill="hold">
                                          <p:stCondLst>
                                            <p:cond delay="0"/>
                                          </p:stCondLst>
                                        </p:cTn>
                                        <p:tgtEl>
                                          <p:spTgt spid="1015"/>
                                        </p:tgtEl>
                                        <p:attrNameLst>
                                          <p:attrName>style.visibility</p:attrName>
                                        </p:attrNameLst>
                                      </p:cBhvr>
                                      <p:to>
                                        <p:strVal val="visible"/>
                                      </p:to>
                                    </p:set>
                                  </p:childTnLst>
                                </p:cTn>
                              </p:par>
                              <p:par>
                                <p:cTn id="67" presetID="1" presetClass="exit" presetSubtype="0" fill="hold" grpId="1" nodeType="withEffect">
                                  <p:stCondLst>
                                    <p:cond delay="1664"/>
                                  </p:stCondLst>
                                  <p:childTnLst>
                                    <p:set>
                                      <p:cBhvr>
                                        <p:cTn id="68" dur="1" fill="hold">
                                          <p:stCondLst>
                                            <p:cond delay="0"/>
                                          </p:stCondLst>
                                        </p:cTn>
                                        <p:tgtEl>
                                          <p:spTgt spid="1015"/>
                                        </p:tgtEl>
                                        <p:attrNameLst>
                                          <p:attrName>style.visibility</p:attrName>
                                        </p:attrNameLst>
                                      </p:cBhvr>
                                      <p:to>
                                        <p:strVal val="hidden"/>
                                      </p:to>
                                    </p:set>
                                  </p:childTnLst>
                                </p:cTn>
                              </p:par>
                              <p:par>
                                <p:cTn id="69" presetID="1" presetClass="entr" presetSubtype="0" fill="hold" grpId="0" nodeType="withEffect">
                                  <p:stCondLst>
                                    <p:cond delay="1664"/>
                                  </p:stCondLst>
                                  <p:childTnLst>
                                    <p:set>
                                      <p:cBhvr>
                                        <p:cTn id="70" dur="1" fill="hold">
                                          <p:stCondLst>
                                            <p:cond delay="0"/>
                                          </p:stCondLst>
                                        </p:cTn>
                                        <p:tgtEl>
                                          <p:spTgt spid="1016"/>
                                        </p:tgtEl>
                                        <p:attrNameLst>
                                          <p:attrName>style.visibility</p:attrName>
                                        </p:attrNameLst>
                                      </p:cBhvr>
                                      <p:to>
                                        <p:strVal val="visible"/>
                                      </p:to>
                                    </p:set>
                                  </p:childTnLst>
                                </p:cTn>
                              </p:par>
                              <p:par>
                                <p:cTn id="71" presetID="1" presetClass="exit" presetSubtype="0" fill="hold" grpId="1" nodeType="withEffect">
                                  <p:stCondLst>
                                    <p:cond delay="1731"/>
                                  </p:stCondLst>
                                  <p:childTnLst>
                                    <p:set>
                                      <p:cBhvr>
                                        <p:cTn id="72" dur="1" fill="hold">
                                          <p:stCondLst>
                                            <p:cond delay="0"/>
                                          </p:stCondLst>
                                        </p:cTn>
                                        <p:tgtEl>
                                          <p:spTgt spid="1016"/>
                                        </p:tgtEl>
                                        <p:attrNameLst>
                                          <p:attrName>style.visibility</p:attrName>
                                        </p:attrNameLst>
                                      </p:cBhvr>
                                      <p:to>
                                        <p:strVal val="hidden"/>
                                      </p:to>
                                    </p:set>
                                  </p:childTnLst>
                                </p:cTn>
                              </p:par>
                              <p:par>
                                <p:cTn id="73" presetID="1" presetClass="entr" presetSubtype="0" fill="hold" grpId="0" nodeType="withEffect">
                                  <p:stCondLst>
                                    <p:cond delay="1731"/>
                                  </p:stCondLst>
                                  <p:childTnLst>
                                    <p:set>
                                      <p:cBhvr>
                                        <p:cTn id="74" dur="1" fill="hold">
                                          <p:stCondLst>
                                            <p:cond delay="0"/>
                                          </p:stCondLst>
                                        </p:cTn>
                                        <p:tgtEl>
                                          <p:spTgt spid="1017"/>
                                        </p:tgtEl>
                                        <p:attrNameLst>
                                          <p:attrName>style.visibility</p:attrName>
                                        </p:attrNameLst>
                                      </p:cBhvr>
                                      <p:to>
                                        <p:strVal val="visible"/>
                                      </p:to>
                                    </p:set>
                                  </p:childTnLst>
                                </p:cTn>
                              </p:par>
                              <p:par>
                                <p:cTn id="75" presetID="1" presetClass="exit" presetSubtype="0" fill="hold" grpId="1" nodeType="withEffect">
                                  <p:stCondLst>
                                    <p:cond delay="1803"/>
                                  </p:stCondLst>
                                  <p:childTnLst>
                                    <p:set>
                                      <p:cBhvr>
                                        <p:cTn id="76" dur="1" fill="hold">
                                          <p:stCondLst>
                                            <p:cond delay="0"/>
                                          </p:stCondLst>
                                        </p:cTn>
                                        <p:tgtEl>
                                          <p:spTgt spid="1017"/>
                                        </p:tgtEl>
                                        <p:attrNameLst>
                                          <p:attrName>style.visibility</p:attrName>
                                        </p:attrNameLst>
                                      </p:cBhvr>
                                      <p:to>
                                        <p:strVal val="hidden"/>
                                      </p:to>
                                    </p:set>
                                  </p:childTnLst>
                                </p:cTn>
                              </p:par>
                              <p:par>
                                <p:cTn id="77" presetID="1" presetClass="entr" presetSubtype="0" fill="hold" grpId="0" nodeType="withEffect">
                                  <p:stCondLst>
                                    <p:cond delay="1803"/>
                                  </p:stCondLst>
                                  <p:childTnLst>
                                    <p:set>
                                      <p:cBhvr>
                                        <p:cTn id="78" dur="1" fill="hold">
                                          <p:stCondLst>
                                            <p:cond delay="0"/>
                                          </p:stCondLst>
                                        </p:cTn>
                                        <p:tgtEl>
                                          <p:spTgt spid="1018"/>
                                        </p:tgtEl>
                                        <p:attrNameLst>
                                          <p:attrName>style.visibility</p:attrName>
                                        </p:attrNameLst>
                                      </p:cBhvr>
                                      <p:to>
                                        <p:strVal val="visible"/>
                                      </p:to>
                                    </p:set>
                                  </p:childTnLst>
                                </p:cTn>
                              </p:par>
                              <p:par>
                                <p:cTn id="79" presetID="1" presetClass="exit" presetSubtype="0" fill="hold" grpId="1" nodeType="withEffect">
                                  <p:stCondLst>
                                    <p:cond delay="1863"/>
                                  </p:stCondLst>
                                  <p:childTnLst>
                                    <p:set>
                                      <p:cBhvr>
                                        <p:cTn id="80" dur="1" fill="hold">
                                          <p:stCondLst>
                                            <p:cond delay="0"/>
                                          </p:stCondLst>
                                        </p:cTn>
                                        <p:tgtEl>
                                          <p:spTgt spid="1018"/>
                                        </p:tgtEl>
                                        <p:attrNameLst>
                                          <p:attrName>style.visibility</p:attrName>
                                        </p:attrNameLst>
                                      </p:cBhvr>
                                      <p:to>
                                        <p:strVal val="hidden"/>
                                      </p:to>
                                    </p:set>
                                  </p:childTnLst>
                                </p:cTn>
                              </p:par>
                              <p:par>
                                <p:cTn id="81" presetID="1" presetClass="entr" presetSubtype="0" fill="hold" grpId="0" nodeType="withEffect">
                                  <p:stCondLst>
                                    <p:cond delay="1863"/>
                                  </p:stCondLst>
                                  <p:childTnLst>
                                    <p:set>
                                      <p:cBhvr>
                                        <p:cTn id="82" dur="1" fill="hold">
                                          <p:stCondLst>
                                            <p:cond delay="0"/>
                                          </p:stCondLst>
                                        </p:cTn>
                                        <p:tgtEl>
                                          <p:spTgt spid="1019"/>
                                        </p:tgtEl>
                                        <p:attrNameLst>
                                          <p:attrName>style.visibility</p:attrName>
                                        </p:attrNameLst>
                                      </p:cBhvr>
                                      <p:to>
                                        <p:strVal val="visible"/>
                                      </p:to>
                                    </p:set>
                                  </p:childTnLst>
                                </p:cTn>
                              </p:par>
                              <p:par>
                                <p:cTn id="83" presetID="1" presetClass="exit" presetSubtype="0" fill="hold" grpId="1" nodeType="withEffect">
                                  <p:stCondLst>
                                    <p:cond delay="1938"/>
                                  </p:stCondLst>
                                  <p:childTnLst>
                                    <p:set>
                                      <p:cBhvr>
                                        <p:cTn id="84" dur="1" fill="hold">
                                          <p:stCondLst>
                                            <p:cond delay="0"/>
                                          </p:stCondLst>
                                        </p:cTn>
                                        <p:tgtEl>
                                          <p:spTgt spid="1019"/>
                                        </p:tgtEl>
                                        <p:attrNameLst>
                                          <p:attrName>style.visibility</p:attrName>
                                        </p:attrNameLst>
                                      </p:cBhvr>
                                      <p:to>
                                        <p:strVal val="hidden"/>
                                      </p:to>
                                    </p:set>
                                  </p:childTnLst>
                                </p:cTn>
                              </p:par>
                              <p:par>
                                <p:cTn id="85" presetID="1" presetClass="entr" presetSubtype="0" fill="hold" grpId="0" nodeType="withEffect">
                                  <p:stCondLst>
                                    <p:cond delay="1938"/>
                                  </p:stCondLst>
                                  <p:childTnLst>
                                    <p:set>
                                      <p:cBhvr>
                                        <p:cTn id="86" dur="1" fill="hold">
                                          <p:stCondLst>
                                            <p:cond delay="0"/>
                                          </p:stCondLst>
                                        </p:cTn>
                                        <p:tgtEl>
                                          <p:spTgt spid="1020"/>
                                        </p:tgtEl>
                                        <p:attrNameLst>
                                          <p:attrName>style.visibility</p:attrName>
                                        </p:attrNameLst>
                                      </p:cBhvr>
                                      <p:to>
                                        <p:strVal val="visible"/>
                                      </p:to>
                                    </p:set>
                                  </p:childTnLst>
                                </p:cTn>
                              </p:par>
                              <p:par>
                                <p:cTn id="87" presetID="1" presetClass="exit" presetSubtype="0" fill="hold" grpId="1" nodeType="withEffect">
                                  <p:stCondLst>
                                    <p:cond delay="1990"/>
                                  </p:stCondLst>
                                  <p:childTnLst>
                                    <p:set>
                                      <p:cBhvr>
                                        <p:cTn id="88" dur="1" fill="hold">
                                          <p:stCondLst>
                                            <p:cond delay="0"/>
                                          </p:stCondLst>
                                        </p:cTn>
                                        <p:tgtEl>
                                          <p:spTgt spid="1020"/>
                                        </p:tgtEl>
                                        <p:attrNameLst>
                                          <p:attrName>style.visibility</p:attrName>
                                        </p:attrNameLst>
                                      </p:cBhvr>
                                      <p:to>
                                        <p:strVal val="hidden"/>
                                      </p:to>
                                    </p:set>
                                  </p:childTnLst>
                                </p:cTn>
                              </p:par>
                              <p:par>
                                <p:cTn id="89" presetID="1" presetClass="entr" presetSubtype="0" fill="hold" grpId="0" nodeType="withEffect">
                                  <p:stCondLst>
                                    <p:cond delay="1990"/>
                                  </p:stCondLst>
                                  <p:childTnLst>
                                    <p:set>
                                      <p:cBhvr>
                                        <p:cTn id="90" dur="1" fill="hold">
                                          <p:stCondLst>
                                            <p:cond delay="0"/>
                                          </p:stCondLst>
                                        </p:cTn>
                                        <p:tgtEl>
                                          <p:spTgt spid="1021"/>
                                        </p:tgtEl>
                                        <p:attrNameLst>
                                          <p:attrName>style.visibility</p:attrName>
                                        </p:attrNameLst>
                                      </p:cBhvr>
                                      <p:to>
                                        <p:strVal val="visible"/>
                                      </p:to>
                                    </p:set>
                                  </p:childTnLst>
                                </p:cTn>
                              </p:par>
                              <p:par>
                                <p:cTn id="91" presetID="1" presetClass="exit" presetSubtype="0" fill="hold" grpId="1" nodeType="withEffect">
                                  <p:stCondLst>
                                    <p:cond delay="2061"/>
                                  </p:stCondLst>
                                  <p:childTnLst>
                                    <p:set>
                                      <p:cBhvr>
                                        <p:cTn id="92" dur="1" fill="hold">
                                          <p:stCondLst>
                                            <p:cond delay="0"/>
                                          </p:stCondLst>
                                        </p:cTn>
                                        <p:tgtEl>
                                          <p:spTgt spid="1021"/>
                                        </p:tgtEl>
                                        <p:attrNameLst>
                                          <p:attrName>style.visibility</p:attrName>
                                        </p:attrNameLst>
                                      </p:cBhvr>
                                      <p:to>
                                        <p:strVal val="hidden"/>
                                      </p:to>
                                    </p:set>
                                  </p:childTnLst>
                                </p:cTn>
                              </p:par>
                              <p:par>
                                <p:cTn id="93" presetID="1" presetClass="entr" presetSubtype="0" fill="hold" grpId="0" nodeType="withEffect">
                                  <p:stCondLst>
                                    <p:cond delay="2061"/>
                                  </p:stCondLst>
                                  <p:childTnLst>
                                    <p:set>
                                      <p:cBhvr>
                                        <p:cTn id="94" dur="1" fill="hold">
                                          <p:stCondLst>
                                            <p:cond delay="0"/>
                                          </p:stCondLst>
                                        </p:cTn>
                                        <p:tgtEl>
                                          <p:spTgt spid="1022"/>
                                        </p:tgtEl>
                                        <p:attrNameLst>
                                          <p:attrName>style.visibility</p:attrName>
                                        </p:attrNameLst>
                                      </p:cBhvr>
                                      <p:to>
                                        <p:strVal val="visible"/>
                                      </p:to>
                                    </p:set>
                                  </p:childTnLst>
                                </p:cTn>
                              </p:par>
                              <p:par>
                                <p:cTn id="95" presetID="1" presetClass="exit" presetSubtype="0" fill="hold" grpId="1" nodeType="withEffect">
                                  <p:stCondLst>
                                    <p:cond delay="2144"/>
                                  </p:stCondLst>
                                  <p:childTnLst>
                                    <p:set>
                                      <p:cBhvr>
                                        <p:cTn id="96" dur="1" fill="hold">
                                          <p:stCondLst>
                                            <p:cond delay="0"/>
                                          </p:stCondLst>
                                        </p:cTn>
                                        <p:tgtEl>
                                          <p:spTgt spid="1022"/>
                                        </p:tgtEl>
                                        <p:attrNameLst>
                                          <p:attrName>style.visibility</p:attrName>
                                        </p:attrNameLst>
                                      </p:cBhvr>
                                      <p:to>
                                        <p:strVal val="hidden"/>
                                      </p:to>
                                    </p:set>
                                  </p:childTnLst>
                                </p:cTn>
                              </p:par>
                              <p:par>
                                <p:cTn id="97" presetID="1" presetClass="entr" presetSubtype="0" fill="hold" grpId="0" nodeType="withEffect">
                                  <p:stCondLst>
                                    <p:cond delay="2144"/>
                                  </p:stCondLst>
                                  <p:childTnLst>
                                    <p:set>
                                      <p:cBhvr>
                                        <p:cTn id="98" dur="1" fill="hold">
                                          <p:stCondLst>
                                            <p:cond delay="0"/>
                                          </p:stCondLst>
                                        </p:cTn>
                                        <p:tgtEl>
                                          <p:spTgt spid="1023"/>
                                        </p:tgtEl>
                                        <p:attrNameLst>
                                          <p:attrName>style.visibility</p:attrName>
                                        </p:attrNameLst>
                                      </p:cBhvr>
                                      <p:to>
                                        <p:strVal val="visible"/>
                                      </p:to>
                                    </p:set>
                                  </p:childTnLst>
                                </p:cTn>
                              </p:par>
                              <p:par>
                                <p:cTn id="99" presetID="1" presetClass="exit" presetSubtype="0" fill="hold" grpId="1" nodeType="withEffect">
                                  <p:stCondLst>
                                    <p:cond delay="2204"/>
                                  </p:stCondLst>
                                  <p:childTnLst>
                                    <p:set>
                                      <p:cBhvr>
                                        <p:cTn id="100" dur="1" fill="hold">
                                          <p:stCondLst>
                                            <p:cond delay="0"/>
                                          </p:stCondLst>
                                        </p:cTn>
                                        <p:tgtEl>
                                          <p:spTgt spid="1023"/>
                                        </p:tgtEl>
                                        <p:attrNameLst>
                                          <p:attrName>style.visibility</p:attrName>
                                        </p:attrNameLst>
                                      </p:cBhvr>
                                      <p:to>
                                        <p:strVal val="hidden"/>
                                      </p:to>
                                    </p:set>
                                  </p:childTnLst>
                                </p:cTn>
                              </p:par>
                              <p:par>
                                <p:cTn id="101" presetID="1" presetClass="entr" presetSubtype="0" fill="hold" grpId="0" nodeType="withEffect">
                                  <p:stCondLst>
                                    <p:cond delay="2204"/>
                                  </p:stCondLst>
                                  <p:childTnLst>
                                    <p:set>
                                      <p:cBhvr>
                                        <p:cTn id="102" dur="1" fill="hold">
                                          <p:stCondLst>
                                            <p:cond delay="0"/>
                                          </p:stCondLst>
                                        </p:cTn>
                                        <p:tgtEl>
                                          <p:spTgt spid="1024"/>
                                        </p:tgtEl>
                                        <p:attrNameLst>
                                          <p:attrName>style.visibility</p:attrName>
                                        </p:attrNameLst>
                                      </p:cBhvr>
                                      <p:to>
                                        <p:strVal val="visible"/>
                                      </p:to>
                                    </p:set>
                                  </p:childTnLst>
                                </p:cTn>
                              </p:par>
                              <p:par>
                                <p:cTn id="103" presetID="1" presetClass="exit" presetSubtype="0" fill="hold" grpId="1" nodeType="withEffect">
                                  <p:stCondLst>
                                    <p:cond delay="2279"/>
                                  </p:stCondLst>
                                  <p:childTnLst>
                                    <p:set>
                                      <p:cBhvr>
                                        <p:cTn id="104" dur="1" fill="hold">
                                          <p:stCondLst>
                                            <p:cond delay="0"/>
                                          </p:stCondLst>
                                        </p:cTn>
                                        <p:tgtEl>
                                          <p:spTgt spid="1024"/>
                                        </p:tgtEl>
                                        <p:attrNameLst>
                                          <p:attrName>style.visibility</p:attrName>
                                        </p:attrNameLst>
                                      </p:cBhvr>
                                      <p:to>
                                        <p:strVal val="hidden"/>
                                      </p:to>
                                    </p:set>
                                  </p:childTnLst>
                                </p:cTn>
                              </p:par>
                              <p:par>
                                <p:cTn id="105" presetID="1" presetClass="entr" presetSubtype="0" fill="hold" grpId="0" nodeType="withEffect">
                                  <p:stCondLst>
                                    <p:cond delay="2279"/>
                                  </p:stCondLst>
                                  <p:childTnLst>
                                    <p:set>
                                      <p:cBhvr>
                                        <p:cTn id="106" dur="1" fill="hold">
                                          <p:stCondLst>
                                            <p:cond delay="0"/>
                                          </p:stCondLst>
                                        </p:cTn>
                                        <p:tgtEl>
                                          <p:spTgt spid="1025"/>
                                        </p:tgtEl>
                                        <p:attrNameLst>
                                          <p:attrName>style.visibility</p:attrName>
                                        </p:attrNameLst>
                                      </p:cBhvr>
                                      <p:to>
                                        <p:strVal val="visible"/>
                                      </p:to>
                                    </p:set>
                                  </p:childTnLst>
                                </p:cTn>
                              </p:par>
                              <p:par>
                                <p:cTn id="107" presetID="1" presetClass="exit" presetSubtype="0" fill="hold" grpId="1" nodeType="withEffect">
                                  <p:stCondLst>
                                    <p:cond delay="2350"/>
                                  </p:stCondLst>
                                  <p:childTnLst>
                                    <p:set>
                                      <p:cBhvr>
                                        <p:cTn id="108" dur="1" fill="hold">
                                          <p:stCondLst>
                                            <p:cond delay="0"/>
                                          </p:stCondLst>
                                        </p:cTn>
                                        <p:tgtEl>
                                          <p:spTgt spid="1025"/>
                                        </p:tgtEl>
                                        <p:attrNameLst>
                                          <p:attrName>style.visibility</p:attrName>
                                        </p:attrNameLst>
                                      </p:cBhvr>
                                      <p:to>
                                        <p:strVal val="hidden"/>
                                      </p:to>
                                    </p:set>
                                  </p:childTnLst>
                                </p:cTn>
                              </p:par>
                              <p:par>
                                <p:cTn id="109" presetID="1" presetClass="entr" presetSubtype="0" fill="hold" grpId="0" nodeType="withEffect">
                                  <p:stCondLst>
                                    <p:cond delay="2350"/>
                                  </p:stCondLst>
                                  <p:childTnLst>
                                    <p:set>
                                      <p:cBhvr>
                                        <p:cTn id="110" dur="1" fill="hold">
                                          <p:stCondLst>
                                            <p:cond delay="0"/>
                                          </p:stCondLst>
                                        </p:cTn>
                                        <p:tgtEl>
                                          <p:spTgt spid="1026"/>
                                        </p:tgtEl>
                                        <p:attrNameLst>
                                          <p:attrName>style.visibility</p:attrName>
                                        </p:attrNameLst>
                                      </p:cBhvr>
                                      <p:to>
                                        <p:strVal val="visible"/>
                                      </p:to>
                                    </p:set>
                                  </p:childTnLst>
                                </p:cTn>
                              </p:par>
                              <p:par>
                                <p:cTn id="111" presetID="1" presetClass="exit" presetSubtype="0" fill="hold" grpId="1" nodeType="withEffect">
                                  <p:stCondLst>
                                    <p:cond delay="2418"/>
                                  </p:stCondLst>
                                  <p:childTnLst>
                                    <p:set>
                                      <p:cBhvr>
                                        <p:cTn id="112" dur="1" fill="hold">
                                          <p:stCondLst>
                                            <p:cond delay="0"/>
                                          </p:stCondLst>
                                        </p:cTn>
                                        <p:tgtEl>
                                          <p:spTgt spid="1026"/>
                                        </p:tgtEl>
                                        <p:attrNameLst>
                                          <p:attrName>style.visibility</p:attrName>
                                        </p:attrNameLst>
                                      </p:cBhvr>
                                      <p:to>
                                        <p:strVal val="hidden"/>
                                      </p:to>
                                    </p:set>
                                  </p:childTnLst>
                                </p:cTn>
                              </p:par>
                              <p:par>
                                <p:cTn id="113" presetID="1" presetClass="entr" presetSubtype="0" fill="hold" grpId="0" nodeType="withEffect">
                                  <p:stCondLst>
                                    <p:cond delay="2418"/>
                                  </p:stCondLst>
                                  <p:childTnLst>
                                    <p:set>
                                      <p:cBhvr>
                                        <p:cTn id="114" dur="1" fill="hold">
                                          <p:stCondLst>
                                            <p:cond delay="0"/>
                                          </p:stCondLst>
                                        </p:cTn>
                                        <p:tgtEl>
                                          <p:spTgt spid="1027"/>
                                        </p:tgtEl>
                                        <p:attrNameLst>
                                          <p:attrName>style.visibility</p:attrName>
                                        </p:attrNameLst>
                                      </p:cBhvr>
                                      <p:to>
                                        <p:strVal val="visible"/>
                                      </p:to>
                                    </p:set>
                                  </p:childTnLst>
                                </p:cTn>
                              </p:par>
                              <p:par>
                                <p:cTn id="115" presetID="1" presetClass="exit" presetSubtype="0" fill="hold" grpId="1" nodeType="withEffect">
                                  <p:stCondLst>
                                    <p:cond delay="2500"/>
                                  </p:stCondLst>
                                  <p:childTnLst>
                                    <p:set>
                                      <p:cBhvr>
                                        <p:cTn id="116" dur="1" fill="hold">
                                          <p:stCondLst>
                                            <p:cond delay="0"/>
                                          </p:stCondLst>
                                        </p:cTn>
                                        <p:tgtEl>
                                          <p:spTgt spid="1027"/>
                                        </p:tgtEl>
                                        <p:attrNameLst>
                                          <p:attrName>style.visibility</p:attrName>
                                        </p:attrNameLst>
                                      </p:cBhvr>
                                      <p:to>
                                        <p:strVal val="hidden"/>
                                      </p:to>
                                    </p:set>
                                  </p:childTnLst>
                                </p:cTn>
                              </p:par>
                              <p:par>
                                <p:cTn id="117" presetID="1" presetClass="entr" presetSubtype="0" fill="hold" grpId="0" nodeType="withEffect">
                                  <p:stCondLst>
                                    <p:cond delay="2500"/>
                                  </p:stCondLst>
                                  <p:childTnLst>
                                    <p:set>
                                      <p:cBhvr>
                                        <p:cTn id="118" dur="1" fill="hold">
                                          <p:stCondLst>
                                            <p:cond delay="0"/>
                                          </p:stCondLst>
                                        </p:cTn>
                                        <p:tgtEl>
                                          <p:spTgt spid="1028"/>
                                        </p:tgtEl>
                                        <p:attrNameLst>
                                          <p:attrName>style.visibility</p:attrName>
                                        </p:attrNameLst>
                                      </p:cBhvr>
                                      <p:to>
                                        <p:strVal val="visible"/>
                                      </p:to>
                                    </p:set>
                                  </p:childTnLst>
                                </p:cTn>
                              </p:par>
                              <p:par>
                                <p:cTn id="119" presetID="1" presetClass="exit" presetSubtype="0" fill="hold" grpId="1" nodeType="withEffect">
                                  <p:stCondLst>
                                    <p:cond delay="2560"/>
                                  </p:stCondLst>
                                  <p:childTnLst>
                                    <p:set>
                                      <p:cBhvr>
                                        <p:cTn id="120" dur="1" fill="hold">
                                          <p:stCondLst>
                                            <p:cond delay="0"/>
                                          </p:stCondLst>
                                        </p:cTn>
                                        <p:tgtEl>
                                          <p:spTgt spid="1028"/>
                                        </p:tgtEl>
                                        <p:attrNameLst>
                                          <p:attrName>style.visibility</p:attrName>
                                        </p:attrNameLst>
                                      </p:cBhvr>
                                      <p:to>
                                        <p:strVal val="hidden"/>
                                      </p:to>
                                    </p:set>
                                  </p:childTnLst>
                                </p:cTn>
                              </p:par>
                              <p:par>
                                <p:cTn id="121" presetID="1" presetClass="entr" presetSubtype="0" fill="hold" grpId="0" nodeType="withEffect">
                                  <p:stCondLst>
                                    <p:cond delay="2560"/>
                                  </p:stCondLst>
                                  <p:childTnLst>
                                    <p:set>
                                      <p:cBhvr>
                                        <p:cTn id="122" dur="1" fill="hold">
                                          <p:stCondLst>
                                            <p:cond delay="0"/>
                                          </p:stCondLst>
                                        </p:cTn>
                                        <p:tgtEl>
                                          <p:spTgt spid="1029"/>
                                        </p:tgtEl>
                                        <p:attrNameLst>
                                          <p:attrName>style.visibility</p:attrName>
                                        </p:attrNameLst>
                                      </p:cBhvr>
                                      <p:to>
                                        <p:strVal val="visible"/>
                                      </p:to>
                                    </p:set>
                                  </p:childTnLst>
                                </p:cTn>
                              </p:par>
                              <p:par>
                                <p:cTn id="123" presetID="1" presetClass="exit" presetSubtype="0" fill="hold" grpId="1" nodeType="withEffect">
                                  <p:stCondLst>
                                    <p:cond delay="2631"/>
                                  </p:stCondLst>
                                  <p:childTnLst>
                                    <p:set>
                                      <p:cBhvr>
                                        <p:cTn id="124" dur="1" fill="hold">
                                          <p:stCondLst>
                                            <p:cond delay="0"/>
                                          </p:stCondLst>
                                        </p:cTn>
                                        <p:tgtEl>
                                          <p:spTgt spid="1029"/>
                                        </p:tgtEl>
                                        <p:attrNameLst>
                                          <p:attrName>style.visibility</p:attrName>
                                        </p:attrNameLst>
                                      </p:cBhvr>
                                      <p:to>
                                        <p:strVal val="hidden"/>
                                      </p:to>
                                    </p:set>
                                  </p:childTnLst>
                                </p:cTn>
                              </p:par>
                              <p:par>
                                <p:cTn id="125" presetID="1" presetClass="entr" presetSubtype="0" fill="hold" grpId="0" nodeType="withEffect">
                                  <p:stCondLst>
                                    <p:cond delay="2631"/>
                                  </p:stCondLst>
                                  <p:childTnLst>
                                    <p:set>
                                      <p:cBhvr>
                                        <p:cTn id="126" dur="1" fill="hold">
                                          <p:stCondLst>
                                            <p:cond delay="0"/>
                                          </p:stCondLst>
                                        </p:cTn>
                                        <p:tgtEl>
                                          <p:spTgt spid="1030"/>
                                        </p:tgtEl>
                                        <p:attrNameLst>
                                          <p:attrName>style.visibility</p:attrName>
                                        </p:attrNameLst>
                                      </p:cBhvr>
                                      <p:to>
                                        <p:strVal val="visible"/>
                                      </p:to>
                                    </p:set>
                                  </p:childTnLst>
                                </p:cTn>
                              </p:par>
                              <p:par>
                                <p:cTn id="127" presetID="1" presetClass="exit" presetSubtype="0" fill="hold" grpId="1" nodeType="withEffect">
                                  <p:stCondLst>
                                    <p:cond delay="2684"/>
                                  </p:stCondLst>
                                  <p:childTnLst>
                                    <p:set>
                                      <p:cBhvr>
                                        <p:cTn id="128" dur="1" fill="hold">
                                          <p:stCondLst>
                                            <p:cond delay="0"/>
                                          </p:stCondLst>
                                        </p:cTn>
                                        <p:tgtEl>
                                          <p:spTgt spid="1030"/>
                                        </p:tgtEl>
                                        <p:attrNameLst>
                                          <p:attrName>style.visibility</p:attrName>
                                        </p:attrNameLst>
                                      </p:cBhvr>
                                      <p:to>
                                        <p:strVal val="hidden"/>
                                      </p:to>
                                    </p:set>
                                  </p:childTnLst>
                                </p:cTn>
                              </p:par>
                              <p:par>
                                <p:cTn id="129" presetID="1" presetClass="entr" presetSubtype="0" fill="hold" grpId="0" nodeType="withEffect">
                                  <p:stCondLst>
                                    <p:cond delay="2684"/>
                                  </p:stCondLst>
                                  <p:childTnLst>
                                    <p:set>
                                      <p:cBhvr>
                                        <p:cTn id="130" dur="1" fill="hold">
                                          <p:stCondLst>
                                            <p:cond delay="0"/>
                                          </p:stCondLst>
                                        </p:cTn>
                                        <p:tgtEl>
                                          <p:spTgt spid="1031"/>
                                        </p:tgtEl>
                                        <p:attrNameLst>
                                          <p:attrName>style.visibility</p:attrName>
                                        </p:attrNameLst>
                                      </p:cBhvr>
                                      <p:to>
                                        <p:strVal val="visible"/>
                                      </p:to>
                                    </p:set>
                                  </p:childTnLst>
                                </p:cTn>
                              </p:par>
                              <p:par>
                                <p:cTn id="131" presetID="1" presetClass="exit" presetSubtype="0" fill="hold" grpId="1" nodeType="withEffect">
                                  <p:stCondLst>
                                    <p:cond delay="2751"/>
                                  </p:stCondLst>
                                  <p:childTnLst>
                                    <p:set>
                                      <p:cBhvr>
                                        <p:cTn id="132" dur="1" fill="hold">
                                          <p:stCondLst>
                                            <p:cond delay="0"/>
                                          </p:stCondLst>
                                        </p:cTn>
                                        <p:tgtEl>
                                          <p:spTgt spid="1031"/>
                                        </p:tgtEl>
                                        <p:attrNameLst>
                                          <p:attrName>style.visibility</p:attrName>
                                        </p:attrNameLst>
                                      </p:cBhvr>
                                      <p:to>
                                        <p:strVal val="hidden"/>
                                      </p:to>
                                    </p:set>
                                  </p:childTnLst>
                                </p:cTn>
                              </p:par>
                              <p:par>
                                <p:cTn id="133" presetID="1" presetClass="entr" presetSubtype="0" fill="hold" grpId="0" nodeType="withEffect">
                                  <p:stCondLst>
                                    <p:cond delay="2751"/>
                                  </p:stCondLst>
                                  <p:childTnLst>
                                    <p:set>
                                      <p:cBhvr>
                                        <p:cTn id="134" dur="1" fill="hold">
                                          <p:stCondLst>
                                            <p:cond delay="0"/>
                                          </p:stCondLst>
                                        </p:cTn>
                                        <p:tgtEl>
                                          <p:spTgt spid="1032"/>
                                        </p:tgtEl>
                                        <p:attrNameLst>
                                          <p:attrName>style.visibility</p:attrName>
                                        </p:attrNameLst>
                                      </p:cBhvr>
                                      <p:to>
                                        <p:strVal val="visible"/>
                                      </p:to>
                                    </p:set>
                                  </p:childTnLst>
                                </p:cTn>
                              </p:par>
                              <p:par>
                                <p:cTn id="135" presetID="1" presetClass="exit" presetSubtype="0" fill="hold" grpId="1" nodeType="withEffect">
                                  <p:stCondLst>
                                    <p:cond delay="2834"/>
                                  </p:stCondLst>
                                  <p:childTnLst>
                                    <p:set>
                                      <p:cBhvr>
                                        <p:cTn id="136" dur="1" fill="hold">
                                          <p:stCondLst>
                                            <p:cond delay="0"/>
                                          </p:stCondLst>
                                        </p:cTn>
                                        <p:tgtEl>
                                          <p:spTgt spid="1032"/>
                                        </p:tgtEl>
                                        <p:attrNameLst>
                                          <p:attrName>style.visibility</p:attrName>
                                        </p:attrNameLst>
                                      </p:cBhvr>
                                      <p:to>
                                        <p:strVal val="hidden"/>
                                      </p:to>
                                    </p:set>
                                  </p:childTnLst>
                                </p:cTn>
                              </p:par>
                              <p:par>
                                <p:cTn id="137" presetID="1" presetClass="entr" presetSubtype="0" fill="hold" grpId="0" nodeType="withEffect">
                                  <p:stCondLst>
                                    <p:cond delay="2834"/>
                                  </p:stCondLst>
                                  <p:childTnLst>
                                    <p:set>
                                      <p:cBhvr>
                                        <p:cTn id="138" dur="1" fill="hold">
                                          <p:stCondLst>
                                            <p:cond delay="0"/>
                                          </p:stCondLst>
                                        </p:cTn>
                                        <p:tgtEl>
                                          <p:spTgt spid="1033"/>
                                        </p:tgtEl>
                                        <p:attrNameLst>
                                          <p:attrName>style.visibility</p:attrName>
                                        </p:attrNameLst>
                                      </p:cBhvr>
                                      <p:to>
                                        <p:strVal val="visible"/>
                                      </p:to>
                                    </p:set>
                                  </p:childTnLst>
                                </p:cTn>
                              </p:par>
                              <p:par>
                                <p:cTn id="139" presetID="1" presetClass="exit" presetSubtype="0" fill="hold" grpId="1" nodeType="withEffect">
                                  <p:stCondLst>
                                    <p:cond delay="2905"/>
                                  </p:stCondLst>
                                  <p:childTnLst>
                                    <p:set>
                                      <p:cBhvr>
                                        <p:cTn id="140" dur="1" fill="hold">
                                          <p:stCondLst>
                                            <p:cond delay="0"/>
                                          </p:stCondLst>
                                        </p:cTn>
                                        <p:tgtEl>
                                          <p:spTgt spid="1033"/>
                                        </p:tgtEl>
                                        <p:attrNameLst>
                                          <p:attrName>style.visibility</p:attrName>
                                        </p:attrNameLst>
                                      </p:cBhvr>
                                      <p:to>
                                        <p:strVal val="hidden"/>
                                      </p:to>
                                    </p:set>
                                  </p:childTnLst>
                                </p:cTn>
                              </p:par>
                              <p:par>
                                <p:cTn id="141" presetID="1" presetClass="entr" presetSubtype="0" fill="hold" grpId="0" nodeType="withEffect">
                                  <p:stCondLst>
                                    <p:cond delay="2905"/>
                                  </p:stCondLst>
                                  <p:childTnLst>
                                    <p:set>
                                      <p:cBhvr>
                                        <p:cTn id="142" dur="1" fill="hold">
                                          <p:stCondLst>
                                            <p:cond delay="0"/>
                                          </p:stCondLst>
                                        </p:cTn>
                                        <p:tgtEl>
                                          <p:spTgt spid="1034"/>
                                        </p:tgtEl>
                                        <p:attrNameLst>
                                          <p:attrName>style.visibility</p:attrName>
                                        </p:attrNameLst>
                                      </p:cBhvr>
                                      <p:to>
                                        <p:strVal val="visible"/>
                                      </p:to>
                                    </p:set>
                                  </p:childTnLst>
                                </p:cTn>
                              </p:par>
                              <p:par>
                                <p:cTn id="143" presetID="1" presetClass="exit" presetSubtype="0" fill="hold" grpId="1" nodeType="withEffect">
                                  <p:stCondLst>
                                    <p:cond delay="2980"/>
                                  </p:stCondLst>
                                  <p:childTnLst>
                                    <p:set>
                                      <p:cBhvr>
                                        <p:cTn id="144" dur="1" fill="hold">
                                          <p:stCondLst>
                                            <p:cond delay="0"/>
                                          </p:stCondLst>
                                        </p:cTn>
                                        <p:tgtEl>
                                          <p:spTgt spid="1034"/>
                                        </p:tgtEl>
                                        <p:attrNameLst>
                                          <p:attrName>style.visibility</p:attrName>
                                        </p:attrNameLst>
                                      </p:cBhvr>
                                      <p:to>
                                        <p:strVal val="hidden"/>
                                      </p:to>
                                    </p:set>
                                  </p:childTnLst>
                                </p:cTn>
                              </p:par>
                              <p:par>
                                <p:cTn id="145" presetID="1" presetClass="entr" presetSubtype="0" fill="hold" grpId="0" nodeType="withEffect">
                                  <p:stCondLst>
                                    <p:cond delay="2980"/>
                                  </p:stCondLst>
                                  <p:childTnLst>
                                    <p:set>
                                      <p:cBhvr>
                                        <p:cTn id="146" dur="1" fill="hold">
                                          <p:stCondLst>
                                            <p:cond delay="0"/>
                                          </p:stCondLst>
                                        </p:cTn>
                                        <p:tgtEl>
                                          <p:spTgt spid="1035"/>
                                        </p:tgtEl>
                                        <p:attrNameLst>
                                          <p:attrName>style.visibility</p:attrName>
                                        </p:attrNameLst>
                                      </p:cBhvr>
                                      <p:to>
                                        <p:strVal val="visible"/>
                                      </p:to>
                                    </p:set>
                                  </p:childTnLst>
                                </p:cTn>
                              </p:par>
                              <p:par>
                                <p:cTn id="147" presetID="1" presetClass="exit" presetSubtype="0" fill="hold" grpId="1" nodeType="withEffect">
                                  <p:stCondLst>
                                    <p:cond delay="3033"/>
                                  </p:stCondLst>
                                  <p:childTnLst>
                                    <p:set>
                                      <p:cBhvr>
                                        <p:cTn id="148" dur="1" fill="hold">
                                          <p:stCondLst>
                                            <p:cond delay="0"/>
                                          </p:stCondLst>
                                        </p:cTn>
                                        <p:tgtEl>
                                          <p:spTgt spid="1035"/>
                                        </p:tgtEl>
                                        <p:attrNameLst>
                                          <p:attrName>style.visibility</p:attrName>
                                        </p:attrNameLst>
                                      </p:cBhvr>
                                      <p:to>
                                        <p:strVal val="hidden"/>
                                      </p:to>
                                    </p:set>
                                  </p:childTnLst>
                                </p:cTn>
                              </p:par>
                              <p:par>
                                <p:cTn id="149" presetID="1" presetClass="entr" presetSubtype="0" fill="hold" grpId="0" nodeType="withEffect">
                                  <p:stCondLst>
                                    <p:cond delay="3033"/>
                                  </p:stCondLst>
                                  <p:childTnLst>
                                    <p:set>
                                      <p:cBhvr>
                                        <p:cTn id="150" dur="1" fill="hold">
                                          <p:stCondLst>
                                            <p:cond delay="0"/>
                                          </p:stCondLst>
                                        </p:cTn>
                                        <p:tgtEl>
                                          <p:spTgt spid="1036"/>
                                        </p:tgtEl>
                                        <p:attrNameLst>
                                          <p:attrName>style.visibility</p:attrName>
                                        </p:attrNameLst>
                                      </p:cBhvr>
                                      <p:to>
                                        <p:strVal val="visible"/>
                                      </p:to>
                                    </p:set>
                                  </p:childTnLst>
                                </p:cTn>
                              </p:par>
                              <p:par>
                                <p:cTn id="151" presetID="1" presetClass="exit" presetSubtype="0" fill="hold" grpId="1" nodeType="withEffect">
                                  <p:stCondLst>
                                    <p:cond delay="3100"/>
                                  </p:stCondLst>
                                  <p:childTnLst>
                                    <p:set>
                                      <p:cBhvr>
                                        <p:cTn id="152" dur="1" fill="hold">
                                          <p:stCondLst>
                                            <p:cond delay="0"/>
                                          </p:stCondLst>
                                        </p:cTn>
                                        <p:tgtEl>
                                          <p:spTgt spid="1036"/>
                                        </p:tgtEl>
                                        <p:attrNameLst>
                                          <p:attrName>style.visibility</p:attrName>
                                        </p:attrNameLst>
                                      </p:cBhvr>
                                      <p:to>
                                        <p:strVal val="hidden"/>
                                      </p:to>
                                    </p:set>
                                  </p:childTnLst>
                                </p:cTn>
                              </p:par>
                              <p:par>
                                <p:cTn id="153" presetID="1" presetClass="entr" presetSubtype="0" fill="hold" grpId="0" nodeType="withEffect">
                                  <p:stCondLst>
                                    <p:cond delay="3100"/>
                                  </p:stCondLst>
                                  <p:childTnLst>
                                    <p:set>
                                      <p:cBhvr>
                                        <p:cTn id="154" dur="1" fill="hold">
                                          <p:stCondLst>
                                            <p:cond delay="0"/>
                                          </p:stCondLst>
                                        </p:cTn>
                                        <p:tgtEl>
                                          <p:spTgt spid="1037"/>
                                        </p:tgtEl>
                                        <p:attrNameLst>
                                          <p:attrName>style.visibility</p:attrName>
                                        </p:attrNameLst>
                                      </p:cBhvr>
                                      <p:to>
                                        <p:strVal val="visible"/>
                                      </p:to>
                                    </p:set>
                                  </p:childTnLst>
                                </p:cTn>
                              </p:par>
                              <p:par>
                                <p:cTn id="155" presetID="1" presetClass="exit" presetSubtype="0" fill="hold" grpId="1" nodeType="withEffect">
                                  <p:stCondLst>
                                    <p:cond delay="3183"/>
                                  </p:stCondLst>
                                  <p:childTnLst>
                                    <p:set>
                                      <p:cBhvr>
                                        <p:cTn id="156" dur="1" fill="hold">
                                          <p:stCondLst>
                                            <p:cond delay="0"/>
                                          </p:stCondLst>
                                        </p:cTn>
                                        <p:tgtEl>
                                          <p:spTgt spid="1037"/>
                                        </p:tgtEl>
                                        <p:attrNameLst>
                                          <p:attrName>style.visibility</p:attrName>
                                        </p:attrNameLst>
                                      </p:cBhvr>
                                      <p:to>
                                        <p:strVal val="hidden"/>
                                      </p:to>
                                    </p:set>
                                  </p:childTnLst>
                                </p:cTn>
                              </p:par>
                              <p:par>
                                <p:cTn id="157" presetID="1" presetClass="entr" presetSubtype="0" fill="hold" grpId="0" nodeType="withEffect">
                                  <p:stCondLst>
                                    <p:cond delay="3183"/>
                                  </p:stCondLst>
                                  <p:childTnLst>
                                    <p:set>
                                      <p:cBhvr>
                                        <p:cTn id="158" dur="1" fill="hold">
                                          <p:stCondLst>
                                            <p:cond delay="0"/>
                                          </p:stCondLst>
                                        </p:cTn>
                                        <p:tgtEl>
                                          <p:spTgt spid="1038"/>
                                        </p:tgtEl>
                                        <p:attrNameLst>
                                          <p:attrName>style.visibility</p:attrName>
                                        </p:attrNameLst>
                                      </p:cBhvr>
                                      <p:to>
                                        <p:strVal val="visible"/>
                                      </p:to>
                                    </p:set>
                                  </p:childTnLst>
                                </p:cTn>
                              </p:par>
                              <p:par>
                                <p:cTn id="159" presetID="1" presetClass="exit" presetSubtype="0" fill="hold" grpId="1" nodeType="withEffect">
                                  <p:stCondLst>
                                    <p:cond delay="3243"/>
                                  </p:stCondLst>
                                  <p:childTnLst>
                                    <p:set>
                                      <p:cBhvr>
                                        <p:cTn id="160" dur="1" fill="hold">
                                          <p:stCondLst>
                                            <p:cond delay="0"/>
                                          </p:stCondLst>
                                        </p:cTn>
                                        <p:tgtEl>
                                          <p:spTgt spid="1038"/>
                                        </p:tgtEl>
                                        <p:attrNameLst>
                                          <p:attrName>style.visibility</p:attrName>
                                        </p:attrNameLst>
                                      </p:cBhvr>
                                      <p:to>
                                        <p:strVal val="hidden"/>
                                      </p:to>
                                    </p:set>
                                  </p:childTnLst>
                                </p:cTn>
                              </p:par>
                              <p:par>
                                <p:cTn id="161" presetID="1" presetClass="entr" presetSubtype="0" fill="hold" grpId="0" nodeType="withEffect">
                                  <p:stCondLst>
                                    <p:cond delay="3243"/>
                                  </p:stCondLst>
                                  <p:childTnLst>
                                    <p:set>
                                      <p:cBhvr>
                                        <p:cTn id="162" dur="1" fill="hold">
                                          <p:stCondLst>
                                            <p:cond delay="0"/>
                                          </p:stCondLst>
                                        </p:cTn>
                                        <p:tgtEl>
                                          <p:spTgt spid="1039"/>
                                        </p:tgtEl>
                                        <p:attrNameLst>
                                          <p:attrName>style.visibility</p:attrName>
                                        </p:attrNameLst>
                                      </p:cBhvr>
                                      <p:to>
                                        <p:strVal val="visible"/>
                                      </p:to>
                                    </p:set>
                                  </p:childTnLst>
                                </p:cTn>
                              </p:par>
                              <p:par>
                                <p:cTn id="163" presetID="1" presetClass="exit" presetSubtype="0" fill="hold" grpId="1" nodeType="withEffect">
                                  <p:stCondLst>
                                    <p:cond delay="3318"/>
                                  </p:stCondLst>
                                  <p:childTnLst>
                                    <p:set>
                                      <p:cBhvr>
                                        <p:cTn id="164" dur="1" fill="hold">
                                          <p:stCondLst>
                                            <p:cond delay="0"/>
                                          </p:stCondLst>
                                        </p:cTn>
                                        <p:tgtEl>
                                          <p:spTgt spid="1039"/>
                                        </p:tgtEl>
                                        <p:attrNameLst>
                                          <p:attrName>style.visibility</p:attrName>
                                        </p:attrNameLst>
                                      </p:cBhvr>
                                      <p:to>
                                        <p:strVal val="hidden"/>
                                      </p:to>
                                    </p:set>
                                  </p:childTnLst>
                                </p:cTn>
                              </p:par>
                              <p:par>
                                <p:cTn id="165" presetID="1" presetClass="entr" presetSubtype="0" fill="hold" grpId="0" nodeType="withEffect">
                                  <p:stCondLst>
                                    <p:cond delay="3318"/>
                                  </p:stCondLst>
                                  <p:childTnLst>
                                    <p:set>
                                      <p:cBhvr>
                                        <p:cTn id="166" dur="1" fill="hold">
                                          <p:stCondLst>
                                            <p:cond delay="0"/>
                                          </p:stCondLst>
                                        </p:cTn>
                                        <p:tgtEl>
                                          <p:spTgt spid="1040"/>
                                        </p:tgtEl>
                                        <p:attrNameLst>
                                          <p:attrName>style.visibility</p:attrName>
                                        </p:attrNameLst>
                                      </p:cBhvr>
                                      <p:to>
                                        <p:strVal val="visible"/>
                                      </p:to>
                                    </p:set>
                                  </p:childTnLst>
                                </p:cTn>
                              </p:par>
                              <p:par>
                                <p:cTn id="167" presetID="1" presetClass="exit" presetSubtype="0" fill="hold" grpId="1" nodeType="withEffect">
                                  <p:stCondLst>
                                    <p:cond delay="3370"/>
                                  </p:stCondLst>
                                  <p:childTnLst>
                                    <p:set>
                                      <p:cBhvr>
                                        <p:cTn id="168" dur="1" fill="hold">
                                          <p:stCondLst>
                                            <p:cond delay="0"/>
                                          </p:stCondLst>
                                        </p:cTn>
                                        <p:tgtEl>
                                          <p:spTgt spid="1040"/>
                                        </p:tgtEl>
                                        <p:attrNameLst>
                                          <p:attrName>style.visibility</p:attrName>
                                        </p:attrNameLst>
                                      </p:cBhvr>
                                      <p:to>
                                        <p:strVal val="hidden"/>
                                      </p:to>
                                    </p:set>
                                  </p:childTnLst>
                                </p:cTn>
                              </p:par>
                              <p:par>
                                <p:cTn id="169" presetID="1" presetClass="entr" presetSubtype="0" fill="hold" grpId="0" nodeType="withEffect">
                                  <p:stCondLst>
                                    <p:cond delay="3370"/>
                                  </p:stCondLst>
                                  <p:childTnLst>
                                    <p:set>
                                      <p:cBhvr>
                                        <p:cTn id="170" dur="1" fill="hold">
                                          <p:stCondLst>
                                            <p:cond delay="0"/>
                                          </p:stCondLst>
                                        </p:cTn>
                                        <p:tgtEl>
                                          <p:spTgt spid="1041"/>
                                        </p:tgtEl>
                                        <p:attrNameLst>
                                          <p:attrName>style.visibility</p:attrName>
                                        </p:attrNameLst>
                                      </p:cBhvr>
                                      <p:to>
                                        <p:strVal val="visible"/>
                                      </p:to>
                                    </p:set>
                                  </p:childTnLst>
                                </p:cTn>
                              </p:par>
                              <p:par>
                                <p:cTn id="171" presetID="1" presetClass="exit" presetSubtype="0" fill="hold" grpId="1" nodeType="withEffect">
                                  <p:stCondLst>
                                    <p:cond delay="3438"/>
                                  </p:stCondLst>
                                  <p:childTnLst>
                                    <p:set>
                                      <p:cBhvr>
                                        <p:cTn id="172" dur="1" fill="hold">
                                          <p:stCondLst>
                                            <p:cond delay="0"/>
                                          </p:stCondLst>
                                        </p:cTn>
                                        <p:tgtEl>
                                          <p:spTgt spid="1041"/>
                                        </p:tgtEl>
                                        <p:attrNameLst>
                                          <p:attrName>style.visibility</p:attrName>
                                        </p:attrNameLst>
                                      </p:cBhvr>
                                      <p:to>
                                        <p:strVal val="hidden"/>
                                      </p:to>
                                    </p:set>
                                  </p:childTnLst>
                                </p:cTn>
                              </p:par>
                              <p:par>
                                <p:cTn id="173" presetID="1" presetClass="entr" presetSubtype="0" fill="hold" grpId="0" nodeType="withEffect">
                                  <p:stCondLst>
                                    <p:cond delay="3438"/>
                                  </p:stCondLst>
                                  <p:childTnLst>
                                    <p:set>
                                      <p:cBhvr>
                                        <p:cTn id="174" dur="1" fill="hold">
                                          <p:stCondLst>
                                            <p:cond delay="0"/>
                                          </p:stCondLst>
                                        </p:cTn>
                                        <p:tgtEl>
                                          <p:spTgt spid="1042"/>
                                        </p:tgtEl>
                                        <p:attrNameLst>
                                          <p:attrName>style.visibility</p:attrName>
                                        </p:attrNameLst>
                                      </p:cBhvr>
                                      <p:to>
                                        <p:strVal val="visible"/>
                                      </p:to>
                                    </p:set>
                                  </p:childTnLst>
                                </p:cTn>
                              </p:par>
                              <p:par>
                                <p:cTn id="175" presetID="1" presetClass="exit" presetSubtype="0" fill="hold" grpId="1" nodeType="withEffect">
                                  <p:stCondLst>
                                    <p:cond delay="3509"/>
                                  </p:stCondLst>
                                  <p:childTnLst>
                                    <p:set>
                                      <p:cBhvr>
                                        <p:cTn id="176" dur="1" fill="hold">
                                          <p:stCondLst>
                                            <p:cond delay="0"/>
                                          </p:stCondLst>
                                        </p:cTn>
                                        <p:tgtEl>
                                          <p:spTgt spid="1042"/>
                                        </p:tgtEl>
                                        <p:attrNameLst>
                                          <p:attrName>style.visibility</p:attrName>
                                        </p:attrNameLst>
                                      </p:cBhvr>
                                      <p:to>
                                        <p:strVal val="hidden"/>
                                      </p:to>
                                    </p:set>
                                  </p:childTnLst>
                                </p:cTn>
                              </p:par>
                              <p:par>
                                <p:cTn id="177" presetID="1" presetClass="entr" presetSubtype="0" fill="hold" grpId="0" nodeType="withEffect">
                                  <p:stCondLst>
                                    <p:cond delay="3509"/>
                                  </p:stCondLst>
                                  <p:childTnLst>
                                    <p:set>
                                      <p:cBhvr>
                                        <p:cTn id="178" dur="1" fill="hold">
                                          <p:stCondLst>
                                            <p:cond delay="0"/>
                                          </p:stCondLst>
                                        </p:cTn>
                                        <p:tgtEl>
                                          <p:spTgt spid="1043"/>
                                        </p:tgtEl>
                                        <p:attrNameLst>
                                          <p:attrName>style.visibility</p:attrName>
                                        </p:attrNameLst>
                                      </p:cBhvr>
                                      <p:to>
                                        <p:strVal val="visible"/>
                                      </p:to>
                                    </p:set>
                                  </p:childTnLst>
                                </p:cTn>
                              </p:par>
                              <p:par>
                                <p:cTn id="179" presetID="1" presetClass="exit" presetSubtype="0" fill="hold" grpId="1" nodeType="withEffect">
                                  <p:stCondLst>
                                    <p:cond delay="3569"/>
                                  </p:stCondLst>
                                  <p:childTnLst>
                                    <p:set>
                                      <p:cBhvr>
                                        <p:cTn id="180" dur="1" fill="hold">
                                          <p:stCondLst>
                                            <p:cond delay="0"/>
                                          </p:stCondLst>
                                        </p:cTn>
                                        <p:tgtEl>
                                          <p:spTgt spid="1043"/>
                                        </p:tgtEl>
                                        <p:attrNameLst>
                                          <p:attrName>style.visibility</p:attrName>
                                        </p:attrNameLst>
                                      </p:cBhvr>
                                      <p:to>
                                        <p:strVal val="hidden"/>
                                      </p:to>
                                    </p:set>
                                  </p:childTnLst>
                                </p:cTn>
                              </p:par>
                              <p:par>
                                <p:cTn id="181" presetID="1" presetClass="entr" presetSubtype="0" fill="hold" grpId="0" nodeType="withEffect">
                                  <p:stCondLst>
                                    <p:cond delay="3569"/>
                                  </p:stCondLst>
                                  <p:childTnLst>
                                    <p:set>
                                      <p:cBhvr>
                                        <p:cTn id="182" dur="1" fill="hold">
                                          <p:stCondLst>
                                            <p:cond delay="0"/>
                                          </p:stCondLst>
                                        </p:cTn>
                                        <p:tgtEl>
                                          <p:spTgt spid="1044"/>
                                        </p:tgtEl>
                                        <p:attrNameLst>
                                          <p:attrName>style.visibility</p:attrName>
                                        </p:attrNameLst>
                                      </p:cBhvr>
                                      <p:to>
                                        <p:strVal val="visible"/>
                                      </p:to>
                                    </p:set>
                                  </p:childTnLst>
                                </p:cTn>
                              </p:par>
                              <p:par>
                                <p:cTn id="183" presetID="1" presetClass="exit" presetSubtype="0" fill="hold" grpId="1" nodeType="withEffect">
                                  <p:stCondLst>
                                    <p:cond delay="3644"/>
                                  </p:stCondLst>
                                  <p:childTnLst>
                                    <p:set>
                                      <p:cBhvr>
                                        <p:cTn id="184" dur="1" fill="hold">
                                          <p:stCondLst>
                                            <p:cond delay="0"/>
                                          </p:stCondLst>
                                        </p:cTn>
                                        <p:tgtEl>
                                          <p:spTgt spid="1044"/>
                                        </p:tgtEl>
                                        <p:attrNameLst>
                                          <p:attrName>style.visibility</p:attrName>
                                        </p:attrNameLst>
                                      </p:cBhvr>
                                      <p:to>
                                        <p:strVal val="hidden"/>
                                      </p:to>
                                    </p:set>
                                  </p:childTnLst>
                                </p:cTn>
                              </p:par>
                              <p:par>
                                <p:cTn id="185" presetID="1" presetClass="entr" presetSubtype="0" fill="hold" grpId="0" nodeType="withEffect">
                                  <p:stCondLst>
                                    <p:cond delay="3644"/>
                                  </p:stCondLst>
                                  <p:childTnLst>
                                    <p:set>
                                      <p:cBhvr>
                                        <p:cTn id="186" dur="1" fill="hold">
                                          <p:stCondLst>
                                            <p:cond delay="0"/>
                                          </p:stCondLst>
                                        </p:cTn>
                                        <p:tgtEl>
                                          <p:spTgt spid="1045"/>
                                        </p:tgtEl>
                                        <p:attrNameLst>
                                          <p:attrName>style.visibility</p:attrName>
                                        </p:attrNameLst>
                                      </p:cBhvr>
                                      <p:to>
                                        <p:strVal val="visible"/>
                                      </p:to>
                                    </p:set>
                                  </p:childTnLst>
                                </p:cTn>
                              </p:par>
                              <p:par>
                                <p:cTn id="187" presetID="1" presetClass="exit" presetSubtype="0" fill="hold" grpId="1" nodeType="withEffect">
                                  <p:stCondLst>
                                    <p:cond delay="3715"/>
                                  </p:stCondLst>
                                  <p:childTnLst>
                                    <p:set>
                                      <p:cBhvr>
                                        <p:cTn id="188" dur="1" fill="hold">
                                          <p:stCondLst>
                                            <p:cond delay="0"/>
                                          </p:stCondLst>
                                        </p:cTn>
                                        <p:tgtEl>
                                          <p:spTgt spid="1045"/>
                                        </p:tgtEl>
                                        <p:attrNameLst>
                                          <p:attrName>style.visibility</p:attrName>
                                        </p:attrNameLst>
                                      </p:cBhvr>
                                      <p:to>
                                        <p:strVal val="hidden"/>
                                      </p:to>
                                    </p:set>
                                  </p:childTnLst>
                                </p:cTn>
                              </p:par>
                              <p:par>
                                <p:cTn id="189" presetID="1" presetClass="entr" presetSubtype="0" fill="hold" grpId="0" nodeType="withEffect">
                                  <p:stCondLst>
                                    <p:cond delay="3715"/>
                                  </p:stCondLst>
                                  <p:childTnLst>
                                    <p:set>
                                      <p:cBhvr>
                                        <p:cTn id="190" dur="1" fill="hold">
                                          <p:stCondLst>
                                            <p:cond delay="0"/>
                                          </p:stCondLst>
                                        </p:cTn>
                                        <p:tgtEl>
                                          <p:spTgt spid="1046"/>
                                        </p:tgtEl>
                                        <p:attrNameLst>
                                          <p:attrName>style.visibility</p:attrName>
                                        </p:attrNameLst>
                                      </p:cBhvr>
                                      <p:to>
                                        <p:strVal val="visible"/>
                                      </p:to>
                                    </p:set>
                                  </p:childTnLst>
                                </p:cTn>
                              </p:par>
                              <p:par>
                                <p:cTn id="191" presetID="1" presetClass="exit" presetSubtype="0" fill="hold" grpId="1" nodeType="withEffect">
                                  <p:stCondLst>
                                    <p:cond delay="3783"/>
                                  </p:stCondLst>
                                  <p:childTnLst>
                                    <p:set>
                                      <p:cBhvr>
                                        <p:cTn id="192" dur="1" fill="hold">
                                          <p:stCondLst>
                                            <p:cond delay="0"/>
                                          </p:stCondLst>
                                        </p:cTn>
                                        <p:tgtEl>
                                          <p:spTgt spid="1046"/>
                                        </p:tgtEl>
                                        <p:attrNameLst>
                                          <p:attrName>style.visibility</p:attrName>
                                        </p:attrNameLst>
                                      </p:cBhvr>
                                      <p:to>
                                        <p:strVal val="hidden"/>
                                      </p:to>
                                    </p:set>
                                  </p:childTnLst>
                                </p:cTn>
                              </p:par>
                              <p:par>
                                <p:cTn id="193" presetID="1" presetClass="entr" presetSubtype="0" fill="hold" grpId="0" nodeType="withEffect">
                                  <p:stCondLst>
                                    <p:cond delay="3783"/>
                                  </p:stCondLst>
                                  <p:childTnLst>
                                    <p:set>
                                      <p:cBhvr>
                                        <p:cTn id="194" dur="1" fill="hold">
                                          <p:stCondLst>
                                            <p:cond delay="0"/>
                                          </p:stCondLst>
                                        </p:cTn>
                                        <p:tgtEl>
                                          <p:spTgt spid="1047"/>
                                        </p:tgtEl>
                                        <p:attrNameLst>
                                          <p:attrName>style.visibility</p:attrName>
                                        </p:attrNameLst>
                                      </p:cBhvr>
                                      <p:to>
                                        <p:strVal val="visible"/>
                                      </p:to>
                                    </p:set>
                                  </p:childTnLst>
                                </p:cTn>
                              </p:par>
                              <p:par>
                                <p:cTn id="195" presetID="1" presetClass="exit" presetSubtype="0" fill="hold" grpId="1" nodeType="withEffect">
                                  <p:stCondLst>
                                    <p:cond delay="3865"/>
                                  </p:stCondLst>
                                  <p:childTnLst>
                                    <p:set>
                                      <p:cBhvr>
                                        <p:cTn id="196" dur="1" fill="hold">
                                          <p:stCondLst>
                                            <p:cond delay="0"/>
                                          </p:stCondLst>
                                        </p:cTn>
                                        <p:tgtEl>
                                          <p:spTgt spid="1047"/>
                                        </p:tgtEl>
                                        <p:attrNameLst>
                                          <p:attrName>style.visibility</p:attrName>
                                        </p:attrNameLst>
                                      </p:cBhvr>
                                      <p:to>
                                        <p:strVal val="hidden"/>
                                      </p:to>
                                    </p:set>
                                  </p:childTnLst>
                                </p:cTn>
                              </p:par>
                              <p:par>
                                <p:cTn id="197" presetID="1" presetClass="entr" presetSubtype="0" fill="hold" grpId="0" nodeType="withEffect">
                                  <p:stCondLst>
                                    <p:cond delay="3865"/>
                                  </p:stCondLst>
                                  <p:childTnLst>
                                    <p:set>
                                      <p:cBhvr>
                                        <p:cTn id="198" dur="1" fill="hold">
                                          <p:stCondLst>
                                            <p:cond delay="0"/>
                                          </p:stCondLst>
                                        </p:cTn>
                                        <p:tgtEl>
                                          <p:spTgt spid="1048"/>
                                        </p:tgtEl>
                                        <p:attrNameLst>
                                          <p:attrName>style.visibility</p:attrName>
                                        </p:attrNameLst>
                                      </p:cBhvr>
                                      <p:to>
                                        <p:strVal val="visible"/>
                                      </p:to>
                                    </p:set>
                                  </p:childTnLst>
                                </p:cTn>
                              </p:par>
                              <p:par>
                                <p:cTn id="199" presetID="1" presetClass="exit" presetSubtype="0" fill="hold" grpId="1" nodeType="withEffect">
                                  <p:stCondLst>
                                    <p:cond delay="3925"/>
                                  </p:stCondLst>
                                  <p:childTnLst>
                                    <p:set>
                                      <p:cBhvr>
                                        <p:cTn id="200" dur="1" fill="hold">
                                          <p:stCondLst>
                                            <p:cond delay="0"/>
                                          </p:stCondLst>
                                        </p:cTn>
                                        <p:tgtEl>
                                          <p:spTgt spid="1048"/>
                                        </p:tgtEl>
                                        <p:attrNameLst>
                                          <p:attrName>style.visibility</p:attrName>
                                        </p:attrNameLst>
                                      </p:cBhvr>
                                      <p:to>
                                        <p:strVal val="hidden"/>
                                      </p:to>
                                    </p:set>
                                  </p:childTnLst>
                                </p:cTn>
                              </p:par>
                              <p:par>
                                <p:cTn id="201" presetID="1" presetClass="entr" presetSubtype="0" fill="hold" grpId="0" nodeType="withEffect">
                                  <p:stCondLst>
                                    <p:cond delay="3925"/>
                                  </p:stCondLst>
                                  <p:childTnLst>
                                    <p:set>
                                      <p:cBhvr>
                                        <p:cTn id="202" dur="1" fill="hold">
                                          <p:stCondLst>
                                            <p:cond delay="0"/>
                                          </p:stCondLst>
                                        </p:cTn>
                                        <p:tgtEl>
                                          <p:spTgt spid="1049"/>
                                        </p:tgtEl>
                                        <p:attrNameLst>
                                          <p:attrName>style.visibility</p:attrName>
                                        </p:attrNameLst>
                                      </p:cBhvr>
                                      <p:to>
                                        <p:strVal val="visible"/>
                                      </p:to>
                                    </p:set>
                                  </p:childTnLst>
                                </p:cTn>
                              </p:par>
                              <p:par>
                                <p:cTn id="203" presetID="1" presetClass="exit" presetSubtype="0" fill="hold" grpId="1" nodeType="withEffect">
                                  <p:stCondLst>
                                    <p:cond delay="4000"/>
                                  </p:stCondLst>
                                  <p:childTnLst>
                                    <p:set>
                                      <p:cBhvr>
                                        <p:cTn id="204" dur="1" fill="hold">
                                          <p:stCondLst>
                                            <p:cond delay="0"/>
                                          </p:stCondLst>
                                        </p:cTn>
                                        <p:tgtEl>
                                          <p:spTgt spid="1049"/>
                                        </p:tgtEl>
                                        <p:attrNameLst>
                                          <p:attrName>style.visibility</p:attrName>
                                        </p:attrNameLst>
                                      </p:cBhvr>
                                      <p:to>
                                        <p:strVal val="hidden"/>
                                      </p:to>
                                    </p:set>
                                  </p:childTnLst>
                                </p:cTn>
                              </p:par>
                              <p:par>
                                <p:cTn id="205" presetID="1" presetClass="entr" presetSubtype="0" fill="hold" grpId="0" nodeType="withEffect">
                                  <p:stCondLst>
                                    <p:cond delay="4000"/>
                                  </p:stCondLst>
                                  <p:childTnLst>
                                    <p:set>
                                      <p:cBhvr>
                                        <p:cTn id="206" dur="1" fill="hold">
                                          <p:stCondLst>
                                            <p:cond delay="0"/>
                                          </p:stCondLst>
                                        </p:cTn>
                                        <p:tgtEl>
                                          <p:spTgt spid="83"/>
                                        </p:tgtEl>
                                        <p:attrNameLst>
                                          <p:attrName>style.visibility</p:attrName>
                                        </p:attrNameLst>
                                      </p:cBhvr>
                                      <p:to>
                                        <p:strVal val="visible"/>
                                      </p:to>
                                    </p:set>
                                  </p:childTnLst>
                                </p:cTn>
                              </p:par>
                              <p:par>
                                <p:cTn id="207" presetID="1" presetClass="entr" presetSubtype="0" fill="hold" grpId="0" nodeType="withEffect">
                                  <p:stCondLst>
                                    <p:cond delay="4240"/>
                                  </p:stCondLst>
                                  <p:childTnLst>
                                    <p:set>
                                      <p:cBhvr>
                                        <p:cTn id="208" dur="1" fill="hold">
                                          <p:stCondLst>
                                            <p:cond delay="0"/>
                                          </p:stCondLst>
                                        </p:cTn>
                                        <p:tgtEl>
                                          <p:spTgt spid="1050"/>
                                        </p:tgtEl>
                                        <p:attrNameLst>
                                          <p:attrName>style.visibility</p:attrName>
                                        </p:attrNameLst>
                                      </p:cBhvr>
                                      <p:to>
                                        <p:strVal val="visible"/>
                                      </p:to>
                                    </p:set>
                                  </p:childTnLst>
                                </p:cTn>
                              </p:par>
                              <p:par>
                                <p:cTn id="209" presetID="1" presetClass="exit" presetSubtype="0" fill="hold" grpId="1" nodeType="withEffect">
                                  <p:stCondLst>
                                    <p:cond delay="4282"/>
                                  </p:stCondLst>
                                  <p:childTnLst>
                                    <p:set>
                                      <p:cBhvr>
                                        <p:cTn id="210" dur="1" fill="hold">
                                          <p:stCondLst>
                                            <p:cond delay="0"/>
                                          </p:stCondLst>
                                        </p:cTn>
                                        <p:tgtEl>
                                          <p:spTgt spid="1050"/>
                                        </p:tgtEl>
                                        <p:attrNameLst>
                                          <p:attrName>style.visibility</p:attrName>
                                        </p:attrNameLst>
                                      </p:cBhvr>
                                      <p:to>
                                        <p:strVal val="hidden"/>
                                      </p:to>
                                    </p:set>
                                  </p:childTnLst>
                                </p:cTn>
                              </p:par>
                              <p:par>
                                <p:cTn id="211" presetID="1" presetClass="entr" presetSubtype="0" fill="hold" grpId="0" nodeType="withEffect">
                                  <p:stCondLst>
                                    <p:cond delay="4282"/>
                                  </p:stCondLst>
                                  <p:childTnLst>
                                    <p:set>
                                      <p:cBhvr>
                                        <p:cTn id="212" dur="1" fill="hold">
                                          <p:stCondLst>
                                            <p:cond delay="0"/>
                                          </p:stCondLst>
                                        </p:cTn>
                                        <p:tgtEl>
                                          <p:spTgt spid="1051"/>
                                        </p:tgtEl>
                                        <p:attrNameLst>
                                          <p:attrName>style.visibility</p:attrName>
                                        </p:attrNameLst>
                                      </p:cBhvr>
                                      <p:to>
                                        <p:strVal val="visible"/>
                                      </p:to>
                                    </p:set>
                                  </p:childTnLst>
                                </p:cTn>
                              </p:par>
                              <p:par>
                                <p:cTn id="213" presetID="1" presetClass="exit" presetSubtype="0" fill="hold" grpId="1" nodeType="withEffect">
                                  <p:stCondLst>
                                    <p:cond delay="4336"/>
                                  </p:stCondLst>
                                  <p:childTnLst>
                                    <p:set>
                                      <p:cBhvr>
                                        <p:cTn id="214" dur="1" fill="hold">
                                          <p:stCondLst>
                                            <p:cond delay="0"/>
                                          </p:stCondLst>
                                        </p:cTn>
                                        <p:tgtEl>
                                          <p:spTgt spid="1051"/>
                                        </p:tgtEl>
                                        <p:attrNameLst>
                                          <p:attrName>style.visibility</p:attrName>
                                        </p:attrNameLst>
                                      </p:cBhvr>
                                      <p:to>
                                        <p:strVal val="hidden"/>
                                      </p:to>
                                    </p:set>
                                  </p:childTnLst>
                                </p:cTn>
                              </p:par>
                              <p:par>
                                <p:cTn id="215" presetID="1" presetClass="entr" presetSubtype="0" fill="hold" grpId="0" nodeType="withEffect">
                                  <p:stCondLst>
                                    <p:cond delay="4336"/>
                                  </p:stCondLst>
                                  <p:childTnLst>
                                    <p:set>
                                      <p:cBhvr>
                                        <p:cTn id="216" dur="1" fill="hold">
                                          <p:stCondLst>
                                            <p:cond delay="0"/>
                                          </p:stCondLst>
                                        </p:cTn>
                                        <p:tgtEl>
                                          <p:spTgt spid="1052"/>
                                        </p:tgtEl>
                                        <p:attrNameLst>
                                          <p:attrName>style.visibility</p:attrName>
                                        </p:attrNameLst>
                                      </p:cBhvr>
                                      <p:to>
                                        <p:strVal val="visible"/>
                                      </p:to>
                                    </p:set>
                                  </p:childTnLst>
                                </p:cTn>
                              </p:par>
                              <p:par>
                                <p:cTn id="217" presetID="1" presetClass="exit" presetSubtype="0" fill="hold" grpId="1" nodeType="withEffect">
                                  <p:stCondLst>
                                    <p:cond delay="4402"/>
                                  </p:stCondLst>
                                  <p:childTnLst>
                                    <p:set>
                                      <p:cBhvr>
                                        <p:cTn id="218" dur="1" fill="hold">
                                          <p:stCondLst>
                                            <p:cond delay="0"/>
                                          </p:stCondLst>
                                        </p:cTn>
                                        <p:tgtEl>
                                          <p:spTgt spid="1052"/>
                                        </p:tgtEl>
                                        <p:attrNameLst>
                                          <p:attrName>style.visibility</p:attrName>
                                        </p:attrNameLst>
                                      </p:cBhvr>
                                      <p:to>
                                        <p:strVal val="hidden"/>
                                      </p:to>
                                    </p:set>
                                  </p:childTnLst>
                                </p:cTn>
                              </p:par>
                              <p:par>
                                <p:cTn id="219" presetID="1" presetClass="entr" presetSubtype="0" fill="hold" grpId="0" nodeType="withEffect">
                                  <p:stCondLst>
                                    <p:cond delay="4402"/>
                                  </p:stCondLst>
                                  <p:childTnLst>
                                    <p:set>
                                      <p:cBhvr>
                                        <p:cTn id="220" dur="1" fill="hold">
                                          <p:stCondLst>
                                            <p:cond delay="0"/>
                                          </p:stCondLst>
                                        </p:cTn>
                                        <p:tgtEl>
                                          <p:spTgt spid="1053"/>
                                        </p:tgtEl>
                                        <p:attrNameLst>
                                          <p:attrName>style.visibility</p:attrName>
                                        </p:attrNameLst>
                                      </p:cBhvr>
                                      <p:to>
                                        <p:strVal val="visible"/>
                                      </p:to>
                                    </p:set>
                                  </p:childTnLst>
                                </p:cTn>
                              </p:par>
                              <p:par>
                                <p:cTn id="221" presetID="1" presetClass="exit" presetSubtype="0" fill="hold" grpId="1" nodeType="withEffect">
                                  <p:stCondLst>
                                    <p:cond delay="4450"/>
                                  </p:stCondLst>
                                  <p:childTnLst>
                                    <p:set>
                                      <p:cBhvr>
                                        <p:cTn id="222" dur="1" fill="hold">
                                          <p:stCondLst>
                                            <p:cond delay="0"/>
                                          </p:stCondLst>
                                        </p:cTn>
                                        <p:tgtEl>
                                          <p:spTgt spid="1053"/>
                                        </p:tgtEl>
                                        <p:attrNameLst>
                                          <p:attrName>style.visibility</p:attrName>
                                        </p:attrNameLst>
                                      </p:cBhvr>
                                      <p:to>
                                        <p:strVal val="hidden"/>
                                      </p:to>
                                    </p:set>
                                  </p:childTnLst>
                                </p:cTn>
                              </p:par>
                              <p:par>
                                <p:cTn id="223" presetID="1" presetClass="entr" presetSubtype="0" fill="hold" grpId="0" nodeType="withEffect">
                                  <p:stCondLst>
                                    <p:cond delay="4450"/>
                                  </p:stCondLst>
                                  <p:childTnLst>
                                    <p:set>
                                      <p:cBhvr>
                                        <p:cTn id="224" dur="1" fill="hold">
                                          <p:stCondLst>
                                            <p:cond delay="0"/>
                                          </p:stCondLst>
                                        </p:cTn>
                                        <p:tgtEl>
                                          <p:spTgt spid="1054"/>
                                        </p:tgtEl>
                                        <p:attrNameLst>
                                          <p:attrName>style.visibility</p:attrName>
                                        </p:attrNameLst>
                                      </p:cBhvr>
                                      <p:to>
                                        <p:strVal val="visible"/>
                                      </p:to>
                                    </p:set>
                                  </p:childTnLst>
                                </p:cTn>
                              </p:par>
                              <p:par>
                                <p:cTn id="225" presetID="1" presetClass="exit" presetSubtype="0" fill="hold" grpId="1" nodeType="withEffect">
                                  <p:stCondLst>
                                    <p:cond delay="4507"/>
                                  </p:stCondLst>
                                  <p:childTnLst>
                                    <p:set>
                                      <p:cBhvr>
                                        <p:cTn id="226" dur="1" fill="hold">
                                          <p:stCondLst>
                                            <p:cond delay="0"/>
                                          </p:stCondLst>
                                        </p:cTn>
                                        <p:tgtEl>
                                          <p:spTgt spid="1054"/>
                                        </p:tgtEl>
                                        <p:attrNameLst>
                                          <p:attrName>style.visibility</p:attrName>
                                        </p:attrNameLst>
                                      </p:cBhvr>
                                      <p:to>
                                        <p:strVal val="hidden"/>
                                      </p:to>
                                    </p:set>
                                  </p:childTnLst>
                                </p:cTn>
                              </p:par>
                              <p:par>
                                <p:cTn id="227" presetID="1" presetClass="entr" presetSubtype="0" fill="hold" grpId="0" nodeType="withEffect">
                                  <p:stCondLst>
                                    <p:cond delay="4507"/>
                                  </p:stCondLst>
                                  <p:childTnLst>
                                    <p:set>
                                      <p:cBhvr>
                                        <p:cTn id="228" dur="1" fill="hold">
                                          <p:stCondLst>
                                            <p:cond delay="0"/>
                                          </p:stCondLst>
                                        </p:cTn>
                                        <p:tgtEl>
                                          <p:spTgt spid="1055"/>
                                        </p:tgtEl>
                                        <p:attrNameLst>
                                          <p:attrName>style.visibility</p:attrName>
                                        </p:attrNameLst>
                                      </p:cBhvr>
                                      <p:to>
                                        <p:strVal val="visible"/>
                                      </p:to>
                                    </p:set>
                                  </p:childTnLst>
                                </p:cTn>
                              </p:par>
                              <p:par>
                                <p:cTn id="229" presetID="1" presetClass="exit" presetSubtype="0" fill="hold" grpId="1" nodeType="withEffect">
                                  <p:stCondLst>
                                    <p:cond delay="4549"/>
                                  </p:stCondLst>
                                  <p:childTnLst>
                                    <p:set>
                                      <p:cBhvr>
                                        <p:cTn id="230" dur="1" fill="hold">
                                          <p:stCondLst>
                                            <p:cond delay="0"/>
                                          </p:stCondLst>
                                        </p:cTn>
                                        <p:tgtEl>
                                          <p:spTgt spid="1055"/>
                                        </p:tgtEl>
                                        <p:attrNameLst>
                                          <p:attrName>style.visibility</p:attrName>
                                        </p:attrNameLst>
                                      </p:cBhvr>
                                      <p:to>
                                        <p:strVal val="hidden"/>
                                      </p:to>
                                    </p:set>
                                  </p:childTnLst>
                                </p:cTn>
                              </p:par>
                              <p:par>
                                <p:cTn id="231" presetID="1" presetClass="entr" presetSubtype="0" fill="hold" grpId="0" nodeType="withEffect">
                                  <p:stCondLst>
                                    <p:cond delay="4549"/>
                                  </p:stCondLst>
                                  <p:childTnLst>
                                    <p:set>
                                      <p:cBhvr>
                                        <p:cTn id="232" dur="1" fill="hold">
                                          <p:stCondLst>
                                            <p:cond delay="0"/>
                                          </p:stCondLst>
                                        </p:cTn>
                                        <p:tgtEl>
                                          <p:spTgt spid="1056"/>
                                        </p:tgtEl>
                                        <p:attrNameLst>
                                          <p:attrName>style.visibility</p:attrName>
                                        </p:attrNameLst>
                                      </p:cBhvr>
                                      <p:to>
                                        <p:strVal val="visible"/>
                                      </p:to>
                                    </p:set>
                                  </p:childTnLst>
                                </p:cTn>
                              </p:par>
                              <p:par>
                                <p:cTn id="233" presetID="1" presetClass="exit" presetSubtype="0" fill="hold" grpId="1" nodeType="withEffect">
                                  <p:stCondLst>
                                    <p:cond delay="4603"/>
                                  </p:stCondLst>
                                  <p:childTnLst>
                                    <p:set>
                                      <p:cBhvr>
                                        <p:cTn id="234" dur="1" fill="hold">
                                          <p:stCondLst>
                                            <p:cond delay="0"/>
                                          </p:stCondLst>
                                        </p:cTn>
                                        <p:tgtEl>
                                          <p:spTgt spid="1056"/>
                                        </p:tgtEl>
                                        <p:attrNameLst>
                                          <p:attrName>style.visibility</p:attrName>
                                        </p:attrNameLst>
                                      </p:cBhvr>
                                      <p:to>
                                        <p:strVal val="hidden"/>
                                      </p:to>
                                    </p:set>
                                  </p:childTnLst>
                                </p:cTn>
                              </p:par>
                              <p:par>
                                <p:cTn id="235" presetID="1" presetClass="entr" presetSubtype="0" fill="hold" grpId="0" nodeType="withEffect">
                                  <p:stCondLst>
                                    <p:cond delay="4603"/>
                                  </p:stCondLst>
                                  <p:childTnLst>
                                    <p:set>
                                      <p:cBhvr>
                                        <p:cTn id="236" dur="1" fill="hold">
                                          <p:stCondLst>
                                            <p:cond delay="0"/>
                                          </p:stCondLst>
                                        </p:cTn>
                                        <p:tgtEl>
                                          <p:spTgt spid="1057"/>
                                        </p:tgtEl>
                                        <p:attrNameLst>
                                          <p:attrName>style.visibility</p:attrName>
                                        </p:attrNameLst>
                                      </p:cBhvr>
                                      <p:to>
                                        <p:strVal val="visible"/>
                                      </p:to>
                                    </p:set>
                                  </p:childTnLst>
                                </p:cTn>
                              </p:par>
                              <p:par>
                                <p:cTn id="237" presetID="1" presetClass="exit" presetSubtype="0" fill="hold" grpId="1" nodeType="withEffect">
                                  <p:stCondLst>
                                    <p:cond delay="4669"/>
                                  </p:stCondLst>
                                  <p:childTnLst>
                                    <p:set>
                                      <p:cBhvr>
                                        <p:cTn id="238" dur="1" fill="hold">
                                          <p:stCondLst>
                                            <p:cond delay="0"/>
                                          </p:stCondLst>
                                        </p:cTn>
                                        <p:tgtEl>
                                          <p:spTgt spid="1057"/>
                                        </p:tgtEl>
                                        <p:attrNameLst>
                                          <p:attrName>style.visibility</p:attrName>
                                        </p:attrNameLst>
                                      </p:cBhvr>
                                      <p:to>
                                        <p:strVal val="hidden"/>
                                      </p:to>
                                    </p:set>
                                  </p:childTnLst>
                                </p:cTn>
                              </p:par>
                              <p:par>
                                <p:cTn id="239" presetID="1" presetClass="entr" presetSubtype="0" fill="hold" grpId="0" nodeType="withEffect">
                                  <p:stCondLst>
                                    <p:cond delay="4669"/>
                                  </p:stCondLst>
                                  <p:childTnLst>
                                    <p:set>
                                      <p:cBhvr>
                                        <p:cTn id="240" dur="1" fill="hold">
                                          <p:stCondLst>
                                            <p:cond delay="0"/>
                                          </p:stCondLst>
                                        </p:cTn>
                                        <p:tgtEl>
                                          <p:spTgt spid="1058"/>
                                        </p:tgtEl>
                                        <p:attrNameLst>
                                          <p:attrName>style.visibility</p:attrName>
                                        </p:attrNameLst>
                                      </p:cBhvr>
                                      <p:to>
                                        <p:strVal val="visible"/>
                                      </p:to>
                                    </p:set>
                                  </p:childTnLst>
                                </p:cTn>
                              </p:par>
                              <p:par>
                                <p:cTn id="241" presetID="1" presetClass="exit" presetSubtype="0" fill="hold" grpId="1" nodeType="withEffect">
                                  <p:stCondLst>
                                    <p:cond delay="4717"/>
                                  </p:stCondLst>
                                  <p:childTnLst>
                                    <p:set>
                                      <p:cBhvr>
                                        <p:cTn id="242" dur="1" fill="hold">
                                          <p:stCondLst>
                                            <p:cond delay="0"/>
                                          </p:stCondLst>
                                        </p:cTn>
                                        <p:tgtEl>
                                          <p:spTgt spid="1058"/>
                                        </p:tgtEl>
                                        <p:attrNameLst>
                                          <p:attrName>style.visibility</p:attrName>
                                        </p:attrNameLst>
                                      </p:cBhvr>
                                      <p:to>
                                        <p:strVal val="hidden"/>
                                      </p:to>
                                    </p:set>
                                  </p:childTnLst>
                                </p:cTn>
                              </p:par>
                              <p:par>
                                <p:cTn id="243" presetID="1" presetClass="entr" presetSubtype="0" fill="hold" grpId="0" nodeType="withEffect">
                                  <p:stCondLst>
                                    <p:cond delay="4717"/>
                                  </p:stCondLst>
                                  <p:childTnLst>
                                    <p:set>
                                      <p:cBhvr>
                                        <p:cTn id="244" dur="1" fill="hold">
                                          <p:stCondLst>
                                            <p:cond delay="0"/>
                                          </p:stCondLst>
                                        </p:cTn>
                                        <p:tgtEl>
                                          <p:spTgt spid="1059"/>
                                        </p:tgtEl>
                                        <p:attrNameLst>
                                          <p:attrName>style.visibility</p:attrName>
                                        </p:attrNameLst>
                                      </p:cBhvr>
                                      <p:to>
                                        <p:strVal val="visible"/>
                                      </p:to>
                                    </p:set>
                                  </p:childTnLst>
                                </p:cTn>
                              </p:par>
                              <p:par>
                                <p:cTn id="245" presetID="1" presetClass="exit" presetSubtype="0" fill="hold" grpId="1" nodeType="withEffect">
                                  <p:stCondLst>
                                    <p:cond delay="4777"/>
                                  </p:stCondLst>
                                  <p:childTnLst>
                                    <p:set>
                                      <p:cBhvr>
                                        <p:cTn id="246" dur="1" fill="hold">
                                          <p:stCondLst>
                                            <p:cond delay="0"/>
                                          </p:stCondLst>
                                        </p:cTn>
                                        <p:tgtEl>
                                          <p:spTgt spid="1059"/>
                                        </p:tgtEl>
                                        <p:attrNameLst>
                                          <p:attrName>style.visibility</p:attrName>
                                        </p:attrNameLst>
                                      </p:cBhvr>
                                      <p:to>
                                        <p:strVal val="hidden"/>
                                      </p:to>
                                    </p:set>
                                  </p:childTnLst>
                                </p:cTn>
                              </p:par>
                              <p:par>
                                <p:cTn id="247" presetID="1" presetClass="entr" presetSubtype="0" fill="hold" grpId="0" nodeType="withEffect">
                                  <p:stCondLst>
                                    <p:cond delay="4777"/>
                                  </p:stCondLst>
                                  <p:childTnLst>
                                    <p:set>
                                      <p:cBhvr>
                                        <p:cTn id="248" dur="1" fill="hold">
                                          <p:stCondLst>
                                            <p:cond delay="0"/>
                                          </p:stCondLst>
                                        </p:cTn>
                                        <p:tgtEl>
                                          <p:spTgt spid="1060"/>
                                        </p:tgtEl>
                                        <p:attrNameLst>
                                          <p:attrName>style.visibility</p:attrName>
                                        </p:attrNameLst>
                                      </p:cBhvr>
                                      <p:to>
                                        <p:strVal val="visible"/>
                                      </p:to>
                                    </p:set>
                                  </p:childTnLst>
                                </p:cTn>
                              </p:par>
                              <p:par>
                                <p:cTn id="249" presetID="1" presetClass="exit" presetSubtype="0" fill="hold" grpId="1" nodeType="withEffect">
                                  <p:stCondLst>
                                    <p:cond delay="4819"/>
                                  </p:stCondLst>
                                  <p:childTnLst>
                                    <p:set>
                                      <p:cBhvr>
                                        <p:cTn id="250" dur="1" fill="hold">
                                          <p:stCondLst>
                                            <p:cond delay="0"/>
                                          </p:stCondLst>
                                        </p:cTn>
                                        <p:tgtEl>
                                          <p:spTgt spid="1060"/>
                                        </p:tgtEl>
                                        <p:attrNameLst>
                                          <p:attrName>style.visibility</p:attrName>
                                        </p:attrNameLst>
                                      </p:cBhvr>
                                      <p:to>
                                        <p:strVal val="hidden"/>
                                      </p:to>
                                    </p:set>
                                  </p:childTnLst>
                                </p:cTn>
                              </p:par>
                              <p:par>
                                <p:cTn id="251" presetID="1" presetClass="entr" presetSubtype="0" fill="hold" grpId="0" nodeType="withEffect">
                                  <p:stCondLst>
                                    <p:cond delay="4819"/>
                                  </p:stCondLst>
                                  <p:childTnLst>
                                    <p:set>
                                      <p:cBhvr>
                                        <p:cTn id="252" dur="1" fill="hold">
                                          <p:stCondLst>
                                            <p:cond delay="0"/>
                                          </p:stCondLst>
                                        </p:cTn>
                                        <p:tgtEl>
                                          <p:spTgt spid="1061"/>
                                        </p:tgtEl>
                                        <p:attrNameLst>
                                          <p:attrName>style.visibility</p:attrName>
                                        </p:attrNameLst>
                                      </p:cBhvr>
                                      <p:to>
                                        <p:strVal val="visible"/>
                                      </p:to>
                                    </p:set>
                                  </p:childTnLst>
                                </p:cTn>
                              </p:par>
                              <p:par>
                                <p:cTn id="253" presetID="1" presetClass="exit" presetSubtype="0" fill="hold" grpId="1" nodeType="withEffect">
                                  <p:stCondLst>
                                    <p:cond delay="4873"/>
                                  </p:stCondLst>
                                  <p:childTnLst>
                                    <p:set>
                                      <p:cBhvr>
                                        <p:cTn id="254" dur="1" fill="hold">
                                          <p:stCondLst>
                                            <p:cond delay="0"/>
                                          </p:stCondLst>
                                        </p:cTn>
                                        <p:tgtEl>
                                          <p:spTgt spid="1061"/>
                                        </p:tgtEl>
                                        <p:attrNameLst>
                                          <p:attrName>style.visibility</p:attrName>
                                        </p:attrNameLst>
                                      </p:cBhvr>
                                      <p:to>
                                        <p:strVal val="hidden"/>
                                      </p:to>
                                    </p:set>
                                  </p:childTnLst>
                                </p:cTn>
                              </p:par>
                              <p:par>
                                <p:cTn id="255" presetID="1" presetClass="entr" presetSubtype="0" fill="hold" grpId="0" nodeType="withEffect">
                                  <p:stCondLst>
                                    <p:cond delay="4873"/>
                                  </p:stCondLst>
                                  <p:childTnLst>
                                    <p:set>
                                      <p:cBhvr>
                                        <p:cTn id="256" dur="1" fill="hold">
                                          <p:stCondLst>
                                            <p:cond delay="0"/>
                                          </p:stCondLst>
                                        </p:cTn>
                                        <p:tgtEl>
                                          <p:spTgt spid="1062"/>
                                        </p:tgtEl>
                                        <p:attrNameLst>
                                          <p:attrName>style.visibility</p:attrName>
                                        </p:attrNameLst>
                                      </p:cBhvr>
                                      <p:to>
                                        <p:strVal val="visible"/>
                                      </p:to>
                                    </p:set>
                                  </p:childTnLst>
                                </p:cTn>
                              </p:par>
                              <p:par>
                                <p:cTn id="257" presetID="1" presetClass="exit" presetSubtype="0" fill="hold" grpId="1" nodeType="withEffect">
                                  <p:stCondLst>
                                    <p:cond delay="5101"/>
                                  </p:stCondLst>
                                  <p:childTnLst>
                                    <p:set>
                                      <p:cBhvr>
                                        <p:cTn id="258" dur="1" fill="hold">
                                          <p:stCondLst>
                                            <p:cond delay="0"/>
                                          </p:stCondLst>
                                        </p:cTn>
                                        <p:tgtEl>
                                          <p:spTgt spid="1062"/>
                                        </p:tgtEl>
                                        <p:attrNameLst>
                                          <p:attrName>style.visibility</p:attrName>
                                        </p:attrNameLst>
                                      </p:cBhvr>
                                      <p:to>
                                        <p:strVal val="hidden"/>
                                      </p:to>
                                    </p:set>
                                  </p:childTnLst>
                                </p:cTn>
                              </p:par>
                              <p:par>
                                <p:cTn id="259" presetID="1" presetClass="entr" presetSubtype="0" fill="hold" grpId="0" nodeType="withEffect">
                                  <p:stCondLst>
                                    <p:cond delay="5101"/>
                                  </p:stCondLst>
                                  <p:childTnLst>
                                    <p:set>
                                      <p:cBhvr>
                                        <p:cTn id="260" dur="1" fill="hold">
                                          <p:stCondLst>
                                            <p:cond delay="0"/>
                                          </p:stCondLst>
                                        </p:cTn>
                                        <p:tgtEl>
                                          <p:spTgt spid="1063"/>
                                        </p:tgtEl>
                                        <p:attrNameLst>
                                          <p:attrName>style.visibility</p:attrName>
                                        </p:attrNameLst>
                                      </p:cBhvr>
                                      <p:to>
                                        <p:strVal val="visible"/>
                                      </p:to>
                                    </p:set>
                                  </p:childTnLst>
                                </p:cTn>
                              </p:par>
                              <p:par>
                                <p:cTn id="261" presetID="1" presetClass="exit" presetSubtype="0" fill="hold" grpId="1" nodeType="withEffect">
                                  <p:stCondLst>
                                    <p:cond delay="5137"/>
                                  </p:stCondLst>
                                  <p:childTnLst>
                                    <p:set>
                                      <p:cBhvr>
                                        <p:cTn id="262" dur="1" fill="hold">
                                          <p:stCondLst>
                                            <p:cond delay="0"/>
                                          </p:stCondLst>
                                        </p:cTn>
                                        <p:tgtEl>
                                          <p:spTgt spid="1063"/>
                                        </p:tgtEl>
                                        <p:attrNameLst>
                                          <p:attrName>style.visibility</p:attrName>
                                        </p:attrNameLst>
                                      </p:cBhvr>
                                      <p:to>
                                        <p:strVal val="hidden"/>
                                      </p:to>
                                    </p:set>
                                  </p:childTnLst>
                                </p:cTn>
                              </p:par>
                              <p:par>
                                <p:cTn id="263" presetID="1" presetClass="entr" presetSubtype="0" fill="hold" grpId="0" nodeType="withEffect">
                                  <p:stCondLst>
                                    <p:cond delay="5137"/>
                                  </p:stCondLst>
                                  <p:childTnLst>
                                    <p:set>
                                      <p:cBhvr>
                                        <p:cTn id="264" dur="1" fill="hold">
                                          <p:stCondLst>
                                            <p:cond delay="0"/>
                                          </p:stCondLst>
                                        </p:cTn>
                                        <p:tgtEl>
                                          <p:spTgt spid="1064"/>
                                        </p:tgtEl>
                                        <p:attrNameLst>
                                          <p:attrName>style.visibility</p:attrName>
                                        </p:attrNameLst>
                                      </p:cBhvr>
                                      <p:to>
                                        <p:strVal val="visible"/>
                                      </p:to>
                                    </p:set>
                                  </p:childTnLst>
                                </p:cTn>
                              </p:par>
                              <p:par>
                                <p:cTn id="265" presetID="1" presetClass="exit" presetSubtype="0" fill="hold" grpId="1" nodeType="withEffect">
                                  <p:stCondLst>
                                    <p:cond delay="5197"/>
                                  </p:stCondLst>
                                  <p:childTnLst>
                                    <p:set>
                                      <p:cBhvr>
                                        <p:cTn id="266" dur="1" fill="hold">
                                          <p:stCondLst>
                                            <p:cond delay="0"/>
                                          </p:stCondLst>
                                        </p:cTn>
                                        <p:tgtEl>
                                          <p:spTgt spid="1064"/>
                                        </p:tgtEl>
                                        <p:attrNameLst>
                                          <p:attrName>style.visibility</p:attrName>
                                        </p:attrNameLst>
                                      </p:cBhvr>
                                      <p:to>
                                        <p:strVal val="hidden"/>
                                      </p:to>
                                    </p:set>
                                  </p:childTnLst>
                                </p:cTn>
                              </p:par>
                              <p:par>
                                <p:cTn id="267" presetID="1" presetClass="entr" presetSubtype="0" fill="hold" grpId="0" nodeType="withEffect">
                                  <p:stCondLst>
                                    <p:cond delay="5197"/>
                                  </p:stCondLst>
                                  <p:childTnLst>
                                    <p:set>
                                      <p:cBhvr>
                                        <p:cTn id="268" dur="1" fill="hold">
                                          <p:stCondLst>
                                            <p:cond delay="0"/>
                                          </p:stCondLst>
                                        </p:cTn>
                                        <p:tgtEl>
                                          <p:spTgt spid="1065"/>
                                        </p:tgtEl>
                                        <p:attrNameLst>
                                          <p:attrName>style.visibility</p:attrName>
                                        </p:attrNameLst>
                                      </p:cBhvr>
                                      <p:to>
                                        <p:strVal val="visible"/>
                                      </p:to>
                                    </p:set>
                                  </p:childTnLst>
                                </p:cTn>
                              </p:par>
                              <p:par>
                                <p:cTn id="269" presetID="1" presetClass="exit" presetSubtype="0" fill="hold" grpId="1" nodeType="withEffect">
                                  <p:stCondLst>
                                    <p:cond delay="5254"/>
                                  </p:stCondLst>
                                  <p:childTnLst>
                                    <p:set>
                                      <p:cBhvr>
                                        <p:cTn id="270" dur="1" fill="hold">
                                          <p:stCondLst>
                                            <p:cond delay="0"/>
                                          </p:stCondLst>
                                        </p:cTn>
                                        <p:tgtEl>
                                          <p:spTgt spid="1065"/>
                                        </p:tgtEl>
                                        <p:attrNameLst>
                                          <p:attrName>style.visibility</p:attrName>
                                        </p:attrNameLst>
                                      </p:cBhvr>
                                      <p:to>
                                        <p:strVal val="hidden"/>
                                      </p:to>
                                    </p:set>
                                  </p:childTnLst>
                                </p:cTn>
                              </p:par>
                              <p:par>
                                <p:cTn id="271" presetID="1" presetClass="entr" presetSubtype="0" fill="hold" grpId="0" nodeType="withEffect">
                                  <p:stCondLst>
                                    <p:cond delay="5254"/>
                                  </p:stCondLst>
                                  <p:childTnLst>
                                    <p:set>
                                      <p:cBhvr>
                                        <p:cTn id="272" dur="1" fill="hold">
                                          <p:stCondLst>
                                            <p:cond delay="0"/>
                                          </p:stCondLst>
                                        </p:cTn>
                                        <p:tgtEl>
                                          <p:spTgt spid="1066"/>
                                        </p:tgtEl>
                                        <p:attrNameLst>
                                          <p:attrName>style.visibility</p:attrName>
                                        </p:attrNameLst>
                                      </p:cBhvr>
                                      <p:to>
                                        <p:strVal val="visible"/>
                                      </p:to>
                                    </p:set>
                                  </p:childTnLst>
                                </p:cTn>
                              </p:par>
                              <p:par>
                                <p:cTn id="273" presetID="1" presetClass="exit" presetSubtype="0" fill="hold" grpId="1" nodeType="withEffect">
                                  <p:stCondLst>
                                    <p:cond delay="5308"/>
                                  </p:stCondLst>
                                  <p:childTnLst>
                                    <p:set>
                                      <p:cBhvr>
                                        <p:cTn id="274" dur="1" fill="hold">
                                          <p:stCondLst>
                                            <p:cond delay="0"/>
                                          </p:stCondLst>
                                        </p:cTn>
                                        <p:tgtEl>
                                          <p:spTgt spid="1066"/>
                                        </p:tgtEl>
                                        <p:attrNameLst>
                                          <p:attrName>style.visibility</p:attrName>
                                        </p:attrNameLst>
                                      </p:cBhvr>
                                      <p:to>
                                        <p:strVal val="hidden"/>
                                      </p:to>
                                    </p:set>
                                  </p:childTnLst>
                                </p:cTn>
                              </p:par>
                              <p:par>
                                <p:cTn id="275" presetID="1" presetClass="entr" presetSubtype="0" fill="hold" grpId="0" nodeType="withEffect">
                                  <p:stCondLst>
                                    <p:cond delay="5308"/>
                                  </p:stCondLst>
                                  <p:childTnLst>
                                    <p:set>
                                      <p:cBhvr>
                                        <p:cTn id="276" dur="1" fill="hold">
                                          <p:stCondLst>
                                            <p:cond delay="0"/>
                                          </p:stCondLst>
                                        </p:cTn>
                                        <p:tgtEl>
                                          <p:spTgt spid="1067"/>
                                        </p:tgtEl>
                                        <p:attrNameLst>
                                          <p:attrName>style.visibility</p:attrName>
                                        </p:attrNameLst>
                                      </p:cBhvr>
                                      <p:to>
                                        <p:strVal val="visible"/>
                                      </p:to>
                                    </p:set>
                                  </p:childTnLst>
                                </p:cTn>
                              </p:par>
                              <p:par>
                                <p:cTn id="277" presetID="1" presetClass="exit" presetSubtype="0" fill="hold" grpId="1" nodeType="withEffect">
                                  <p:stCondLst>
                                    <p:cond delay="5374"/>
                                  </p:stCondLst>
                                  <p:childTnLst>
                                    <p:set>
                                      <p:cBhvr>
                                        <p:cTn id="278" dur="1" fill="hold">
                                          <p:stCondLst>
                                            <p:cond delay="0"/>
                                          </p:stCondLst>
                                        </p:cTn>
                                        <p:tgtEl>
                                          <p:spTgt spid="1067"/>
                                        </p:tgtEl>
                                        <p:attrNameLst>
                                          <p:attrName>style.visibility</p:attrName>
                                        </p:attrNameLst>
                                      </p:cBhvr>
                                      <p:to>
                                        <p:strVal val="hidden"/>
                                      </p:to>
                                    </p:set>
                                  </p:childTnLst>
                                </p:cTn>
                              </p:par>
                              <p:par>
                                <p:cTn id="279" presetID="1" presetClass="entr" presetSubtype="0" fill="hold" grpId="0" nodeType="withEffect">
                                  <p:stCondLst>
                                    <p:cond delay="5374"/>
                                  </p:stCondLst>
                                  <p:childTnLst>
                                    <p:set>
                                      <p:cBhvr>
                                        <p:cTn id="280" dur="1" fill="hold">
                                          <p:stCondLst>
                                            <p:cond delay="0"/>
                                          </p:stCondLst>
                                        </p:cTn>
                                        <p:tgtEl>
                                          <p:spTgt spid="1068"/>
                                        </p:tgtEl>
                                        <p:attrNameLst>
                                          <p:attrName>style.visibility</p:attrName>
                                        </p:attrNameLst>
                                      </p:cBhvr>
                                      <p:to>
                                        <p:strVal val="visible"/>
                                      </p:to>
                                    </p:set>
                                  </p:childTnLst>
                                </p:cTn>
                              </p:par>
                              <p:par>
                                <p:cTn id="281" presetID="1" presetClass="exit" presetSubtype="0" fill="hold" grpId="1" nodeType="withEffect">
                                  <p:stCondLst>
                                    <p:cond delay="5422"/>
                                  </p:stCondLst>
                                  <p:childTnLst>
                                    <p:set>
                                      <p:cBhvr>
                                        <p:cTn id="282" dur="1" fill="hold">
                                          <p:stCondLst>
                                            <p:cond delay="0"/>
                                          </p:stCondLst>
                                        </p:cTn>
                                        <p:tgtEl>
                                          <p:spTgt spid="1068"/>
                                        </p:tgtEl>
                                        <p:attrNameLst>
                                          <p:attrName>style.visibility</p:attrName>
                                        </p:attrNameLst>
                                      </p:cBhvr>
                                      <p:to>
                                        <p:strVal val="hidden"/>
                                      </p:to>
                                    </p:set>
                                  </p:childTnLst>
                                </p:cTn>
                              </p:par>
                              <p:par>
                                <p:cTn id="283" presetID="1" presetClass="entr" presetSubtype="0" fill="hold" grpId="0" nodeType="withEffect">
                                  <p:stCondLst>
                                    <p:cond delay="5422"/>
                                  </p:stCondLst>
                                  <p:childTnLst>
                                    <p:set>
                                      <p:cBhvr>
                                        <p:cTn id="284" dur="1" fill="hold">
                                          <p:stCondLst>
                                            <p:cond delay="0"/>
                                          </p:stCondLst>
                                        </p:cTn>
                                        <p:tgtEl>
                                          <p:spTgt spid="1069"/>
                                        </p:tgtEl>
                                        <p:attrNameLst>
                                          <p:attrName>style.visibility</p:attrName>
                                        </p:attrNameLst>
                                      </p:cBhvr>
                                      <p:to>
                                        <p:strVal val="visible"/>
                                      </p:to>
                                    </p:set>
                                  </p:childTnLst>
                                </p:cTn>
                              </p:par>
                              <p:par>
                                <p:cTn id="285" presetID="1" presetClass="exit" presetSubtype="0" fill="hold" grpId="1" nodeType="withEffect">
                                  <p:stCondLst>
                                    <p:cond delay="5479"/>
                                  </p:stCondLst>
                                  <p:childTnLst>
                                    <p:set>
                                      <p:cBhvr>
                                        <p:cTn id="286" dur="1" fill="hold">
                                          <p:stCondLst>
                                            <p:cond delay="0"/>
                                          </p:stCondLst>
                                        </p:cTn>
                                        <p:tgtEl>
                                          <p:spTgt spid="1069"/>
                                        </p:tgtEl>
                                        <p:attrNameLst>
                                          <p:attrName>style.visibility</p:attrName>
                                        </p:attrNameLst>
                                      </p:cBhvr>
                                      <p:to>
                                        <p:strVal val="hidden"/>
                                      </p:to>
                                    </p:set>
                                  </p:childTnLst>
                                </p:cTn>
                              </p:par>
                              <p:par>
                                <p:cTn id="287" presetID="1" presetClass="entr" presetSubtype="0" fill="hold" grpId="0" nodeType="withEffect">
                                  <p:stCondLst>
                                    <p:cond delay="5479"/>
                                  </p:stCondLst>
                                  <p:childTnLst>
                                    <p:set>
                                      <p:cBhvr>
                                        <p:cTn id="288" dur="1" fill="hold">
                                          <p:stCondLst>
                                            <p:cond delay="0"/>
                                          </p:stCondLst>
                                        </p:cTn>
                                        <p:tgtEl>
                                          <p:spTgt spid="1070"/>
                                        </p:tgtEl>
                                        <p:attrNameLst>
                                          <p:attrName>style.visibility</p:attrName>
                                        </p:attrNameLst>
                                      </p:cBhvr>
                                      <p:to>
                                        <p:strVal val="visible"/>
                                      </p:to>
                                    </p:set>
                                  </p:childTnLst>
                                </p:cTn>
                              </p:par>
                              <p:par>
                                <p:cTn id="289" presetID="1" presetClass="exit" presetSubtype="0" fill="hold" grpId="1" nodeType="withEffect">
                                  <p:stCondLst>
                                    <p:cond delay="5521"/>
                                  </p:stCondLst>
                                  <p:childTnLst>
                                    <p:set>
                                      <p:cBhvr>
                                        <p:cTn id="290" dur="1" fill="hold">
                                          <p:stCondLst>
                                            <p:cond delay="0"/>
                                          </p:stCondLst>
                                        </p:cTn>
                                        <p:tgtEl>
                                          <p:spTgt spid="1070"/>
                                        </p:tgtEl>
                                        <p:attrNameLst>
                                          <p:attrName>style.visibility</p:attrName>
                                        </p:attrNameLst>
                                      </p:cBhvr>
                                      <p:to>
                                        <p:strVal val="hidden"/>
                                      </p:to>
                                    </p:set>
                                  </p:childTnLst>
                                </p:cTn>
                              </p:par>
                              <p:par>
                                <p:cTn id="291" presetID="1" presetClass="entr" presetSubtype="0" fill="hold" grpId="0" nodeType="withEffect">
                                  <p:stCondLst>
                                    <p:cond delay="5521"/>
                                  </p:stCondLst>
                                  <p:childTnLst>
                                    <p:set>
                                      <p:cBhvr>
                                        <p:cTn id="292" dur="1" fill="hold">
                                          <p:stCondLst>
                                            <p:cond delay="0"/>
                                          </p:stCondLst>
                                        </p:cTn>
                                        <p:tgtEl>
                                          <p:spTgt spid="1071"/>
                                        </p:tgtEl>
                                        <p:attrNameLst>
                                          <p:attrName>style.visibility</p:attrName>
                                        </p:attrNameLst>
                                      </p:cBhvr>
                                      <p:to>
                                        <p:strVal val="visible"/>
                                      </p:to>
                                    </p:set>
                                  </p:childTnLst>
                                </p:cTn>
                              </p:par>
                              <p:par>
                                <p:cTn id="293" presetID="1" presetClass="exit" presetSubtype="0" fill="hold" grpId="1" nodeType="withEffect">
                                  <p:stCondLst>
                                    <p:cond delay="5575"/>
                                  </p:stCondLst>
                                  <p:childTnLst>
                                    <p:set>
                                      <p:cBhvr>
                                        <p:cTn id="294" dur="1" fill="hold">
                                          <p:stCondLst>
                                            <p:cond delay="0"/>
                                          </p:stCondLst>
                                        </p:cTn>
                                        <p:tgtEl>
                                          <p:spTgt spid="1071"/>
                                        </p:tgtEl>
                                        <p:attrNameLst>
                                          <p:attrName>style.visibility</p:attrName>
                                        </p:attrNameLst>
                                      </p:cBhvr>
                                      <p:to>
                                        <p:strVal val="hidden"/>
                                      </p:to>
                                    </p:set>
                                  </p:childTnLst>
                                </p:cTn>
                              </p:par>
                              <p:par>
                                <p:cTn id="295" presetID="1" presetClass="entr" presetSubtype="0" fill="hold" grpId="0" nodeType="withEffect">
                                  <p:stCondLst>
                                    <p:cond delay="5575"/>
                                  </p:stCondLst>
                                  <p:childTnLst>
                                    <p:set>
                                      <p:cBhvr>
                                        <p:cTn id="296" dur="1" fill="hold">
                                          <p:stCondLst>
                                            <p:cond delay="0"/>
                                          </p:stCondLst>
                                        </p:cTn>
                                        <p:tgtEl>
                                          <p:spTgt spid="1072"/>
                                        </p:tgtEl>
                                        <p:attrNameLst>
                                          <p:attrName>style.visibility</p:attrName>
                                        </p:attrNameLst>
                                      </p:cBhvr>
                                      <p:to>
                                        <p:strVal val="visible"/>
                                      </p:to>
                                    </p:set>
                                  </p:childTnLst>
                                </p:cTn>
                              </p:par>
                              <p:par>
                                <p:cTn id="297" presetID="1" presetClass="exit" presetSubtype="0" fill="hold" grpId="1" nodeType="withEffect">
                                  <p:stCondLst>
                                    <p:cond delay="5641"/>
                                  </p:stCondLst>
                                  <p:childTnLst>
                                    <p:set>
                                      <p:cBhvr>
                                        <p:cTn id="298" dur="1" fill="hold">
                                          <p:stCondLst>
                                            <p:cond delay="0"/>
                                          </p:stCondLst>
                                        </p:cTn>
                                        <p:tgtEl>
                                          <p:spTgt spid="1072"/>
                                        </p:tgtEl>
                                        <p:attrNameLst>
                                          <p:attrName>style.visibility</p:attrName>
                                        </p:attrNameLst>
                                      </p:cBhvr>
                                      <p:to>
                                        <p:strVal val="hidden"/>
                                      </p:to>
                                    </p:set>
                                  </p:childTnLst>
                                </p:cTn>
                              </p:par>
                              <p:par>
                                <p:cTn id="299" presetID="1" presetClass="entr" presetSubtype="0" fill="hold" grpId="0" nodeType="withEffect">
                                  <p:stCondLst>
                                    <p:cond delay="5641"/>
                                  </p:stCondLst>
                                  <p:childTnLst>
                                    <p:set>
                                      <p:cBhvr>
                                        <p:cTn id="300" dur="1" fill="hold">
                                          <p:stCondLst>
                                            <p:cond delay="0"/>
                                          </p:stCondLst>
                                        </p:cTn>
                                        <p:tgtEl>
                                          <p:spTgt spid="1073"/>
                                        </p:tgtEl>
                                        <p:attrNameLst>
                                          <p:attrName>style.visibility</p:attrName>
                                        </p:attrNameLst>
                                      </p:cBhvr>
                                      <p:to>
                                        <p:strVal val="visible"/>
                                      </p:to>
                                    </p:set>
                                  </p:childTnLst>
                                </p:cTn>
                              </p:par>
                              <p:par>
                                <p:cTn id="301" presetID="1" presetClass="exit" presetSubtype="0" fill="hold" grpId="1" nodeType="withEffect">
                                  <p:stCondLst>
                                    <p:cond delay="5698"/>
                                  </p:stCondLst>
                                  <p:childTnLst>
                                    <p:set>
                                      <p:cBhvr>
                                        <p:cTn id="302" dur="1" fill="hold">
                                          <p:stCondLst>
                                            <p:cond delay="0"/>
                                          </p:stCondLst>
                                        </p:cTn>
                                        <p:tgtEl>
                                          <p:spTgt spid="1073"/>
                                        </p:tgtEl>
                                        <p:attrNameLst>
                                          <p:attrName>style.visibility</p:attrName>
                                        </p:attrNameLst>
                                      </p:cBhvr>
                                      <p:to>
                                        <p:strVal val="hidden"/>
                                      </p:to>
                                    </p:set>
                                  </p:childTnLst>
                                </p:cTn>
                              </p:par>
                              <p:par>
                                <p:cTn id="303" presetID="1" presetClass="entr" presetSubtype="0" fill="hold" grpId="0" nodeType="withEffect">
                                  <p:stCondLst>
                                    <p:cond delay="5698"/>
                                  </p:stCondLst>
                                  <p:childTnLst>
                                    <p:set>
                                      <p:cBhvr>
                                        <p:cTn id="304" dur="1" fill="hold">
                                          <p:stCondLst>
                                            <p:cond delay="0"/>
                                          </p:stCondLst>
                                        </p:cTn>
                                        <p:tgtEl>
                                          <p:spTgt spid="1074"/>
                                        </p:tgtEl>
                                        <p:attrNameLst>
                                          <p:attrName>style.visibility</p:attrName>
                                        </p:attrNameLst>
                                      </p:cBhvr>
                                      <p:to>
                                        <p:strVal val="visible"/>
                                      </p:to>
                                    </p:set>
                                  </p:childTnLst>
                                </p:cTn>
                              </p:par>
                              <p:par>
                                <p:cTn id="305" presetID="1" presetClass="exit" presetSubtype="0" fill="hold" grpId="1" nodeType="withEffect">
                                  <p:stCondLst>
                                    <p:cond delay="5758"/>
                                  </p:stCondLst>
                                  <p:childTnLst>
                                    <p:set>
                                      <p:cBhvr>
                                        <p:cTn id="306" dur="1" fill="hold">
                                          <p:stCondLst>
                                            <p:cond delay="0"/>
                                          </p:stCondLst>
                                        </p:cTn>
                                        <p:tgtEl>
                                          <p:spTgt spid="1074"/>
                                        </p:tgtEl>
                                        <p:attrNameLst>
                                          <p:attrName>style.visibility</p:attrName>
                                        </p:attrNameLst>
                                      </p:cBhvr>
                                      <p:to>
                                        <p:strVal val="hidden"/>
                                      </p:to>
                                    </p:set>
                                  </p:childTnLst>
                                </p:cTn>
                              </p:par>
                              <p:par>
                                <p:cTn id="307" presetID="1" presetClass="entr" presetSubtype="0" fill="hold" grpId="0" nodeType="withEffect">
                                  <p:stCondLst>
                                    <p:cond delay="5758"/>
                                  </p:stCondLst>
                                  <p:childTnLst>
                                    <p:set>
                                      <p:cBhvr>
                                        <p:cTn id="308" dur="1" fill="hold">
                                          <p:stCondLst>
                                            <p:cond delay="0"/>
                                          </p:stCondLst>
                                        </p:cTn>
                                        <p:tgtEl>
                                          <p:spTgt spid="1075"/>
                                        </p:tgtEl>
                                        <p:attrNameLst>
                                          <p:attrName>style.visibility</p:attrName>
                                        </p:attrNameLst>
                                      </p:cBhvr>
                                      <p:to>
                                        <p:strVal val="visible"/>
                                      </p:to>
                                    </p:set>
                                  </p:childTnLst>
                                </p:cTn>
                              </p:par>
                              <p:par>
                                <p:cTn id="309" presetID="1" presetClass="exit" presetSubtype="0" fill="hold" grpId="1" nodeType="withEffect">
                                  <p:stCondLst>
                                    <p:cond delay="5800"/>
                                  </p:stCondLst>
                                  <p:childTnLst>
                                    <p:set>
                                      <p:cBhvr>
                                        <p:cTn id="310" dur="1" fill="hold">
                                          <p:stCondLst>
                                            <p:cond delay="0"/>
                                          </p:stCondLst>
                                        </p:cTn>
                                        <p:tgtEl>
                                          <p:spTgt spid="1075"/>
                                        </p:tgtEl>
                                        <p:attrNameLst>
                                          <p:attrName>style.visibility</p:attrName>
                                        </p:attrNameLst>
                                      </p:cBhvr>
                                      <p:to>
                                        <p:strVal val="hidden"/>
                                      </p:to>
                                    </p:set>
                                  </p:childTnLst>
                                </p:cTn>
                              </p:par>
                              <p:par>
                                <p:cTn id="311" presetID="1" presetClass="entr" presetSubtype="0" fill="hold" grpId="0" nodeType="withEffect">
                                  <p:stCondLst>
                                    <p:cond delay="5800"/>
                                  </p:stCondLst>
                                  <p:childTnLst>
                                    <p:set>
                                      <p:cBhvr>
                                        <p:cTn id="312" dur="1" fill="hold">
                                          <p:stCondLst>
                                            <p:cond delay="0"/>
                                          </p:stCondLst>
                                        </p:cTn>
                                        <p:tgtEl>
                                          <p:spTgt spid="1076"/>
                                        </p:tgtEl>
                                        <p:attrNameLst>
                                          <p:attrName>style.visibility</p:attrName>
                                        </p:attrNameLst>
                                      </p:cBhvr>
                                      <p:to>
                                        <p:strVal val="visible"/>
                                      </p:to>
                                    </p:set>
                                  </p:childTnLst>
                                </p:cTn>
                              </p:par>
                              <p:par>
                                <p:cTn id="313" presetID="1" presetClass="exit" presetSubtype="0" fill="hold" grpId="1" nodeType="withEffect">
                                  <p:stCondLst>
                                    <p:cond delay="5854"/>
                                  </p:stCondLst>
                                  <p:childTnLst>
                                    <p:set>
                                      <p:cBhvr>
                                        <p:cTn id="314" dur="1" fill="hold">
                                          <p:stCondLst>
                                            <p:cond delay="0"/>
                                          </p:stCondLst>
                                        </p:cTn>
                                        <p:tgtEl>
                                          <p:spTgt spid="1076"/>
                                        </p:tgtEl>
                                        <p:attrNameLst>
                                          <p:attrName>style.visibility</p:attrName>
                                        </p:attrNameLst>
                                      </p:cBhvr>
                                      <p:to>
                                        <p:strVal val="hidden"/>
                                      </p:to>
                                    </p:set>
                                  </p:childTnLst>
                                </p:cTn>
                              </p:par>
                              <p:par>
                                <p:cTn id="315" presetID="1" presetClass="entr" presetSubtype="0" fill="hold" grpId="0" nodeType="withEffect">
                                  <p:stCondLst>
                                    <p:cond delay="5854"/>
                                  </p:stCondLst>
                                  <p:childTnLst>
                                    <p:set>
                                      <p:cBhvr>
                                        <p:cTn id="316" dur="1" fill="hold">
                                          <p:stCondLst>
                                            <p:cond delay="0"/>
                                          </p:stCondLst>
                                        </p:cTn>
                                        <p:tgtEl>
                                          <p:spTgt spid="1077"/>
                                        </p:tgtEl>
                                        <p:attrNameLst>
                                          <p:attrName>style.visibility</p:attrName>
                                        </p:attrNameLst>
                                      </p:cBhvr>
                                      <p:to>
                                        <p:strVal val="visible"/>
                                      </p:to>
                                    </p:set>
                                  </p:childTnLst>
                                </p:cTn>
                              </p:par>
                              <p:par>
                                <p:cTn id="317" presetID="1" presetClass="exit" presetSubtype="0" fill="hold" grpId="1" nodeType="withEffect">
                                  <p:stCondLst>
                                    <p:cond delay="5911"/>
                                  </p:stCondLst>
                                  <p:childTnLst>
                                    <p:set>
                                      <p:cBhvr>
                                        <p:cTn id="318" dur="1" fill="hold">
                                          <p:stCondLst>
                                            <p:cond delay="0"/>
                                          </p:stCondLst>
                                        </p:cTn>
                                        <p:tgtEl>
                                          <p:spTgt spid="1077"/>
                                        </p:tgtEl>
                                        <p:attrNameLst>
                                          <p:attrName>style.visibility</p:attrName>
                                        </p:attrNameLst>
                                      </p:cBhvr>
                                      <p:to>
                                        <p:strVal val="hidden"/>
                                      </p:to>
                                    </p:set>
                                  </p:childTnLst>
                                </p:cTn>
                              </p:par>
                              <p:par>
                                <p:cTn id="319" presetID="1" presetClass="entr" presetSubtype="0" fill="hold" grpId="0" nodeType="withEffect">
                                  <p:stCondLst>
                                    <p:cond delay="5911"/>
                                  </p:stCondLst>
                                  <p:childTnLst>
                                    <p:set>
                                      <p:cBhvr>
                                        <p:cTn id="320" dur="1" fill="hold">
                                          <p:stCondLst>
                                            <p:cond delay="0"/>
                                          </p:stCondLst>
                                        </p:cTn>
                                        <p:tgtEl>
                                          <p:spTgt spid="1078"/>
                                        </p:tgtEl>
                                        <p:attrNameLst>
                                          <p:attrName>style.visibility</p:attrName>
                                        </p:attrNameLst>
                                      </p:cBhvr>
                                      <p:to>
                                        <p:strVal val="visible"/>
                                      </p:to>
                                    </p:set>
                                  </p:childTnLst>
                                </p:cTn>
                              </p:par>
                              <p:par>
                                <p:cTn id="321" presetID="1" presetClass="exit" presetSubtype="0" fill="hold" grpId="1" nodeType="withEffect">
                                  <p:stCondLst>
                                    <p:cond delay="5959"/>
                                  </p:stCondLst>
                                  <p:childTnLst>
                                    <p:set>
                                      <p:cBhvr>
                                        <p:cTn id="322" dur="1" fill="hold">
                                          <p:stCondLst>
                                            <p:cond delay="0"/>
                                          </p:stCondLst>
                                        </p:cTn>
                                        <p:tgtEl>
                                          <p:spTgt spid="1078"/>
                                        </p:tgtEl>
                                        <p:attrNameLst>
                                          <p:attrName>style.visibility</p:attrName>
                                        </p:attrNameLst>
                                      </p:cBhvr>
                                      <p:to>
                                        <p:strVal val="hidden"/>
                                      </p:to>
                                    </p:set>
                                  </p:childTnLst>
                                </p:cTn>
                              </p:par>
                              <p:par>
                                <p:cTn id="323" presetID="1" presetClass="entr" presetSubtype="0" fill="hold" grpId="0" nodeType="withEffect">
                                  <p:stCondLst>
                                    <p:cond delay="5959"/>
                                  </p:stCondLst>
                                  <p:childTnLst>
                                    <p:set>
                                      <p:cBhvr>
                                        <p:cTn id="324" dur="1" fill="hold">
                                          <p:stCondLst>
                                            <p:cond delay="0"/>
                                          </p:stCondLst>
                                        </p:cTn>
                                        <p:tgtEl>
                                          <p:spTgt spid="1079"/>
                                        </p:tgtEl>
                                        <p:attrNameLst>
                                          <p:attrName>style.visibility</p:attrName>
                                        </p:attrNameLst>
                                      </p:cBhvr>
                                      <p:to>
                                        <p:strVal val="visible"/>
                                      </p:to>
                                    </p:set>
                                  </p:childTnLst>
                                </p:cTn>
                              </p:par>
                              <p:par>
                                <p:cTn id="325" presetID="1" presetClass="exit" presetSubtype="0" fill="hold" grpId="1" nodeType="withEffect">
                                  <p:stCondLst>
                                    <p:cond delay="6019"/>
                                  </p:stCondLst>
                                  <p:childTnLst>
                                    <p:set>
                                      <p:cBhvr>
                                        <p:cTn id="326" dur="1" fill="hold">
                                          <p:stCondLst>
                                            <p:cond delay="0"/>
                                          </p:stCondLst>
                                        </p:cTn>
                                        <p:tgtEl>
                                          <p:spTgt spid="1079"/>
                                        </p:tgtEl>
                                        <p:attrNameLst>
                                          <p:attrName>style.visibility</p:attrName>
                                        </p:attrNameLst>
                                      </p:cBhvr>
                                      <p:to>
                                        <p:strVal val="hidden"/>
                                      </p:to>
                                    </p:set>
                                  </p:childTnLst>
                                </p:cTn>
                              </p:par>
                              <p:par>
                                <p:cTn id="327" presetID="1" presetClass="entr" presetSubtype="0" fill="hold" grpId="0" nodeType="withEffect">
                                  <p:stCondLst>
                                    <p:cond delay="6019"/>
                                  </p:stCondLst>
                                  <p:childTnLst>
                                    <p:set>
                                      <p:cBhvr>
                                        <p:cTn id="328" dur="1" fill="hold">
                                          <p:stCondLst>
                                            <p:cond delay="0"/>
                                          </p:stCondLst>
                                        </p:cTn>
                                        <p:tgtEl>
                                          <p:spTgt spid="1080"/>
                                        </p:tgtEl>
                                        <p:attrNameLst>
                                          <p:attrName>style.visibility</p:attrName>
                                        </p:attrNameLst>
                                      </p:cBhvr>
                                      <p:to>
                                        <p:strVal val="visible"/>
                                      </p:to>
                                    </p:set>
                                  </p:childTnLst>
                                </p:cTn>
                              </p:par>
                              <p:par>
                                <p:cTn id="329" presetID="1" presetClass="exit" presetSubtype="0" fill="hold" grpId="1" nodeType="withEffect">
                                  <p:stCondLst>
                                    <p:cond delay="6061"/>
                                  </p:stCondLst>
                                  <p:childTnLst>
                                    <p:set>
                                      <p:cBhvr>
                                        <p:cTn id="330" dur="1" fill="hold">
                                          <p:stCondLst>
                                            <p:cond delay="0"/>
                                          </p:stCondLst>
                                        </p:cTn>
                                        <p:tgtEl>
                                          <p:spTgt spid="1080"/>
                                        </p:tgtEl>
                                        <p:attrNameLst>
                                          <p:attrName>style.visibility</p:attrName>
                                        </p:attrNameLst>
                                      </p:cBhvr>
                                      <p:to>
                                        <p:strVal val="hidden"/>
                                      </p:to>
                                    </p:set>
                                  </p:childTnLst>
                                </p:cTn>
                              </p:par>
                              <p:par>
                                <p:cTn id="331" presetID="1" presetClass="entr" presetSubtype="0" fill="hold" grpId="0" nodeType="withEffect">
                                  <p:stCondLst>
                                    <p:cond delay="6061"/>
                                  </p:stCondLst>
                                  <p:childTnLst>
                                    <p:set>
                                      <p:cBhvr>
                                        <p:cTn id="332" dur="1" fill="hold">
                                          <p:stCondLst>
                                            <p:cond delay="0"/>
                                          </p:stCondLst>
                                        </p:cTn>
                                        <p:tgtEl>
                                          <p:spTgt spid="1081"/>
                                        </p:tgtEl>
                                        <p:attrNameLst>
                                          <p:attrName>style.visibility</p:attrName>
                                        </p:attrNameLst>
                                      </p:cBhvr>
                                      <p:to>
                                        <p:strVal val="visible"/>
                                      </p:to>
                                    </p:set>
                                  </p:childTnLst>
                                </p:cTn>
                              </p:par>
                              <p:par>
                                <p:cTn id="333" presetID="1" presetClass="exit" presetSubtype="0" fill="hold" grpId="1" nodeType="withEffect">
                                  <p:stCondLst>
                                    <p:cond delay="6118"/>
                                  </p:stCondLst>
                                  <p:childTnLst>
                                    <p:set>
                                      <p:cBhvr>
                                        <p:cTn id="334" dur="1" fill="hold">
                                          <p:stCondLst>
                                            <p:cond delay="0"/>
                                          </p:stCondLst>
                                        </p:cTn>
                                        <p:tgtEl>
                                          <p:spTgt spid="1081"/>
                                        </p:tgtEl>
                                        <p:attrNameLst>
                                          <p:attrName>style.visibility</p:attrName>
                                        </p:attrNameLst>
                                      </p:cBhvr>
                                      <p:to>
                                        <p:strVal val="hidden"/>
                                      </p:to>
                                    </p:set>
                                  </p:childTnLst>
                                </p:cTn>
                              </p:par>
                              <p:par>
                                <p:cTn id="335" presetID="1" presetClass="entr" presetSubtype="0" fill="hold" grpId="0" nodeType="withEffect">
                                  <p:stCondLst>
                                    <p:cond delay="6118"/>
                                  </p:stCondLst>
                                  <p:childTnLst>
                                    <p:set>
                                      <p:cBhvr>
                                        <p:cTn id="336" dur="1" fill="hold">
                                          <p:stCondLst>
                                            <p:cond delay="0"/>
                                          </p:stCondLst>
                                        </p:cTn>
                                        <p:tgtEl>
                                          <p:spTgt spid="1082"/>
                                        </p:tgtEl>
                                        <p:attrNameLst>
                                          <p:attrName>style.visibility</p:attrName>
                                        </p:attrNameLst>
                                      </p:cBhvr>
                                      <p:to>
                                        <p:strVal val="visible"/>
                                      </p:to>
                                    </p:set>
                                  </p:childTnLst>
                                </p:cTn>
                              </p:par>
                              <p:par>
                                <p:cTn id="337" presetID="1" presetClass="exit" presetSubtype="0" fill="hold" grpId="1" nodeType="withEffect">
                                  <p:stCondLst>
                                    <p:cond delay="6184"/>
                                  </p:stCondLst>
                                  <p:childTnLst>
                                    <p:set>
                                      <p:cBhvr>
                                        <p:cTn id="338" dur="1" fill="hold">
                                          <p:stCondLst>
                                            <p:cond delay="0"/>
                                          </p:stCondLst>
                                        </p:cTn>
                                        <p:tgtEl>
                                          <p:spTgt spid="1082"/>
                                        </p:tgtEl>
                                        <p:attrNameLst>
                                          <p:attrName>style.visibility</p:attrName>
                                        </p:attrNameLst>
                                      </p:cBhvr>
                                      <p:to>
                                        <p:strVal val="hidden"/>
                                      </p:to>
                                    </p:set>
                                  </p:childTnLst>
                                </p:cTn>
                              </p:par>
                              <p:par>
                                <p:cTn id="339" presetID="1" presetClass="entr" presetSubtype="0" fill="hold" grpId="0" nodeType="withEffect">
                                  <p:stCondLst>
                                    <p:cond delay="6184"/>
                                  </p:stCondLst>
                                  <p:childTnLst>
                                    <p:set>
                                      <p:cBhvr>
                                        <p:cTn id="340" dur="1" fill="hold">
                                          <p:stCondLst>
                                            <p:cond delay="0"/>
                                          </p:stCondLst>
                                        </p:cTn>
                                        <p:tgtEl>
                                          <p:spTgt spid="1083"/>
                                        </p:tgtEl>
                                        <p:attrNameLst>
                                          <p:attrName>style.visibility</p:attrName>
                                        </p:attrNameLst>
                                      </p:cBhvr>
                                      <p:to>
                                        <p:strVal val="visible"/>
                                      </p:to>
                                    </p:set>
                                  </p:childTnLst>
                                </p:cTn>
                              </p:par>
                              <p:par>
                                <p:cTn id="341" presetID="1" presetClass="exit" presetSubtype="0" fill="hold" grpId="1" nodeType="withEffect">
                                  <p:stCondLst>
                                    <p:cond delay="6232"/>
                                  </p:stCondLst>
                                  <p:childTnLst>
                                    <p:set>
                                      <p:cBhvr>
                                        <p:cTn id="342" dur="1" fill="hold">
                                          <p:stCondLst>
                                            <p:cond delay="0"/>
                                          </p:stCondLst>
                                        </p:cTn>
                                        <p:tgtEl>
                                          <p:spTgt spid="1083"/>
                                        </p:tgtEl>
                                        <p:attrNameLst>
                                          <p:attrName>style.visibility</p:attrName>
                                        </p:attrNameLst>
                                      </p:cBhvr>
                                      <p:to>
                                        <p:strVal val="hidden"/>
                                      </p:to>
                                    </p:set>
                                  </p:childTnLst>
                                </p:cTn>
                              </p:par>
                              <p:par>
                                <p:cTn id="343" presetID="1" presetClass="entr" presetSubtype="0" fill="hold" grpId="0" nodeType="withEffect">
                                  <p:stCondLst>
                                    <p:cond delay="6232"/>
                                  </p:stCondLst>
                                  <p:childTnLst>
                                    <p:set>
                                      <p:cBhvr>
                                        <p:cTn id="344" dur="1" fill="hold">
                                          <p:stCondLst>
                                            <p:cond delay="0"/>
                                          </p:stCondLst>
                                        </p:cTn>
                                        <p:tgtEl>
                                          <p:spTgt spid="1084"/>
                                        </p:tgtEl>
                                        <p:attrNameLst>
                                          <p:attrName>style.visibility</p:attrName>
                                        </p:attrNameLst>
                                      </p:cBhvr>
                                      <p:to>
                                        <p:strVal val="visible"/>
                                      </p:to>
                                    </p:set>
                                  </p:childTnLst>
                                </p:cTn>
                              </p:par>
                              <p:par>
                                <p:cTn id="345" presetID="1" presetClass="exit" presetSubtype="0" fill="hold" grpId="1" nodeType="withEffect">
                                  <p:stCondLst>
                                    <p:cond delay="6292"/>
                                  </p:stCondLst>
                                  <p:childTnLst>
                                    <p:set>
                                      <p:cBhvr>
                                        <p:cTn id="346" dur="1" fill="hold">
                                          <p:stCondLst>
                                            <p:cond delay="0"/>
                                          </p:stCondLst>
                                        </p:cTn>
                                        <p:tgtEl>
                                          <p:spTgt spid="1084"/>
                                        </p:tgtEl>
                                        <p:attrNameLst>
                                          <p:attrName>style.visibility</p:attrName>
                                        </p:attrNameLst>
                                      </p:cBhvr>
                                      <p:to>
                                        <p:strVal val="hidden"/>
                                      </p:to>
                                    </p:set>
                                  </p:childTnLst>
                                </p:cTn>
                              </p:par>
                              <p:par>
                                <p:cTn id="347" presetID="1" presetClass="entr" presetSubtype="0" fill="hold" grpId="0" nodeType="withEffect">
                                  <p:stCondLst>
                                    <p:cond delay="6292"/>
                                  </p:stCondLst>
                                  <p:childTnLst>
                                    <p:set>
                                      <p:cBhvr>
                                        <p:cTn id="348" dur="1" fill="hold">
                                          <p:stCondLst>
                                            <p:cond delay="0"/>
                                          </p:stCondLst>
                                        </p:cTn>
                                        <p:tgtEl>
                                          <p:spTgt spid="1085"/>
                                        </p:tgtEl>
                                        <p:attrNameLst>
                                          <p:attrName>style.visibility</p:attrName>
                                        </p:attrNameLst>
                                      </p:cBhvr>
                                      <p:to>
                                        <p:strVal val="visible"/>
                                      </p:to>
                                    </p:set>
                                  </p:childTnLst>
                                </p:cTn>
                              </p:par>
                              <p:par>
                                <p:cTn id="349" presetID="1" presetClass="exit" presetSubtype="0" fill="hold" grpId="1" nodeType="withEffect">
                                  <p:stCondLst>
                                    <p:cond delay="6334"/>
                                  </p:stCondLst>
                                  <p:childTnLst>
                                    <p:set>
                                      <p:cBhvr>
                                        <p:cTn id="350" dur="1" fill="hold">
                                          <p:stCondLst>
                                            <p:cond delay="0"/>
                                          </p:stCondLst>
                                        </p:cTn>
                                        <p:tgtEl>
                                          <p:spTgt spid="1085"/>
                                        </p:tgtEl>
                                        <p:attrNameLst>
                                          <p:attrName>style.visibility</p:attrName>
                                        </p:attrNameLst>
                                      </p:cBhvr>
                                      <p:to>
                                        <p:strVal val="hidden"/>
                                      </p:to>
                                    </p:set>
                                  </p:childTnLst>
                                </p:cTn>
                              </p:par>
                              <p:par>
                                <p:cTn id="351" presetID="1" presetClass="entr" presetSubtype="0" fill="hold" grpId="0" nodeType="withEffect">
                                  <p:stCondLst>
                                    <p:cond delay="6334"/>
                                  </p:stCondLst>
                                  <p:childTnLst>
                                    <p:set>
                                      <p:cBhvr>
                                        <p:cTn id="352" dur="1" fill="hold">
                                          <p:stCondLst>
                                            <p:cond delay="0"/>
                                          </p:stCondLst>
                                        </p:cTn>
                                        <p:tgtEl>
                                          <p:spTgt spid="1086"/>
                                        </p:tgtEl>
                                        <p:attrNameLst>
                                          <p:attrName>style.visibility</p:attrName>
                                        </p:attrNameLst>
                                      </p:cBhvr>
                                      <p:to>
                                        <p:strVal val="visible"/>
                                      </p:to>
                                    </p:set>
                                  </p:childTnLst>
                                </p:cTn>
                              </p:par>
                              <p:par>
                                <p:cTn id="353" presetID="1" presetClass="exit" presetSubtype="0" fill="hold" grpId="1" nodeType="withEffect">
                                  <p:stCondLst>
                                    <p:cond delay="6388"/>
                                  </p:stCondLst>
                                  <p:childTnLst>
                                    <p:set>
                                      <p:cBhvr>
                                        <p:cTn id="354" dur="1" fill="hold">
                                          <p:stCondLst>
                                            <p:cond delay="0"/>
                                          </p:stCondLst>
                                        </p:cTn>
                                        <p:tgtEl>
                                          <p:spTgt spid="1086"/>
                                        </p:tgtEl>
                                        <p:attrNameLst>
                                          <p:attrName>style.visibility</p:attrName>
                                        </p:attrNameLst>
                                      </p:cBhvr>
                                      <p:to>
                                        <p:strVal val="hidden"/>
                                      </p:to>
                                    </p:set>
                                  </p:childTnLst>
                                </p:cTn>
                              </p:par>
                              <p:par>
                                <p:cTn id="355" presetID="1" presetClass="entr" presetSubtype="0" fill="hold" grpId="0" nodeType="withEffect">
                                  <p:stCondLst>
                                    <p:cond delay="6388"/>
                                  </p:stCondLst>
                                  <p:childTnLst>
                                    <p:set>
                                      <p:cBhvr>
                                        <p:cTn id="356" dur="1" fill="hold">
                                          <p:stCondLst>
                                            <p:cond delay="0"/>
                                          </p:stCondLst>
                                        </p:cTn>
                                        <p:tgtEl>
                                          <p:spTgt spid="1087"/>
                                        </p:tgtEl>
                                        <p:attrNameLst>
                                          <p:attrName>style.visibility</p:attrName>
                                        </p:attrNameLst>
                                      </p:cBhvr>
                                      <p:to>
                                        <p:strVal val="visible"/>
                                      </p:to>
                                    </p:set>
                                  </p:childTnLst>
                                </p:cTn>
                              </p:par>
                              <p:par>
                                <p:cTn id="357" presetID="1" presetClass="exit" presetSubtype="0" fill="hold" grpId="1" nodeType="withEffect">
                                  <p:stCondLst>
                                    <p:cond delay="6454"/>
                                  </p:stCondLst>
                                  <p:childTnLst>
                                    <p:set>
                                      <p:cBhvr>
                                        <p:cTn id="358" dur="1" fill="hold">
                                          <p:stCondLst>
                                            <p:cond delay="0"/>
                                          </p:stCondLst>
                                        </p:cTn>
                                        <p:tgtEl>
                                          <p:spTgt spid="1087"/>
                                        </p:tgtEl>
                                        <p:attrNameLst>
                                          <p:attrName>style.visibility</p:attrName>
                                        </p:attrNameLst>
                                      </p:cBhvr>
                                      <p:to>
                                        <p:strVal val="hidden"/>
                                      </p:to>
                                    </p:set>
                                  </p:childTnLst>
                                </p:cTn>
                              </p:par>
                              <p:par>
                                <p:cTn id="359" presetID="1" presetClass="entr" presetSubtype="0" fill="hold" grpId="0" nodeType="withEffect">
                                  <p:stCondLst>
                                    <p:cond delay="6454"/>
                                  </p:stCondLst>
                                  <p:childTnLst>
                                    <p:set>
                                      <p:cBhvr>
                                        <p:cTn id="360" dur="1" fill="hold">
                                          <p:stCondLst>
                                            <p:cond delay="0"/>
                                          </p:stCondLst>
                                        </p:cTn>
                                        <p:tgtEl>
                                          <p:spTgt spid="1088"/>
                                        </p:tgtEl>
                                        <p:attrNameLst>
                                          <p:attrName>style.visibility</p:attrName>
                                        </p:attrNameLst>
                                      </p:cBhvr>
                                      <p:to>
                                        <p:strVal val="visible"/>
                                      </p:to>
                                    </p:set>
                                  </p:childTnLst>
                                </p:cTn>
                              </p:par>
                              <p:par>
                                <p:cTn id="361" presetID="1" presetClass="exit" presetSubtype="0" fill="hold" grpId="1" nodeType="withEffect">
                                  <p:stCondLst>
                                    <p:cond delay="6682"/>
                                  </p:stCondLst>
                                  <p:childTnLst>
                                    <p:set>
                                      <p:cBhvr>
                                        <p:cTn id="362" dur="1" fill="hold">
                                          <p:stCondLst>
                                            <p:cond delay="0"/>
                                          </p:stCondLst>
                                        </p:cTn>
                                        <p:tgtEl>
                                          <p:spTgt spid="1088"/>
                                        </p:tgtEl>
                                        <p:attrNameLst>
                                          <p:attrName>style.visibility</p:attrName>
                                        </p:attrNameLst>
                                      </p:cBhvr>
                                      <p:to>
                                        <p:strVal val="hidden"/>
                                      </p:to>
                                    </p:set>
                                  </p:childTnLst>
                                </p:cTn>
                              </p:par>
                              <p:par>
                                <p:cTn id="363" presetID="1" presetClass="entr" presetSubtype="0" fill="hold" grpId="0" nodeType="withEffect">
                                  <p:stCondLst>
                                    <p:cond delay="6682"/>
                                  </p:stCondLst>
                                  <p:childTnLst>
                                    <p:set>
                                      <p:cBhvr>
                                        <p:cTn id="364" dur="1" fill="hold">
                                          <p:stCondLst>
                                            <p:cond delay="0"/>
                                          </p:stCondLst>
                                        </p:cTn>
                                        <p:tgtEl>
                                          <p:spTgt spid="1089"/>
                                        </p:tgtEl>
                                        <p:attrNameLst>
                                          <p:attrName>style.visibility</p:attrName>
                                        </p:attrNameLst>
                                      </p:cBhvr>
                                      <p:to>
                                        <p:strVal val="visible"/>
                                      </p:to>
                                    </p:set>
                                  </p:childTnLst>
                                </p:cTn>
                              </p:par>
                              <p:par>
                                <p:cTn id="365" presetID="1" presetClass="exit" presetSubtype="0" fill="hold" grpId="1" nodeType="withEffect">
                                  <p:stCondLst>
                                    <p:cond delay="6718"/>
                                  </p:stCondLst>
                                  <p:childTnLst>
                                    <p:set>
                                      <p:cBhvr>
                                        <p:cTn id="366" dur="1" fill="hold">
                                          <p:stCondLst>
                                            <p:cond delay="0"/>
                                          </p:stCondLst>
                                        </p:cTn>
                                        <p:tgtEl>
                                          <p:spTgt spid="1089"/>
                                        </p:tgtEl>
                                        <p:attrNameLst>
                                          <p:attrName>style.visibility</p:attrName>
                                        </p:attrNameLst>
                                      </p:cBhvr>
                                      <p:to>
                                        <p:strVal val="hidden"/>
                                      </p:to>
                                    </p:set>
                                  </p:childTnLst>
                                </p:cTn>
                              </p:par>
                              <p:par>
                                <p:cTn id="367" presetID="1" presetClass="entr" presetSubtype="0" fill="hold" grpId="0" nodeType="withEffect">
                                  <p:stCondLst>
                                    <p:cond delay="6718"/>
                                  </p:stCondLst>
                                  <p:childTnLst>
                                    <p:set>
                                      <p:cBhvr>
                                        <p:cTn id="368" dur="1" fill="hold">
                                          <p:stCondLst>
                                            <p:cond delay="0"/>
                                          </p:stCondLst>
                                        </p:cTn>
                                        <p:tgtEl>
                                          <p:spTgt spid="1090"/>
                                        </p:tgtEl>
                                        <p:attrNameLst>
                                          <p:attrName>style.visibility</p:attrName>
                                        </p:attrNameLst>
                                      </p:cBhvr>
                                      <p:to>
                                        <p:strVal val="visible"/>
                                      </p:to>
                                    </p:set>
                                  </p:childTnLst>
                                </p:cTn>
                              </p:par>
                              <p:par>
                                <p:cTn id="369" presetID="1" presetClass="exit" presetSubtype="0" fill="hold" grpId="1" nodeType="withEffect">
                                  <p:stCondLst>
                                    <p:cond delay="6754"/>
                                  </p:stCondLst>
                                  <p:childTnLst>
                                    <p:set>
                                      <p:cBhvr>
                                        <p:cTn id="370" dur="1" fill="hold">
                                          <p:stCondLst>
                                            <p:cond delay="0"/>
                                          </p:stCondLst>
                                        </p:cTn>
                                        <p:tgtEl>
                                          <p:spTgt spid="1090"/>
                                        </p:tgtEl>
                                        <p:attrNameLst>
                                          <p:attrName>style.visibility</p:attrName>
                                        </p:attrNameLst>
                                      </p:cBhvr>
                                      <p:to>
                                        <p:strVal val="hidden"/>
                                      </p:to>
                                    </p:set>
                                  </p:childTnLst>
                                </p:cTn>
                              </p:par>
                              <p:par>
                                <p:cTn id="371" presetID="1" presetClass="entr" presetSubtype="0" fill="hold" grpId="0" nodeType="withEffect">
                                  <p:stCondLst>
                                    <p:cond delay="6754"/>
                                  </p:stCondLst>
                                  <p:childTnLst>
                                    <p:set>
                                      <p:cBhvr>
                                        <p:cTn id="372" dur="1" fill="hold">
                                          <p:stCondLst>
                                            <p:cond delay="0"/>
                                          </p:stCondLst>
                                        </p:cTn>
                                        <p:tgtEl>
                                          <p:spTgt spid="1091"/>
                                        </p:tgtEl>
                                        <p:attrNameLst>
                                          <p:attrName>style.visibility</p:attrName>
                                        </p:attrNameLst>
                                      </p:cBhvr>
                                      <p:to>
                                        <p:strVal val="visible"/>
                                      </p:to>
                                    </p:set>
                                  </p:childTnLst>
                                </p:cTn>
                              </p:par>
                              <p:par>
                                <p:cTn id="373" presetID="1" presetClass="exit" presetSubtype="0" fill="hold" grpId="1" nodeType="withEffect">
                                  <p:stCondLst>
                                    <p:cond delay="6790"/>
                                  </p:stCondLst>
                                  <p:childTnLst>
                                    <p:set>
                                      <p:cBhvr>
                                        <p:cTn id="374" dur="1" fill="hold">
                                          <p:stCondLst>
                                            <p:cond delay="0"/>
                                          </p:stCondLst>
                                        </p:cTn>
                                        <p:tgtEl>
                                          <p:spTgt spid="1091"/>
                                        </p:tgtEl>
                                        <p:attrNameLst>
                                          <p:attrName>style.visibility</p:attrName>
                                        </p:attrNameLst>
                                      </p:cBhvr>
                                      <p:to>
                                        <p:strVal val="hidden"/>
                                      </p:to>
                                    </p:set>
                                  </p:childTnLst>
                                </p:cTn>
                              </p:par>
                              <p:par>
                                <p:cTn id="375" presetID="1" presetClass="entr" presetSubtype="0" fill="hold" grpId="0" nodeType="withEffect">
                                  <p:stCondLst>
                                    <p:cond delay="6790"/>
                                  </p:stCondLst>
                                  <p:childTnLst>
                                    <p:set>
                                      <p:cBhvr>
                                        <p:cTn id="376" dur="1" fill="hold">
                                          <p:stCondLst>
                                            <p:cond delay="0"/>
                                          </p:stCondLst>
                                        </p:cTn>
                                        <p:tgtEl>
                                          <p:spTgt spid="1092"/>
                                        </p:tgtEl>
                                        <p:attrNameLst>
                                          <p:attrName>style.visibility</p:attrName>
                                        </p:attrNameLst>
                                      </p:cBhvr>
                                      <p:to>
                                        <p:strVal val="visible"/>
                                      </p:to>
                                    </p:set>
                                  </p:childTnLst>
                                </p:cTn>
                              </p:par>
                              <p:par>
                                <p:cTn id="377" presetID="1" presetClass="exit" presetSubtype="0" fill="hold" grpId="1" nodeType="withEffect">
                                  <p:stCondLst>
                                    <p:cond delay="6856"/>
                                  </p:stCondLst>
                                  <p:childTnLst>
                                    <p:set>
                                      <p:cBhvr>
                                        <p:cTn id="378" dur="1" fill="hold">
                                          <p:stCondLst>
                                            <p:cond delay="0"/>
                                          </p:stCondLst>
                                        </p:cTn>
                                        <p:tgtEl>
                                          <p:spTgt spid="1092"/>
                                        </p:tgtEl>
                                        <p:attrNameLst>
                                          <p:attrName>style.visibility</p:attrName>
                                        </p:attrNameLst>
                                      </p:cBhvr>
                                      <p:to>
                                        <p:strVal val="hidden"/>
                                      </p:to>
                                    </p:set>
                                  </p:childTnLst>
                                </p:cTn>
                              </p:par>
                              <p:par>
                                <p:cTn id="379" presetID="1" presetClass="entr" presetSubtype="0" fill="hold" grpId="0" nodeType="withEffect">
                                  <p:stCondLst>
                                    <p:cond delay="6856"/>
                                  </p:stCondLst>
                                  <p:childTnLst>
                                    <p:set>
                                      <p:cBhvr>
                                        <p:cTn id="380" dur="1" fill="hold">
                                          <p:stCondLst>
                                            <p:cond delay="0"/>
                                          </p:stCondLst>
                                        </p:cTn>
                                        <p:tgtEl>
                                          <p:spTgt spid="1093"/>
                                        </p:tgtEl>
                                        <p:attrNameLst>
                                          <p:attrName>style.visibility</p:attrName>
                                        </p:attrNameLst>
                                      </p:cBhvr>
                                      <p:to>
                                        <p:strVal val="visible"/>
                                      </p:to>
                                    </p:set>
                                  </p:childTnLst>
                                </p:cTn>
                              </p:par>
                              <p:par>
                                <p:cTn id="381" presetID="1" presetClass="exit" presetSubtype="0" fill="hold" grpId="1" nodeType="withEffect">
                                  <p:stCondLst>
                                    <p:cond delay="6904"/>
                                  </p:stCondLst>
                                  <p:childTnLst>
                                    <p:set>
                                      <p:cBhvr>
                                        <p:cTn id="382" dur="1" fill="hold">
                                          <p:stCondLst>
                                            <p:cond delay="0"/>
                                          </p:stCondLst>
                                        </p:cTn>
                                        <p:tgtEl>
                                          <p:spTgt spid="1093"/>
                                        </p:tgtEl>
                                        <p:attrNameLst>
                                          <p:attrName>style.visibility</p:attrName>
                                        </p:attrNameLst>
                                      </p:cBhvr>
                                      <p:to>
                                        <p:strVal val="hidden"/>
                                      </p:to>
                                    </p:set>
                                  </p:childTnLst>
                                </p:cTn>
                              </p:par>
                              <p:par>
                                <p:cTn id="383" presetID="1" presetClass="entr" presetSubtype="0" fill="hold" grpId="0" nodeType="withEffect">
                                  <p:stCondLst>
                                    <p:cond delay="6904"/>
                                  </p:stCondLst>
                                  <p:childTnLst>
                                    <p:set>
                                      <p:cBhvr>
                                        <p:cTn id="384" dur="1" fill="hold">
                                          <p:stCondLst>
                                            <p:cond delay="0"/>
                                          </p:stCondLst>
                                        </p:cTn>
                                        <p:tgtEl>
                                          <p:spTgt spid="1094"/>
                                        </p:tgtEl>
                                        <p:attrNameLst>
                                          <p:attrName>style.visibility</p:attrName>
                                        </p:attrNameLst>
                                      </p:cBhvr>
                                      <p:to>
                                        <p:strVal val="visible"/>
                                      </p:to>
                                    </p:set>
                                  </p:childTnLst>
                                </p:cTn>
                              </p:par>
                              <p:par>
                                <p:cTn id="385" presetID="1" presetClass="exit" presetSubtype="0" fill="hold" grpId="1" nodeType="withEffect">
                                  <p:stCondLst>
                                    <p:cond delay="6964"/>
                                  </p:stCondLst>
                                  <p:childTnLst>
                                    <p:set>
                                      <p:cBhvr>
                                        <p:cTn id="386" dur="1" fill="hold">
                                          <p:stCondLst>
                                            <p:cond delay="0"/>
                                          </p:stCondLst>
                                        </p:cTn>
                                        <p:tgtEl>
                                          <p:spTgt spid="1094"/>
                                        </p:tgtEl>
                                        <p:attrNameLst>
                                          <p:attrName>style.visibility</p:attrName>
                                        </p:attrNameLst>
                                      </p:cBhvr>
                                      <p:to>
                                        <p:strVal val="hidden"/>
                                      </p:to>
                                    </p:set>
                                  </p:childTnLst>
                                </p:cTn>
                              </p:par>
                              <p:par>
                                <p:cTn id="387" presetID="1" presetClass="entr" presetSubtype="0" fill="hold" grpId="0" nodeType="withEffect">
                                  <p:stCondLst>
                                    <p:cond delay="6964"/>
                                  </p:stCondLst>
                                  <p:childTnLst>
                                    <p:set>
                                      <p:cBhvr>
                                        <p:cTn id="388" dur="1" fill="hold">
                                          <p:stCondLst>
                                            <p:cond delay="0"/>
                                          </p:stCondLst>
                                        </p:cTn>
                                        <p:tgtEl>
                                          <p:spTgt spid="1095"/>
                                        </p:tgtEl>
                                        <p:attrNameLst>
                                          <p:attrName>style.visibility</p:attrName>
                                        </p:attrNameLst>
                                      </p:cBhvr>
                                      <p:to>
                                        <p:strVal val="visible"/>
                                      </p:to>
                                    </p:set>
                                  </p:childTnLst>
                                </p:cTn>
                              </p:par>
                              <p:par>
                                <p:cTn id="389" presetID="1" presetClass="exit" presetSubtype="0" fill="hold" grpId="1" nodeType="withEffect">
                                  <p:stCondLst>
                                    <p:cond delay="7006"/>
                                  </p:stCondLst>
                                  <p:childTnLst>
                                    <p:set>
                                      <p:cBhvr>
                                        <p:cTn id="390" dur="1" fill="hold">
                                          <p:stCondLst>
                                            <p:cond delay="0"/>
                                          </p:stCondLst>
                                        </p:cTn>
                                        <p:tgtEl>
                                          <p:spTgt spid="1095"/>
                                        </p:tgtEl>
                                        <p:attrNameLst>
                                          <p:attrName>style.visibility</p:attrName>
                                        </p:attrNameLst>
                                      </p:cBhvr>
                                      <p:to>
                                        <p:strVal val="hidden"/>
                                      </p:to>
                                    </p:set>
                                  </p:childTnLst>
                                </p:cTn>
                              </p:par>
                              <p:par>
                                <p:cTn id="391" presetID="1" presetClass="entr" presetSubtype="0" fill="hold" grpId="0" nodeType="withEffect">
                                  <p:stCondLst>
                                    <p:cond delay="7006"/>
                                  </p:stCondLst>
                                  <p:childTnLst>
                                    <p:set>
                                      <p:cBhvr>
                                        <p:cTn id="392" dur="1" fill="hold">
                                          <p:stCondLst>
                                            <p:cond delay="0"/>
                                          </p:stCondLst>
                                        </p:cTn>
                                        <p:tgtEl>
                                          <p:spTgt spid="1096"/>
                                        </p:tgtEl>
                                        <p:attrNameLst>
                                          <p:attrName>style.visibility</p:attrName>
                                        </p:attrNameLst>
                                      </p:cBhvr>
                                      <p:to>
                                        <p:strVal val="visible"/>
                                      </p:to>
                                    </p:set>
                                  </p:childTnLst>
                                </p:cTn>
                              </p:par>
                              <p:par>
                                <p:cTn id="393" presetID="1" presetClass="exit" presetSubtype="0" fill="hold" grpId="1" nodeType="withEffect">
                                  <p:stCondLst>
                                    <p:cond delay="7063"/>
                                  </p:stCondLst>
                                  <p:childTnLst>
                                    <p:set>
                                      <p:cBhvr>
                                        <p:cTn id="394" dur="1" fill="hold">
                                          <p:stCondLst>
                                            <p:cond delay="0"/>
                                          </p:stCondLst>
                                        </p:cTn>
                                        <p:tgtEl>
                                          <p:spTgt spid="1096"/>
                                        </p:tgtEl>
                                        <p:attrNameLst>
                                          <p:attrName>style.visibility</p:attrName>
                                        </p:attrNameLst>
                                      </p:cBhvr>
                                      <p:to>
                                        <p:strVal val="hidden"/>
                                      </p:to>
                                    </p:set>
                                  </p:childTnLst>
                                </p:cTn>
                              </p:par>
                              <p:par>
                                <p:cTn id="395" presetID="1" presetClass="entr" presetSubtype="0" fill="hold" grpId="0" nodeType="withEffect">
                                  <p:stCondLst>
                                    <p:cond delay="7063"/>
                                  </p:stCondLst>
                                  <p:childTnLst>
                                    <p:set>
                                      <p:cBhvr>
                                        <p:cTn id="396" dur="1" fill="hold">
                                          <p:stCondLst>
                                            <p:cond delay="0"/>
                                          </p:stCondLst>
                                        </p:cTn>
                                        <p:tgtEl>
                                          <p:spTgt spid="1097"/>
                                        </p:tgtEl>
                                        <p:attrNameLst>
                                          <p:attrName>style.visibility</p:attrName>
                                        </p:attrNameLst>
                                      </p:cBhvr>
                                      <p:to>
                                        <p:strVal val="visible"/>
                                      </p:to>
                                    </p:set>
                                  </p:childTnLst>
                                </p:cTn>
                              </p:par>
                              <p:par>
                                <p:cTn id="397" presetID="1" presetClass="exit" presetSubtype="0" fill="hold" grpId="1" nodeType="withEffect">
                                  <p:stCondLst>
                                    <p:cond delay="7129"/>
                                  </p:stCondLst>
                                  <p:childTnLst>
                                    <p:set>
                                      <p:cBhvr>
                                        <p:cTn id="398" dur="1" fill="hold">
                                          <p:stCondLst>
                                            <p:cond delay="0"/>
                                          </p:stCondLst>
                                        </p:cTn>
                                        <p:tgtEl>
                                          <p:spTgt spid="1097"/>
                                        </p:tgtEl>
                                        <p:attrNameLst>
                                          <p:attrName>style.visibility</p:attrName>
                                        </p:attrNameLst>
                                      </p:cBhvr>
                                      <p:to>
                                        <p:strVal val="hidden"/>
                                      </p:to>
                                    </p:set>
                                  </p:childTnLst>
                                </p:cTn>
                              </p:par>
                              <p:par>
                                <p:cTn id="399" presetID="1" presetClass="entr" presetSubtype="0" fill="hold" grpId="0" nodeType="withEffect">
                                  <p:stCondLst>
                                    <p:cond delay="7129"/>
                                  </p:stCondLst>
                                  <p:childTnLst>
                                    <p:set>
                                      <p:cBhvr>
                                        <p:cTn id="400" dur="1" fill="hold">
                                          <p:stCondLst>
                                            <p:cond delay="0"/>
                                          </p:stCondLst>
                                        </p:cTn>
                                        <p:tgtEl>
                                          <p:spTgt spid="1098"/>
                                        </p:tgtEl>
                                        <p:attrNameLst>
                                          <p:attrName>style.visibility</p:attrName>
                                        </p:attrNameLst>
                                      </p:cBhvr>
                                      <p:to>
                                        <p:strVal val="visible"/>
                                      </p:to>
                                    </p:set>
                                  </p:childTnLst>
                                </p:cTn>
                              </p:par>
                              <p:par>
                                <p:cTn id="401" presetID="1" presetClass="exit" presetSubtype="0" fill="hold" grpId="1" nodeType="withEffect">
                                  <p:stCondLst>
                                    <p:cond delay="7177"/>
                                  </p:stCondLst>
                                  <p:childTnLst>
                                    <p:set>
                                      <p:cBhvr>
                                        <p:cTn id="402" dur="1" fill="hold">
                                          <p:stCondLst>
                                            <p:cond delay="0"/>
                                          </p:stCondLst>
                                        </p:cTn>
                                        <p:tgtEl>
                                          <p:spTgt spid="1098"/>
                                        </p:tgtEl>
                                        <p:attrNameLst>
                                          <p:attrName>style.visibility</p:attrName>
                                        </p:attrNameLst>
                                      </p:cBhvr>
                                      <p:to>
                                        <p:strVal val="hidden"/>
                                      </p:to>
                                    </p:set>
                                  </p:childTnLst>
                                </p:cTn>
                              </p:par>
                              <p:par>
                                <p:cTn id="403" presetID="1" presetClass="entr" presetSubtype="0" fill="hold" grpId="0" nodeType="withEffect">
                                  <p:stCondLst>
                                    <p:cond delay="7177"/>
                                  </p:stCondLst>
                                  <p:childTnLst>
                                    <p:set>
                                      <p:cBhvr>
                                        <p:cTn id="404" dur="1" fill="hold">
                                          <p:stCondLst>
                                            <p:cond delay="0"/>
                                          </p:stCondLst>
                                        </p:cTn>
                                        <p:tgtEl>
                                          <p:spTgt spid="1099"/>
                                        </p:tgtEl>
                                        <p:attrNameLst>
                                          <p:attrName>style.visibility</p:attrName>
                                        </p:attrNameLst>
                                      </p:cBhvr>
                                      <p:to>
                                        <p:strVal val="visible"/>
                                      </p:to>
                                    </p:set>
                                  </p:childTnLst>
                                </p:cTn>
                              </p:par>
                              <p:par>
                                <p:cTn id="405" presetID="1" presetClass="exit" presetSubtype="0" fill="hold" grpId="1" nodeType="withEffect">
                                  <p:stCondLst>
                                    <p:cond delay="7234"/>
                                  </p:stCondLst>
                                  <p:childTnLst>
                                    <p:set>
                                      <p:cBhvr>
                                        <p:cTn id="406" dur="1" fill="hold">
                                          <p:stCondLst>
                                            <p:cond delay="0"/>
                                          </p:stCondLst>
                                        </p:cTn>
                                        <p:tgtEl>
                                          <p:spTgt spid="1099"/>
                                        </p:tgtEl>
                                        <p:attrNameLst>
                                          <p:attrName>style.visibility</p:attrName>
                                        </p:attrNameLst>
                                      </p:cBhvr>
                                      <p:to>
                                        <p:strVal val="hidden"/>
                                      </p:to>
                                    </p:set>
                                  </p:childTnLst>
                                </p:cTn>
                              </p:par>
                              <p:par>
                                <p:cTn id="407" presetID="1" presetClass="entr" presetSubtype="0" fill="hold" grpId="0" nodeType="withEffect">
                                  <p:stCondLst>
                                    <p:cond delay="7234"/>
                                  </p:stCondLst>
                                  <p:childTnLst>
                                    <p:set>
                                      <p:cBhvr>
                                        <p:cTn id="408" dur="1" fill="hold">
                                          <p:stCondLst>
                                            <p:cond delay="0"/>
                                          </p:stCondLst>
                                        </p:cTn>
                                        <p:tgtEl>
                                          <p:spTgt spid="1100"/>
                                        </p:tgtEl>
                                        <p:attrNameLst>
                                          <p:attrName>style.visibility</p:attrName>
                                        </p:attrNameLst>
                                      </p:cBhvr>
                                      <p:to>
                                        <p:strVal val="visible"/>
                                      </p:to>
                                    </p:set>
                                  </p:childTnLst>
                                </p:cTn>
                              </p:par>
                              <p:par>
                                <p:cTn id="409" presetID="1" presetClass="exit" presetSubtype="0" fill="hold" grpId="1" nodeType="withEffect">
                                  <p:stCondLst>
                                    <p:cond delay="7276"/>
                                  </p:stCondLst>
                                  <p:childTnLst>
                                    <p:set>
                                      <p:cBhvr>
                                        <p:cTn id="410" dur="1" fill="hold">
                                          <p:stCondLst>
                                            <p:cond delay="0"/>
                                          </p:stCondLst>
                                        </p:cTn>
                                        <p:tgtEl>
                                          <p:spTgt spid="1100"/>
                                        </p:tgtEl>
                                        <p:attrNameLst>
                                          <p:attrName>style.visibility</p:attrName>
                                        </p:attrNameLst>
                                      </p:cBhvr>
                                      <p:to>
                                        <p:strVal val="hidden"/>
                                      </p:to>
                                    </p:set>
                                  </p:childTnLst>
                                </p:cTn>
                              </p:par>
                              <p:par>
                                <p:cTn id="411" presetID="1" presetClass="entr" presetSubtype="0" fill="hold" grpId="0" nodeType="withEffect">
                                  <p:stCondLst>
                                    <p:cond delay="7276"/>
                                  </p:stCondLst>
                                  <p:childTnLst>
                                    <p:set>
                                      <p:cBhvr>
                                        <p:cTn id="412" dur="1" fill="hold">
                                          <p:stCondLst>
                                            <p:cond delay="0"/>
                                          </p:stCondLst>
                                        </p:cTn>
                                        <p:tgtEl>
                                          <p:spTgt spid="1101"/>
                                        </p:tgtEl>
                                        <p:attrNameLst>
                                          <p:attrName>style.visibility</p:attrName>
                                        </p:attrNameLst>
                                      </p:cBhvr>
                                      <p:to>
                                        <p:strVal val="visible"/>
                                      </p:to>
                                    </p:set>
                                  </p:childTnLst>
                                </p:cTn>
                              </p:par>
                              <p:par>
                                <p:cTn id="413" presetID="1" presetClass="exit" presetSubtype="0" fill="hold" grpId="1" nodeType="withEffect">
                                  <p:stCondLst>
                                    <p:cond delay="7330"/>
                                  </p:stCondLst>
                                  <p:childTnLst>
                                    <p:set>
                                      <p:cBhvr>
                                        <p:cTn id="414" dur="1" fill="hold">
                                          <p:stCondLst>
                                            <p:cond delay="0"/>
                                          </p:stCondLst>
                                        </p:cTn>
                                        <p:tgtEl>
                                          <p:spTgt spid="1101"/>
                                        </p:tgtEl>
                                        <p:attrNameLst>
                                          <p:attrName>style.visibility</p:attrName>
                                        </p:attrNameLst>
                                      </p:cBhvr>
                                      <p:to>
                                        <p:strVal val="hidden"/>
                                      </p:to>
                                    </p:set>
                                  </p:childTnLst>
                                </p:cTn>
                              </p:par>
                              <p:par>
                                <p:cTn id="415" presetID="1" presetClass="entr" presetSubtype="0" fill="hold" grpId="0" nodeType="withEffect">
                                  <p:stCondLst>
                                    <p:cond delay="7330"/>
                                  </p:stCondLst>
                                  <p:childTnLst>
                                    <p:set>
                                      <p:cBhvr>
                                        <p:cTn id="416" dur="1" fill="hold">
                                          <p:stCondLst>
                                            <p:cond delay="0"/>
                                          </p:stCondLst>
                                        </p:cTn>
                                        <p:tgtEl>
                                          <p:spTgt spid="1102"/>
                                        </p:tgtEl>
                                        <p:attrNameLst>
                                          <p:attrName>style.visibility</p:attrName>
                                        </p:attrNameLst>
                                      </p:cBhvr>
                                      <p:to>
                                        <p:strVal val="visible"/>
                                      </p:to>
                                    </p:set>
                                  </p:childTnLst>
                                </p:cTn>
                              </p:par>
                              <p:par>
                                <p:cTn id="417" presetID="1" presetClass="exit" presetSubtype="0" fill="hold" grpId="1" nodeType="withEffect">
                                  <p:stCondLst>
                                    <p:cond delay="7396"/>
                                  </p:stCondLst>
                                  <p:childTnLst>
                                    <p:set>
                                      <p:cBhvr>
                                        <p:cTn id="418" dur="1" fill="hold">
                                          <p:stCondLst>
                                            <p:cond delay="0"/>
                                          </p:stCondLst>
                                        </p:cTn>
                                        <p:tgtEl>
                                          <p:spTgt spid="1102"/>
                                        </p:tgtEl>
                                        <p:attrNameLst>
                                          <p:attrName>style.visibility</p:attrName>
                                        </p:attrNameLst>
                                      </p:cBhvr>
                                      <p:to>
                                        <p:strVal val="hidden"/>
                                      </p:to>
                                    </p:set>
                                  </p:childTnLst>
                                </p:cTn>
                              </p:par>
                              <p:par>
                                <p:cTn id="419" presetID="1" presetClass="entr" presetSubtype="0" fill="hold" grpId="0" nodeType="withEffect">
                                  <p:stCondLst>
                                    <p:cond delay="7396"/>
                                  </p:stCondLst>
                                  <p:childTnLst>
                                    <p:set>
                                      <p:cBhvr>
                                        <p:cTn id="420" dur="1" fill="hold">
                                          <p:stCondLst>
                                            <p:cond delay="0"/>
                                          </p:stCondLst>
                                        </p:cTn>
                                        <p:tgtEl>
                                          <p:spTgt spid="1103"/>
                                        </p:tgtEl>
                                        <p:attrNameLst>
                                          <p:attrName>style.visibility</p:attrName>
                                        </p:attrNameLst>
                                      </p:cBhvr>
                                      <p:to>
                                        <p:strVal val="visible"/>
                                      </p:to>
                                    </p:set>
                                  </p:childTnLst>
                                </p:cTn>
                              </p:par>
                              <p:par>
                                <p:cTn id="421" presetID="1" presetClass="exit" presetSubtype="0" fill="hold" grpId="1" nodeType="withEffect">
                                  <p:stCondLst>
                                    <p:cond delay="7444"/>
                                  </p:stCondLst>
                                  <p:childTnLst>
                                    <p:set>
                                      <p:cBhvr>
                                        <p:cTn id="422" dur="1" fill="hold">
                                          <p:stCondLst>
                                            <p:cond delay="0"/>
                                          </p:stCondLst>
                                        </p:cTn>
                                        <p:tgtEl>
                                          <p:spTgt spid="1103"/>
                                        </p:tgtEl>
                                        <p:attrNameLst>
                                          <p:attrName>style.visibility</p:attrName>
                                        </p:attrNameLst>
                                      </p:cBhvr>
                                      <p:to>
                                        <p:strVal val="hidden"/>
                                      </p:to>
                                    </p:set>
                                  </p:childTnLst>
                                </p:cTn>
                              </p:par>
                              <p:par>
                                <p:cTn id="423" presetID="1" presetClass="entr" presetSubtype="0" fill="hold" grpId="0" nodeType="withEffect">
                                  <p:stCondLst>
                                    <p:cond delay="7444"/>
                                  </p:stCondLst>
                                  <p:childTnLst>
                                    <p:set>
                                      <p:cBhvr>
                                        <p:cTn id="424" dur="1" fill="hold">
                                          <p:stCondLst>
                                            <p:cond delay="0"/>
                                          </p:stCondLst>
                                        </p:cTn>
                                        <p:tgtEl>
                                          <p:spTgt spid="86"/>
                                        </p:tgtEl>
                                        <p:attrNameLst>
                                          <p:attrName>style.visibility</p:attrName>
                                        </p:attrNameLst>
                                      </p:cBhvr>
                                      <p:to>
                                        <p:strVal val="visible"/>
                                      </p:to>
                                    </p:set>
                                  </p:childTnLst>
                                </p:cTn>
                              </p:par>
                              <p:par>
                                <p:cTn id="425" presetID="1" presetClass="entr" presetSubtype="0" fill="hold" grpId="0" nodeType="withEffect">
                                  <p:stCondLst>
                                    <p:cond delay="7654"/>
                                  </p:stCondLst>
                                  <p:childTnLst>
                                    <p:set>
                                      <p:cBhvr>
                                        <p:cTn id="426" dur="1" fill="hold">
                                          <p:stCondLst>
                                            <p:cond delay="0"/>
                                          </p:stCondLst>
                                        </p:cTn>
                                        <p:tgtEl>
                                          <p:spTgt spid="1104"/>
                                        </p:tgtEl>
                                        <p:attrNameLst>
                                          <p:attrName>style.visibility</p:attrName>
                                        </p:attrNameLst>
                                      </p:cBhvr>
                                      <p:to>
                                        <p:strVal val="visible"/>
                                      </p:to>
                                    </p:set>
                                  </p:childTnLst>
                                </p:cTn>
                              </p:par>
                              <p:par>
                                <p:cTn id="427" presetID="1" presetClass="exit" presetSubtype="0" fill="hold" grpId="1" nodeType="withEffect">
                                  <p:stCondLst>
                                    <p:cond delay="7689"/>
                                  </p:stCondLst>
                                  <p:childTnLst>
                                    <p:set>
                                      <p:cBhvr>
                                        <p:cTn id="428" dur="1" fill="hold">
                                          <p:stCondLst>
                                            <p:cond delay="0"/>
                                          </p:stCondLst>
                                        </p:cTn>
                                        <p:tgtEl>
                                          <p:spTgt spid="1104"/>
                                        </p:tgtEl>
                                        <p:attrNameLst>
                                          <p:attrName>style.visibility</p:attrName>
                                        </p:attrNameLst>
                                      </p:cBhvr>
                                      <p:to>
                                        <p:strVal val="hidden"/>
                                      </p:to>
                                    </p:set>
                                  </p:childTnLst>
                                </p:cTn>
                              </p:par>
                              <p:par>
                                <p:cTn id="429" presetID="1" presetClass="entr" presetSubtype="0" fill="hold" grpId="0" nodeType="withEffect">
                                  <p:stCondLst>
                                    <p:cond delay="7689"/>
                                  </p:stCondLst>
                                  <p:childTnLst>
                                    <p:set>
                                      <p:cBhvr>
                                        <p:cTn id="430" dur="1" fill="hold">
                                          <p:stCondLst>
                                            <p:cond delay="0"/>
                                          </p:stCondLst>
                                        </p:cTn>
                                        <p:tgtEl>
                                          <p:spTgt spid="1105"/>
                                        </p:tgtEl>
                                        <p:attrNameLst>
                                          <p:attrName>style.visibility</p:attrName>
                                        </p:attrNameLst>
                                      </p:cBhvr>
                                      <p:to>
                                        <p:strVal val="visible"/>
                                      </p:to>
                                    </p:set>
                                  </p:childTnLst>
                                </p:cTn>
                              </p:par>
                              <p:par>
                                <p:cTn id="431" presetID="1" presetClass="exit" presetSubtype="0" fill="hold" grpId="1" nodeType="withEffect">
                                  <p:stCondLst>
                                    <p:cond delay="7734"/>
                                  </p:stCondLst>
                                  <p:childTnLst>
                                    <p:set>
                                      <p:cBhvr>
                                        <p:cTn id="432" dur="1" fill="hold">
                                          <p:stCondLst>
                                            <p:cond delay="0"/>
                                          </p:stCondLst>
                                        </p:cTn>
                                        <p:tgtEl>
                                          <p:spTgt spid="1105"/>
                                        </p:tgtEl>
                                        <p:attrNameLst>
                                          <p:attrName>style.visibility</p:attrName>
                                        </p:attrNameLst>
                                      </p:cBhvr>
                                      <p:to>
                                        <p:strVal val="hidden"/>
                                      </p:to>
                                    </p:set>
                                  </p:childTnLst>
                                </p:cTn>
                              </p:par>
                              <p:par>
                                <p:cTn id="433" presetID="1" presetClass="entr" presetSubtype="0" fill="hold" grpId="0" nodeType="withEffect">
                                  <p:stCondLst>
                                    <p:cond delay="7734"/>
                                  </p:stCondLst>
                                  <p:childTnLst>
                                    <p:set>
                                      <p:cBhvr>
                                        <p:cTn id="434" dur="1" fill="hold">
                                          <p:stCondLst>
                                            <p:cond delay="0"/>
                                          </p:stCondLst>
                                        </p:cTn>
                                        <p:tgtEl>
                                          <p:spTgt spid="1106"/>
                                        </p:tgtEl>
                                        <p:attrNameLst>
                                          <p:attrName>style.visibility</p:attrName>
                                        </p:attrNameLst>
                                      </p:cBhvr>
                                      <p:to>
                                        <p:strVal val="visible"/>
                                      </p:to>
                                    </p:set>
                                  </p:childTnLst>
                                </p:cTn>
                              </p:par>
                              <p:par>
                                <p:cTn id="435" presetID="1" presetClass="exit" presetSubtype="0" fill="hold" grpId="1" nodeType="withEffect">
                                  <p:stCondLst>
                                    <p:cond delay="7789"/>
                                  </p:stCondLst>
                                  <p:childTnLst>
                                    <p:set>
                                      <p:cBhvr>
                                        <p:cTn id="436" dur="1" fill="hold">
                                          <p:stCondLst>
                                            <p:cond delay="0"/>
                                          </p:stCondLst>
                                        </p:cTn>
                                        <p:tgtEl>
                                          <p:spTgt spid="1106"/>
                                        </p:tgtEl>
                                        <p:attrNameLst>
                                          <p:attrName>style.visibility</p:attrName>
                                        </p:attrNameLst>
                                      </p:cBhvr>
                                      <p:to>
                                        <p:strVal val="hidden"/>
                                      </p:to>
                                    </p:set>
                                  </p:childTnLst>
                                </p:cTn>
                              </p:par>
                              <p:par>
                                <p:cTn id="437" presetID="1" presetClass="entr" presetSubtype="0" fill="hold" grpId="0" nodeType="withEffect">
                                  <p:stCondLst>
                                    <p:cond delay="7789"/>
                                  </p:stCondLst>
                                  <p:childTnLst>
                                    <p:set>
                                      <p:cBhvr>
                                        <p:cTn id="438" dur="1" fill="hold">
                                          <p:stCondLst>
                                            <p:cond delay="0"/>
                                          </p:stCondLst>
                                        </p:cTn>
                                        <p:tgtEl>
                                          <p:spTgt spid="1107"/>
                                        </p:tgtEl>
                                        <p:attrNameLst>
                                          <p:attrName>style.visibility</p:attrName>
                                        </p:attrNameLst>
                                      </p:cBhvr>
                                      <p:to>
                                        <p:strVal val="visible"/>
                                      </p:to>
                                    </p:set>
                                  </p:childTnLst>
                                </p:cTn>
                              </p:par>
                              <p:par>
                                <p:cTn id="439" presetID="1" presetClass="exit" presetSubtype="0" fill="hold" grpId="1" nodeType="withEffect">
                                  <p:stCondLst>
                                    <p:cond delay="7829"/>
                                  </p:stCondLst>
                                  <p:childTnLst>
                                    <p:set>
                                      <p:cBhvr>
                                        <p:cTn id="440" dur="1" fill="hold">
                                          <p:stCondLst>
                                            <p:cond delay="0"/>
                                          </p:stCondLst>
                                        </p:cTn>
                                        <p:tgtEl>
                                          <p:spTgt spid="1107"/>
                                        </p:tgtEl>
                                        <p:attrNameLst>
                                          <p:attrName>style.visibility</p:attrName>
                                        </p:attrNameLst>
                                      </p:cBhvr>
                                      <p:to>
                                        <p:strVal val="hidden"/>
                                      </p:to>
                                    </p:set>
                                  </p:childTnLst>
                                </p:cTn>
                              </p:par>
                              <p:par>
                                <p:cTn id="441" presetID="1" presetClass="entr" presetSubtype="0" fill="hold" grpId="0" nodeType="withEffect">
                                  <p:stCondLst>
                                    <p:cond delay="7829"/>
                                  </p:stCondLst>
                                  <p:childTnLst>
                                    <p:set>
                                      <p:cBhvr>
                                        <p:cTn id="442" dur="1" fill="hold">
                                          <p:stCondLst>
                                            <p:cond delay="0"/>
                                          </p:stCondLst>
                                        </p:cTn>
                                        <p:tgtEl>
                                          <p:spTgt spid="1108"/>
                                        </p:tgtEl>
                                        <p:attrNameLst>
                                          <p:attrName>style.visibility</p:attrName>
                                        </p:attrNameLst>
                                      </p:cBhvr>
                                      <p:to>
                                        <p:strVal val="visible"/>
                                      </p:to>
                                    </p:set>
                                  </p:childTnLst>
                                </p:cTn>
                              </p:par>
                              <p:par>
                                <p:cTn id="443" presetID="1" presetClass="exit" presetSubtype="0" fill="hold" grpId="1" nodeType="withEffect">
                                  <p:stCondLst>
                                    <p:cond delay="7877"/>
                                  </p:stCondLst>
                                  <p:childTnLst>
                                    <p:set>
                                      <p:cBhvr>
                                        <p:cTn id="444" dur="1" fill="hold">
                                          <p:stCondLst>
                                            <p:cond delay="0"/>
                                          </p:stCondLst>
                                        </p:cTn>
                                        <p:tgtEl>
                                          <p:spTgt spid="1108"/>
                                        </p:tgtEl>
                                        <p:attrNameLst>
                                          <p:attrName>style.visibility</p:attrName>
                                        </p:attrNameLst>
                                      </p:cBhvr>
                                      <p:to>
                                        <p:strVal val="hidden"/>
                                      </p:to>
                                    </p:set>
                                  </p:childTnLst>
                                </p:cTn>
                              </p:par>
                              <p:par>
                                <p:cTn id="445" presetID="1" presetClass="entr" presetSubtype="0" fill="hold" grpId="0" nodeType="withEffect">
                                  <p:stCondLst>
                                    <p:cond delay="7877"/>
                                  </p:stCondLst>
                                  <p:childTnLst>
                                    <p:set>
                                      <p:cBhvr>
                                        <p:cTn id="446" dur="1" fill="hold">
                                          <p:stCondLst>
                                            <p:cond delay="0"/>
                                          </p:stCondLst>
                                        </p:cTn>
                                        <p:tgtEl>
                                          <p:spTgt spid="1109"/>
                                        </p:tgtEl>
                                        <p:attrNameLst>
                                          <p:attrName>style.visibility</p:attrName>
                                        </p:attrNameLst>
                                      </p:cBhvr>
                                      <p:to>
                                        <p:strVal val="visible"/>
                                      </p:to>
                                    </p:set>
                                  </p:childTnLst>
                                </p:cTn>
                              </p:par>
                              <p:par>
                                <p:cTn id="447" presetID="1" presetClass="exit" presetSubtype="0" fill="hold" grpId="1" nodeType="withEffect">
                                  <p:stCondLst>
                                    <p:cond delay="7912"/>
                                  </p:stCondLst>
                                  <p:childTnLst>
                                    <p:set>
                                      <p:cBhvr>
                                        <p:cTn id="448" dur="1" fill="hold">
                                          <p:stCondLst>
                                            <p:cond delay="0"/>
                                          </p:stCondLst>
                                        </p:cTn>
                                        <p:tgtEl>
                                          <p:spTgt spid="1109"/>
                                        </p:tgtEl>
                                        <p:attrNameLst>
                                          <p:attrName>style.visibility</p:attrName>
                                        </p:attrNameLst>
                                      </p:cBhvr>
                                      <p:to>
                                        <p:strVal val="hidden"/>
                                      </p:to>
                                    </p:set>
                                  </p:childTnLst>
                                </p:cTn>
                              </p:par>
                              <p:par>
                                <p:cTn id="449" presetID="1" presetClass="entr" presetSubtype="0" fill="hold" grpId="0" nodeType="withEffect">
                                  <p:stCondLst>
                                    <p:cond delay="7912"/>
                                  </p:stCondLst>
                                  <p:childTnLst>
                                    <p:set>
                                      <p:cBhvr>
                                        <p:cTn id="450" dur="1" fill="hold">
                                          <p:stCondLst>
                                            <p:cond delay="0"/>
                                          </p:stCondLst>
                                        </p:cTn>
                                        <p:tgtEl>
                                          <p:spTgt spid="1110"/>
                                        </p:tgtEl>
                                        <p:attrNameLst>
                                          <p:attrName>style.visibility</p:attrName>
                                        </p:attrNameLst>
                                      </p:cBhvr>
                                      <p:to>
                                        <p:strVal val="visible"/>
                                      </p:to>
                                    </p:set>
                                  </p:childTnLst>
                                </p:cTn>
                              </p:par>
                              <p:par>
                                <p:cTn id="451" presetID="1" presetClass="exit" presetSubtype="0" fill="hold" grpId="1" nodeType="withEffect">
                                  <p:stCondLst>
                                    <p:cond delay="7957"/>
                                  </p:stCondLst>
                                  <p:childTnLst>
                                    <p:set>
                                      <p:cBhvr>
                                        <p:cTn id="452" dur="1" fill="hold">
                                          <p:stCondLst>
                                            <p:cond delay="0"/>
                                          </p:stCondLst>
                                        </p:cTn>
                                        <p:tgtEl>
                                          <p:spTgt spid="1110"/>
                                        </p:tgtEl>
                                        <p:attrNameLst>
                                          <p:attrName>style.visibility</p:attrName>
                                        </p:attrNameLst>
                                      </p:cBhvr>
                                      <p:to>
                                        <p:strVal val="hidden"/>
                                      </p:to>
                                    </p:set>
                                  </p:childTnLst>
                                </p:cTn>
                              </p:par>
                              <p:par>
                                <p:cTn id="453" presetID="1" presetClass="entr" presetSubtype="0" fill="hold" grpId="0" nodeType="withEffect">
                                  <p:stCondLst>
                                    <p:cond delay="7957"/>
                                  </p:stCondLst>
                                  <p:childTnLst>
                                    <p:set>
                                      <p:cBhvr>
                                        <p:cTn id="454" dur="1" fill="hold">
                                          <p:stCondLst>
                                            <p:cond delay="0"/>
                                          </p:stCondLst>
                                        </p:cTn>
                                        <p:tgtEl>
                                          <p:spTgt spid="1111"/>
                                        </p:tgtEl>
                                        <p:attrNameLst>
                                          <p:attrName>style.visibility</p:attrName>
                                        </p:attrNameLst>
                                      </p:cBhvr>
                                      <p:to>
                                        <p:strVal val="visible"/>
                                      </p:to>
                                    </p:set>
                                  </p:childTnLst>
                                </p:cTn>
                              </p:par>
                              <p:par>
                                <p:cTn id="455" presetID="1" presetClass="exit" presetSubtype="0" fill="hold" grpId="1" nodeType="withEffect">
                                  <p:stCondLst>
                                    <p:cond delay="8012"/>
                                  </p:stCondLst>
                                  <p:childTnLst>
                                    <p:set>
                                      <p:cBhvr>
                                        <p:cTn id="456" dur="1" fill="hold">
                                          <p:stCondLst>
                                            <p:cond delay="0"/>
                                          </p:stCondLst>
                                        </p:cTn>
                                        <p:tgtEl>
                                          <p:spTgt spid="1111"/>
                                        </p:tgtEl>
                                        <p:attrNameLst>
                                          <p:attrName>style.visibility</p:attrName>
                                        </p:attrNameLst>
                                      </p:cBhvr>
                                      <p:to>
                                        <p:strVal val="hidden"/>
                                      </p:to>
                                    </p:set>
                                  </p:childTnLst>
                                </p:cTn>
                              </p:par>
                              <p:par>
                                <p:cTn id="457" presetID="1" presetClass="entr" presetSubtype="0" fill="hold" grpId="0" nodeType="withEffect">
                                  <p:stCondLst>
                                    <p:cond delay="8012"/>
                                  </p:stCondLst>
                                  <p:childTnLst>
                                    <p:set>
                                      <p:cBhvr>
                                        <p:cTn id="458" dur="1" fill="hold">
                                          <p:stCondLst>
                                            <p:cond delay="0"/>
                                          </p:stCondLst>
                                        </p:cTn>
                                        <p:tgtEl>
                                          <p:spTgt spid="1112"/>
                                        </p:tgtEl>
                                        <p:attrNameLst>
                                          <p:attrName>style.visibility</p:attrName>
                                        </p:attrNameLst>
                                      </p:cBhvr>
                                      <p:to>
                                        <p:strVal val="visible"/>
                                      </p:to>
                                    </p:set>
                                  </p:childTnLst>
                                </p:cTn>
                              </p:par>
                              <p:par>
                                <p:cTn id="459" presetID="1" presetClass="exit" presetSubtype="0" fill="hold" grpId="1" nodeType="withEffect">
                                  <p:stCondLst>
                                    <p:cond delay="8052"/>
                                  </p:stCondLst>
                                  <p:childTnLst>
                                    <p:set>
                                      <p:cBhvr>
                                        <p:cTn id="460" dur="1" fill="hold">
                                          <p:stCondLst>
                                            <p:cond delay="0"/>
                                          </p:stCondLst>
                                        </p:cTn>
                                        <p:tgtEl>
                                          <p:spTgt spid="1112"/>
                                        </p:tgtEl>
                                        <p:attrNameLst>
                                          <p:attrName>style.visibility</p:attrName>
                                        </p:attrNameLst>
                                      </p:cBhvr>
                                      <p:to>
                                        <p:strVal val="hidden"/>
                                      </p:to>
                                    </p:set>
                                  </p:childTnLst>
                                </p:cTn>
                              </p:par>
                              <p:par>
                                <p:cTn id="461" presetID="1" presetClass="entr" presetSubtype="0" fill="hold" grpId="0" nodeType="withEffect">
                                  <p:stCondLst>
                                    <p:cond delay="8052"/>
                                  </p:stCondLst>
                                  <p:childTnLst>
                                    <p:set>
                                      <p:cBhvr>
                                        <p:cTn id="462" dur="1" fill="hold">
                                          <p:stCondLst>
                                            <p:cond delay="0"/>
                                          </p:stCondLst>
                                        </p:cTn>
                                        <p:tgtEl>
                                          <p:spTgt spid="1113"/>
                                        </p:tgtEl>
                                        <p:attrNameLst>
                                          <p:attrName>style.visibility</p:attrName>
                                        </p:attrNameLst>
                                      </p:cBhvr>
                                      <p:to>
                                        <p:strVal val="visible"/>
                                      </p:to>
                                    </p:set>
                                  </p:childTnLst>
                                </p:cTn>
                              </p:par>
                              <p:par>
                                <p:cTn id="463" presetID="1" presetClass="exit" presetSubtype="0" fill="hold" grpId="1" nodeType="withEffect">
                                  <p:stCondLst>
                                    <p:cond delay="8102"/>
                                  </p:stCondLst>
                                  <p:childTnLst>
                                    <p:set>
                                      <p:cBhvr>
                                        <p:cTn id="464" dur="1" fill="hold">
                                          <p:stCondLst>
                                            <p:cond delay="0"/>
                                          </p:stCondLst>
                                        </p:cTn>
                                        <p:tgtEl>
                                          <p:spTgt spid="1113"/>
                                        </p:tgtEl>
                                        <p:attrNameLst>
                                          <p:attrName>style.visibility</p:attrName>
                                        </p:attrNameLst>
                                      </p:cBhvr>
                                      <p:to>
                                        <p:strVal val="hidden"/>
                                      </p:to>
                                    </p:set>
                                  </p:childTnLst>
                                </p:cTn>
                              </p:par>
                              <p:par>
                                <p:cTn id="465" presetID="1" presetClass="entr" presetSubtype="0" fill="hold" grpId="0" nodeType="withEffect">
                                  <p:stCondLst>
                                    <p:cond delay="8102"/>
                                  </p:stCondLst>
                                  <p:childTnLst>
                                    <p:set>
                                      <p:cBhvr>
                                        <p:cTn id="466" dur="1" fill="hold">
                                          <p:stCondLst>
                                            <p:cond delay="0"/>
                                          </p:stCondLst>
                                        </p:cTn>
                                        <p:tgtEl>
                                          <p:spTgt spid="1114"/>
                                        </p:tgtEl>
                                        <p:attrNameLst>
                                          <p:attrName>style.visibility</p:attrName>
                                        </p:attrNameLst>
                                      </p:cBhvr>
                                      <p:to>
                                        <p:strVal val="visible"/>
                                      </p:to>
                                    </p:set>
                                  </p:childTnLst>
                                </p:cTn>
                              </p:par>
                              <p:par>
                                <p:cTn id="467" presetID="1" presetClass="exit" presetSubtype="0" fill="hold" grpId="1" nodeType="withEffect">
                                  <p:stCondLst>
                                    <p:cond delay="8137"/>
                                  </p:stCondLst>
                                  <p:childTnLst>
                                    <p:set>
                                      <p:cBhvr>
                                        <p:cTn id="468" dur="1" fill="hold">
                                          <p:stCondLst>
                                            <p:cond delay="0"/>
                                          </p:stCondLst>
                                        </p:cTn>
                                        <p:tgtEl>
                                          <p:spTgt spid="1114"/>
                                        </p:tgtEl>
                                        <p:attrNameLst>
                                          <p:attrName>style.visibility</p:attrName>
                                        </p:attrNameLst>
                                      </p:cBhvr>
                                      <p:to>
                                        <p:strVal val="hidden"/>
                                      </p:to>
                                    </p:set>
                                  </p:childTnLst>
                                </p:cTn>
                              </p:par>
                              <p:par>
                                <p:cTn id="469" presetID="1" presetClass="entr" presetSubtype="0" fill="hold" grpId="0" nodeType="withEffect">
                                  <p:stCondLst>
                                    <p:cond delay="8137"/>
                                  </p:stCondLst>
                                  <p:childTnLst>
                                    <p:set>
                                      <p:cBhvr>
                                        <p:cTn id="470" dur="1" fill="hold">
                                          <p:stCondLst>
                                            <p:cond delay="0"/>
                                          </p:stCondLst>
                                        </p:cTn>
                                        <p:tgtEl>
                                          <p:spTgt spid="1115"/>
                                        </p:tgtEl>
                                        <p:attrNameLst>
                                          <p:attrName>style.visibility</p:attrName>
                                        </p:attrNameLst>
                                      </p:cBhvr>
                                      <p:to>
                                        <p:strVal val="visible"/>
                                      </p:to>
                                    </p:set>
                                  </p:childTnLst>
                                </p:cTn>
                              </p:par>
                              <p:par>
                                <p:cTn id="471" presetID="1" presetClass="exit" presetSubtype="0" fill="hold" grpId="1" nodeType="withEffect">
                                  <p:stCondLst>
                                    <p:cond delay="8182"/>
                                  </p:stCondLst>
                                  <p:childTnLst>
                                    <p:set>
                                      <p:cBhvr>
                                        <p:cTn id="472" dur="1" fill="hold">
                                          <p:stCondLst>
                                            <p:cond delay="0"/>
                                          </p:stCondLst>
                                        </p:cTn>
                                        <p:tgtEl>
                                          <p:spTgt spid="1115"/>
                                        </p:tgtEl>
                                        <p:attrNameLst>
                                          <p:attrName>style.visibility</p:attrName>
                                        </p:attrNameLst>
                                      </p:cBhvr>
                                      <p:to>
                                        <p:strVal val="hidden"/>
                                      </p:to>
                                    </p:set>
                                  </p:childTnLst>
                                </p:cTn>
                              </p:par>
                              <p:par>
                                <p:cTn id="473" presetID="1" presetClass="entr" presetSubtype="0" fill="hold" grpId="0" nodeType="withEffect">
                                  <p:stCondLst>
                                    <p:cond delay="8182"/>
                                  </p:stCondLst>
                                  <p:childTnLst>
                                    <p:set>
                                      <p:cBhvr>
                                        <p:cTn id="474" dur="1" fill="hold">
                                          <p:stCondLst>
                                            <p:cond delay="0"/>
                                          </p:stCondLst>
                                        </p:cTn>
                                        <p:tgtEl>
                                          <p:spTgt spid="1116"/>
                                        </p:tgtEl>
                                        <p:attrNameLst>
                                          <p:attrName>style.visibility</p:attrName>
                                        </p:attrNameLst>
                                      </p:cBhvr>
                                      <p:to>
                                        <p:strVal val="visible"/>
                                      </p:to>
                                    </p:set>
                                  </p:childTnLst>
                                </p:cTn>
                              </p:par>
                              <p:par>
                                <p:cTn id="475" presetID="1" presetClass="exit" presetSubtype="0" fill="hold" grpId="1" nodeType="withEffect">
                                  <p:stCondLst>
                                    <p:cond delay="8237"/>
                                  </p:stCondLst>
                                  <p:childTnLst>
                                    <p:set>
                                      <p:cBhvr>
                                        <p:cTn id="476" dur="1" fill="hold">
                                          <p:stCondLst>
                                            <p:cond delay="0"/>
                                          </p:stCondLst>
                                        </p:cTn>
                                        <p:tgtEl>
                                          <p:spTgt spid="1116"/>
                                        </p:tgtEl>
                                        <p:attrNameLst>
                                          <p:attrName>style.visibility</p:attrName>
                                        </p:attrNameLst>
                                      </p:cBhvr>
                                      <p:to>
                                        <p:strVal val="hidden"/>
                                      </p:to>
                                    </p:set>
                                  </p:childTnLst>
                                </p:cTn>
                              </p:par>
                              <p:par>
                                <p:cTn id="477" presetID="1" presetClass="entr" presetSubtype="0" fill="hold" grpId="0" nodeType="withEffect">
                                  <p:stCondLst>
                                    <p:cond delay="8237"/>
                                  </p:stCondLst>
                                  <p:childTnLst>
                                    <p:set>
                                      <p:cBhvr>
                                        <p:cTn id="478" dur="1" fill="hold">
                                          <p:stCondLst>
                                            <p:cond delay="0"/>
                                          </p:stCondLst>
                                        </p:cTn>
                                        <p:tgtEl>
                                          <p:spTgt spid="1117"/>
                                        </p:tgtEl>
                                        <p:attrNameLst>
                                          <p:attrName>style.visibility</p:attrName>
                                        </p:attrNameLst>
                                      </p:cBhvr>
                                      <p:to>
                                        <p:strVal val="visible"/>
                                      </p:to>
                                    </p:set>
                                  </p:childTnLst>
                                </p:cTn>
                              </p:par>
                              <p:par>
                                <p:cTn id="479" presetID="1" presetClass="exit" presetSubtype="0" fill="hold" grpId="1" nodeType="withEffect">
                                  <p:stCondLst>
                                    <p:cond delay="8284"/>
                                  </p:stCondLst>
                                  <p:childTnLst>
                                    <p:set>
                                      <p:cBhvr>
                                        <p:cTn id="480" dur="1" fill="hold">
                                          <p:stCondLst>
                                            <p:cond delay="0"/>
                                          </p:stCondLst>
                                        </p:cTn>
                                        <p:tgtEl>
                                          <p:spTgt spid="1117"/>
                                        </p:tgtEl>
                                        <p:attrNameLst>
                                          <p:attrName>style.visibility</p:attrName>
                                        </p:attrNameLst>
                                      </p:cBhvr>
                                      <p:to>
                                        <p:strVal val="hidden"/>
                                      </p:to>
                                    </p:set>
                                  </p:childTnLst>
                                </p:cTn>
                              </p:par>
                              <p:par>
                                <p:cTn id="481" presetID="1" presetClass="entr" presetSubtype="0" fill="hold" grpId="0" nodeType="withEffect">
                                  <p:stCondLst>
                                    <p:cond delay="8284"/>
                                  </p:stCondLst>
                                  <p:childTnLst>
                                    <p:set>
                                      <p:cBhvr>
                                        <p:cTn id="482" dur="1" fill="hold">
                                          <p:stCondLst>
                                            <p:cond delay="0"/>
                                          </p:stCondLst>
                                        </p:cTn>
                                        <p:tgtEl>
                                          <p:spTgt spid="1118"/>
                                        </p:tgtEl>
                                        <p:attrNameLst>
                                          <p:attrName>style.visibility</p:attrName>
                                        </p:attrNameLst>
                                      </p:cBhvr>
                                      <p:to>
                                        <p:strVal val="visible"/>
                                      </p:to>
                                    </p:set>
                                  </p:childTnLst>
                                </p:cTn>
                              </p:par>
                              <p:par>
                                <p:cTn id="483" presetID="1" presetClass="exit" presetSubtype="0" fill="hold" grpId="1" nodeType="withEffect">
                                  <p:stCondLst>
                                    <p:cond delay="8334"/>
                                  </p:stCondLst>
                                  <p:childTnLst>
                                    <p:set>
                                      <p:cBhvr>
                                        <p:cTn id="484" dur="1" fill="hold">
                                          <p:stCondLst>
                                            <p:cond delay="0"/>
                                          </p:stCondLst>
                                        </p:cTn>
                                        <p:tgtEl>
                                          <p:spTgt spid="1118"/>
                                        </p:tgtEl>
                                        <p:attrNameLst>
                                          <p:attrName>style.visibility</p:attrName>
                                        </p:attrNameLst>
                                      </p:cBhvr>
                                      <p:to>
                                        <p:strVal val="hidden"/>
                                      </p:to>
                                    </p:set>
                                  </p:childTnLst>
                                </p:cTn>
                              </p:par>
                              <p:par>
                                <p:cTn id="485" presetID="1" presetClass="entr" presetSubtype="0" fill="hold" grpId="0" nodeType="withEffect">
                                  <p:stCondLst>
                                    <p:cond delay="8334"/>
                                  </p:stCondLst>
                                  <p:childTnLst>
                                    <p:set>
                                      <p:cBhvr>
                                        <p:cTn id="486" dur="1" fill="hold">
                                          <p:stCondLst>
                                            <p:cond delay="0"/>
                                          </p:stCondLst>
                                        </p:cTn>
                                        <p:tgtEl>
                                          <p:spTgt spid="1119"/>
                                        </p:tgtEl>
                                        <p:attrNameLst>
                                          <p:attrName>style.visibility</p:attrName>
                                        </p:attrNameLst>
                                      </p:cBhvr>
                                      <p:to>
                                        <p:strVal val="visible"/>
                                      </p:to>
                                    </p:set>
                                  </p:childTnLst>
                                </p:cTn>
                              </p:par>
                              <p:par>
                                <p:cTn id="487" presetID="1" presetClass="exit" presetSubtype="0" fill="hold" grpId="1" nodeType="withEffect">
                                  <p:stCondLst>
                                    <p:cond delay="8369"/>
                                  </p:stCondLst>
                                  <p:childTnLst>
                                    <p:set>
                                      <p:cBhvr>
                                        <p:cTn id="488" dur="1" fill="hold">
                                          <p:stCondLst>
                                            <p:cond delay="0"/>
                                          </p:stCondLst>
                                        </p:cTn>
                                        <p:tgtEl>
                                          <p:spTgt spid="1119"/>
                                        </p:tgtEl>
                                        <p:attrNameLst>
                                          <p:attrName>style.visibility</p:attrName>
                                        </p:attrNameLst>
                                      </p:cBhvr>
                                      <p:to>
                                        <p:strVal val="hidden"/>
                                      </p:to>
                                    </p:set>
                                  </p:childTnLst>
                                </p:cTn>
                              </p:par>
                              <p:par>
                                <p:cTn id="489" presetID="1" presetClass="entr" presetSubtype="0" fill="hold" grpId="0" nodeType="withEffect">
                                  <p:stCondLst>
                                    <p:cond delay="8369"/>
                                  </p:stCondLst>
                                  <p:childTnLst>
                                    <p:set>
                                      <p:cBhvr>
                                        <p:cTn id="490" dur="1" fill="hold">
                                          <p:stCondLst>
                                            <p:cond delay="0"/>
                                          </p:stCondLst>
                                        </p:cTn>
                                        <p:tgtEl>
                                          <p:spTgt spid="1120"/>
                                        </p:tgtEl>
                                        <p:attrNameLst>
                                          <p:attrName>style.visibility</p:attrName>
                                        </p:attrNameLst>
                                      </p:cBhvr>
                                      <p:to>
                                        <p:strVal val="visible"/>
                                      </p:to>
                                    </p:set>
                                  </p:childTnLst>
                                </p:cTn>
                              </p:par>
                              <p:par>
                                <p:cTn id="491" presetID="1" presetClass="exit" presetSubtype="0" fill="hold" grpId="1" nodeType="withEffect">
                                  <p:stCondLst>
                                    <p:cond delay="8414"/>
                                  </p:stCondLst>
                                  <p:childTnLst>
                                    <p:set>
                                      <p:cBhvr>
                                        <p:cTn id="492" dur="1" fill="hold">
                                          <p:stCondLst>
                                            <p:cond delay="0"/>
                                          </p:stCondLst>
                                        </p:cTn>
                                        <p:tgtEl>
                                          <p:spTgt spid="1120"/>
                                        </p:tgtEl>
                                        <p:attrNameLst>
                                          <p:attrName>style.visibility</p:attrName>
                                        </p:attrNameLst>
                                      </p:cBhvr>
                                      <p:to>
                                        <p:strVal val="hidden"/>
                                      </p:to>
                                    </p:set>
                                  </p:childTnLst>
                                </p:cTn>
                              </p:par>
                              <p:par>
                                <p:cTn id="493" presetID="1" presetClass="entr" presetSubtype="0" fill="hold" grpId="0" nodeType="withEffect">
                                  <p:stCondLst>
                                    <p:cond delay="8414"/>
                                  </p:stCondLst>
                                  <p:childTnLst>
                                    <p:set>
                                      <p:cBhvr>
                                        <p:cTn id="494" dur="1" fill="hold">
                                          <p:stCondLst>
                                            <p:cond delay="0"/>
                                          </p:stCondLst>
                                        </p:cTn>
                                        <p:tgtEl>
                                          <p:spTgt spid="1121"/>
                                        </p:tgtEl>
                                        <p:attrNameLst>
                                          <p:attrName>style.visibility</p:attrName>
                                        </p:attrNameLst>
                                      </p:cBhvr>
                                      <p:to>
                                        <p:strVal val="visible"/>
                                      </p:to>
                                    </p:set>
                                  </p:childTnLst>
                                </p:cTn>
                              </p:par>
                              <p:par>
                                <p:cTn id="495" presetID="1" presetClass="exit" presetSubtype="0" fill="hold" grpId="1" nodeType="withEffect">
                                  <p:stCondLst>
                                    <p:cond delay="8462"/>
                                  </p:stCondLst>
                                  <p:childTnLst>
                                    <p:set>
                                      <p:cBhvr>
                                        <p:cTn id="496" dur="1" fill="hold">
                                          <p:stCondLst>
                                            <p:cond delay="0"/>
                                          </p:stCondLst>
                                        </p:cTn>
                                        <p:tgtEl>
                                          <p:spTgt spid="1121"/>
                                        </p:tgtEl>
                                        <p:attrNameLst>
                                          <p:attrName>style.visibility</p:attrName>
                                        </p:attrNameLst>
                                      </p:cBhvr>
                                      <p:to>
                                        <p:strVal val="hidden"/>
                                      </p:to>
                                    </p:set>
                                  </p:childTnLst>
                                </p:cTn>
                              </p:par>
                              <p:par>
                                <p:cTn id="497" presetID="1" presetClass="entr" presetSubtype="0" fill="hold" grpId="0" nodeType="withEffect">
                                  <p:stCondLst>
                                    <p:cond delay="8462"/>
                                  </p:stCondLst>
                                  <p:childTnLst>
                                    <p:set>
                                      <p:cBhvr>
                                        <p:cTn id="498" dur="1" fill="hold">
                                          <p:stCondLst>
                                            <p:cond delay="0"/>
                                          </p:stCondLst>
                                        </p:cTn>
                                        <p:tgtEl>
                                          <p:spTgt spid="1122"/>
                                        </p:tgtEl>
                                        <p:attrNameLst>
                                          <p:attrName>style.visibility</p:attrName>
                                        </p:attrNameLst>
                                      </p:cBhvr>
                                      <p:to>
                                        <p:strVal val="visible"/>
                                      </p:to>
                                    </p:set>
                                  </p:childTnLst>
                                </p:cTn>
                              </p:par>
                              <p:par>
                                <p:cTn id="499" presetID="1" presetClass="exit" presetSubtype="0" fill="hold" grpId="1" nodeType="withEffect">
                                  <p:stCondLst>
                                    <p:cond delay="8502"/>
                                  </p:stCondLst>
                                  <p:childTnLst>
                                    <p:set>
                                      <p:cBhvr>
                                        <p:cTn id="500" dur="1" fill="hold">
                                          <p:stCondLst>
                                            <p:cond delay="0"/>
                                          </p:stCondLst>
                                        </p:cTn>
                                        <p:tgtEl>
                                          <p:spTgt spid="1122"/>
                                        </p:tgtEl>
                                        <p:attrNameLst>
                                          <p:attrName>style.visibility</p:attrName>
                                        </p:attrNameLst>
                                      </p:cBhvr>
                                      <p:to>
                                        <p:strVal val="hidden"/>
                                      </p:to>
                                    </p:set>
                                  </p:childTnLst>
                                </p:cTn>
                              </p:par>
                              <p:par>
                                <p:cTn id="501" presetID="1" presetClass="entr" presetSubtype="0" fill="hold" grpId="0" nodeType="withEffect">
                                  <p:stCondLst>
                                    <p:cond delay="8502"/>
                                  </p:stCondLst>
                                  <p:childTnLst>
                                    <p:set>
                                      <p:cBhvr>
                                        <p:cTn id="502" dur="1" fill="hold">
                                          <p:stCondLst>
                                            <p:cond delay="0"/>
                                          </p:stCondLst>
                                        </p:cTn>
                                        <p:tgtEl>
                                          <p:spTgt spid="1123"/>
                                        </p:tgtEl>
                                        <p:attrNameLst>
                                          <p:attrName>style.visibility</p:attrName>
                                        </p:attrNameLst>
                                      </p:cBhvr>
                                      <p:to>
                                        <p:strVal val="visible"/>
                                      </p:to>
                                    </p:set>
                                  </p:childTnLst>
                                </p:cTn>
                              </p:par>
                              <p:par>
                                <p:cTn id="503" presetID="1" presetClass="exit" presetSubtype="0" fill="hold" grpId="1" nodeType="withEffect">
                                  <p:stCondLst>
                                    <p:cond delay="8552"/>
                                  </p:stCondLst>
                                  <p:childTnLst>
                                    <p:set>
                                      <p:cBhvr>
                                        <p:cTn id="504" dur="1" fill="hold">
                                          <p:stCondLst>
                                            <p:cond delay="0"/>
                                          </p:stCondLst>
                                        </p:cTn>
                                        <p:tgtEl>
                                          <p:spTgt spid="1123"/>
                                        </p:tgtEl>
                                        <p:attrNameLst>
                                          <p:attrName>style.visibility</p:attrName>
                                        </p:attrNameLst>
                                      </p:cBhvr>
                                      <p:to>
                                        <p:strVal val="hidden"/>
                                      </p:to>
                                    </p:set>
                                  </p:childTnLst>
                                </p:cTn>
                              </p:par>
                              <p:par>
                                <p:cTn id="505" presetID="1" presetClass="entr" presetSubtype="0" fill="hold" grpId="0" nodeType="withEffect">
                                  <p:stCondLst>
                                    <p:cond delay="8552"/>
                                  </p:stCondLst>
                                  <p:childTnLst>
                                    <p:set>
                                      <p:cBhvr>
                                        <p:cTn id="506" dur="1" fill="hold">
                                          <p:stCondLst>
                                            <p:cond delay="0"/>
                                          </p:stCondLst>
                                        </p:cTn>
                                        <p:tgtEl>
                                          <p:spTgt spid="1124"/>
                                        </p:tgtEl>
                                        <p:attrNameLst>
                                          <p:attrName>style.visibility</p:attrName>
                                        </p:attrNameLst>
                                      </p:cBhvr>
                                      <p:to>
                                        <p:strVal val="visible"/>
                                      </p:to>
                                    </p:set>
                                  </p:childTnLst>
                                </p:cTn>
                              </p:par>
                              <p:par>
                                <p:cTn id="507" presetID="1" presetClass="exit" presetSubtype="0" fill="hold" grpId="1" nodeType="withEffect">
                                  <p:stCondLst>
                                    <p:cond delay="8587"/>
                                  </p:stCondLst>
                                  <p:childTnLst>
                                    <p:set>
                                      <p:cBhvr>
                                        <p:cTn id="508" dur="1" fill="hold">
                                          <p:stCondLst>
                                            <p:cond delay="0"/>
                                          </p:stCondLst>
                                        </p:cTn>
                                        <p:tgtEl>
                                          <p:spTgt spid="1124"/>
                                        </p:tgtEl>
                                        <p:attrNameLst>
                                          <p:attrName>style.visibility</p:attrName>
                                        </p:attrNameLst>
                                      </p:cBhvr>
                                      <p:to>
                                        <p:strVal val="hidden"/>
                                      </p:to>
                                    </p:set>
                                  </p:childTnLst>
                                </p:cTn>
                              </p:par>
                              <p:par>
                                <p:cTn id="509" presetID="1" presetClass="entr" presetSubtype="0" fill="hold" grpId="0" nodeType="withEffect">
                                  <p:stCondLst>
                                    <p:cond delay="8587"/>
                                  </p:stCondLst>
                                  <p:childTnLst>
                                    <p:set>
                                      <p:cBhvr>
                                        <p:cTn id="510" dur="1" fill="hold">
                                          <p:stCondLst>
                                            <p:cond delay="0"/>
                                          </p:stCondLst>
                                        </p:cTn>
                                        <p:tgtEl>
                                          <p:spTgt spid="1125"/>
                                        </p:tgtEl>
                                        <p:attrNameLst>
                                          <p:attrName>style.visibility</p:attrName>
                                        </p:attrNameLst>
                                      </p:cBhvr>
                                      <p:to>
                                        <p:strVal val="visible"/>
                                      </p:to>
                                    </p:set>
                                  </p:childTnLst>
                                </p:cTn>
                              </p:par>
                              <p:par>
                                <p:cTn id="511" presetID="1" presetClass="exit" presetSubtype="0" fill="hold" grpId="1" nodeType="withEffect">
                                  <p:stCondLst>
                                    <p:cond delay="8634"/>
                                  </p:stCondLst>
                                  <p:childTnLst>
                                    <p:set>
                                      <p:cBhvr>
                                        <p:cTn id="512" dur="1" fill="hold">
                                          <p:stCondLst>
                                            <p:cond delay="0"/>
                                          </p:stCondLst>
                                        </p:cTn>
                                        <p:tgtEl>
                                          <p:spTgt spid="1125"/>
                                        </p:tgtEl>
                                        <p:attrNameLst>
                                          <p:attrName>style.visibility</p:attrName>
                                        </p:attrNameLst>
                                      </p:cBhvr>
                                      <p:to>
                                        <p:strVal val="hidden"/>
                                      </p:to>
                                    </p:set>
                                  </p:childTnLst>
                                </p:cTn>
                              </p:par>
                              <p:par>
                                <p:cTn id="513" presetID="1" presetClass="entr" presetSubtype="0" fill="hold" grpId="0" nodeType="withEffect">
                                  <p:stCondLst>
                                    <p:cond delay="8634"/>
                                  </p:stCondLst>
                                  <p:childTnLst>
                                    <p:set>
                                      <p:cBhvr>
                                        <p:cTn id="514" dur="1" fill="hold">
                                          <p:stCondLst>
                                            <p:cond delay="0"/>
                                          </p:stCondLst>
                                        </p:cTn>
                                        <p:tgtEl>
                                          <p:spTgt spid="1126"/>
                                        </p:tgtEl>
                                        <p:attrNameLst>
                                          <p:attrName>style.visibility</p:attrName>
                                        </p:attrNameLst>
                                      </p:cBhvr>
                                      <p:to>
                                        <p:strVal val="visible"/>
                                      </p:to>
                                    </p:set>
                                  </p:childTnLst>
                                </p:cTn>
                              </p:par>
                              <p:par>
                                <p:cTn id="515" presetID="1" presetClass="exit" presetSubtype="0" fill="hold" grpId="1" nodeType="withEffect">
                                  <p:stCondLst>
                                    <p:cond delay="8689"/>
                                  </p:stCondLst>
                                  <p:childTnLst>
                                    <p:set>
                                      <p:cBhvr>
                                        <p:cTn id="516" dur="1" fill="hold">
                                          <p:stCondLst>
                                            <p:cond delay="0"/>
                                          </p:stCondLst>
                                        </p:cTn>
                                        <p:tgtEl>
                                          <p:spTgt spid="1126"/>
                                        </p:tgtEl>
                                        <p:attrNameLst>
                                          <p:attrName>style.visibility</p:attrName>
                                        </p:attrNameLst>
                                      </p:cBhvr>
                                      <p:to>
                                        <p:strVal val="hidden"/>
                                      </p:to>
                                    </p:set>
                                  </p:childTnLst>
                                </p:cTn>
                              </p:par>
                              <p:par>
                                <p:cTn id="517" presetID="1" presetClass="entr" presetSubtype="0" fill="hold" grpId="0" nodeType="withEffect">
                                  <p:stCondLst>
                                    <p:cond delay="8689"/>
                                  </p:stCondLst>
                                  <p:childTnLst>
                                    <p:set>
                                      <p:cBhvr>
                                        <p:cTn id="518" dur="1" fill="hold">
                                          <p:stCondLst>
                                            <p:cond delay="0"/>
                                          </p:stCondLst>
                                        </p:cTn>
                                        <p:tgtEl>
                                          <p:spTgt spid="1127"/>
                                        </p:tgtEl>
                                        <p:attrNameLst>
                                          <p:attrName>style.visibility</p:attrName>
                                        </p:attrNameLst>
                                      </p:cBhvr>
                                      <p:to>
                                        <p:strVal val="visible"/>
                                      </p:to>
                                    </p:set>
                                  </p:childTnLst>
                                </p:cTn>
                              </p:par>
                              <p:par>
                                <p:cTn id="519" presetID="1" presetClass="exit" presetSubtype="0" fill="hold" grpId="1" nodeType="withEffect">
                                  <p:stCondLst>
                                    <p:cond delay="8729"/>
                                  </p:stCondLst>
                                  <p:childTnLst>
                                    <p:set>
                                      <p:cBhvr>
                                        <p:cTn id="520" dur="1" fill="hold">
                                          <p:stCondLst>
                                            <p:cond delay="0"/>
                                          </p:stCondLst>
                                        </p:cTn>
                                        <p:tgtEl>
                                          <p:spTgt spid="1127"/>
                                        </p:tgtEl>
                                        <p:attrNameLst>
                                          <p:attrName>style.visibility</p:attrName>
                                        </p:attrNameLst>
                                      </p:cBhvr>
                                      <p:to>
                                        <p:strVal val="hidden"/>
                                      </p:to>
                                    </p:set>
                                  </p:childTnLst>
                                </p:cTn>
                              </p:par>
                              <p:par>
                                <p:cTn id="521" presetID="1" presetClass="entr" presetSubtype="0" fill="hold" grpId="0" nodeType="withEffect">
                                  <p:stCondLst>
                                    <p:cond delay="8729"/>
                                  </p:stCondLst>
                                  <p:childTnLst>
                                    <p:set>
                                      <p:cBhvr>
                                        <p:cTn id="522" dur="1" fill="hold">
                                          <p:stCondLst>
                                            <p:cond delay="0"/>
                                          </p:stCondLst>
                                        </p:cTn>
                                        <p:tgtEl>
                                          <p:spTgt spid="1128"/>
                                        </p:tgtEl>
                                        <p:attrNameLst>
                                          <p:attrName>style.visibility</p:attrName>
                                        </p:attrNameLst>
                                      </p:cBhvr>
                                      <p:to>
                                        <p:strVal val="visible"/>
                                      </p:to>
                                    </p:set>
                                  </p:childTnLst>
                                </p:cTn>
                              </p:par>
                              <p:par>
                                <p:cTn id="523" presetID="1" presetClass="exit" presetSubtype="0" fill="hold" grpId="1" nodeType="withEffect">
                                  <p:stCondLst>
                                    <p:cond delay="8779"/>
                                  </p:stCondLst>
                                  <p:childTnLst>
                                    <p:set>
                                      <p:cBhvr>
                                        <p:cTn id="524" dur="1" fill="hold">
                                          <p:stCondLst>
                                            <p:cond delay="0"/>
                                          </p:stCondLst>
                                        </p:cTn>
                                        <p:tgtEl>
                                          <p:spTgt spid="1128"/>
                                        </p:tgtEl>
                                        <p:attrNameLst>
                                          <p:attrName>style.visibility</p:attrName>
                                        </p:attrNameLst>
                                      </p:cBhvr>
                                      <p:to>
                                        <p:strVal val="hidden"/>
                                      </p:to>
                                    </p:set>
                                  </p:childTnLst>
                                </p:cTn>
                              </p:par>
                              <p:par>
                                <p:cTn id="525" presetID="1" presetClass="entr" presetSubtype="0" fill="hold" grpId="0" nodeType="withEffect">
                                  <p:stCondLst>
                                    <p:cond delay="8779"/>
                                  </p:stCondLst>
                                  <p:childTnLst>
                                    <p:set>
                                      <p:cBhvr>
                                        <p:cTn id="526" dur="1" fill="hold">
                                          <p:stCondLst>
                                            <p:cond delay="0"/>
                                          </p:stCondLst>
                                        </p:cTn>
                                        <p:tgtEl>
                                          <p:spTgt spid="1129"/>
                                        </p:tgtEl>
                                        <p:attrNameLst>
                                          <p:attrName>style.visibility</p:attrName>
                                        </p:attrNameLst>
                                      </p:cBhvr>
                                      <p:to>
                                        <p:strVal val="visible"/>
                                      </p:to>
                                    </p:set>
                                  </p:childTnLst>
                                </p:cTn>
                              </p:par>
                              <p:par>
                                <p:cTn id="527" presetID="1" presetClass="exit" presetSubtype="0" fill="hold" grpId="1" nodeType="withEffect">
                                  <p:stCondLst>
                                    <p:cond delay="8827"/>
                                  </p:stCondLst>
                                  <p:childTnLst>
                                    <p:set>
                                      <p:cBhvr>
                                        <p:cTn id="528" dur="1" fill="hold">
                                          <p:stCondLst>
                                            <p:cond delay="0"/>
                                          </p:stCondLst>
                                        </p:cTn>
                                        <p:tgtEl>
                                          <p:spTgt spid="1129"/>
                                        </p:tgtEl>
                                        <p:attrNameLst>
                                          <p:attrName>style.visibility</p:attrName>
                                        </p:attrNameLst>
                                      </p:cBhvr>
                                      <p:to>
                                        <p:strVal val="hidden"/>
                                      </p:to>
                                    </p:set>
                                  </p:childTnLst>
                                </p:cTn>
                              </p:par>
                              <p:par>
                                <p:cTn id="529" presetID="1" presetClass="entr" presetSubtype="0" fill="hold" grpId="0" nodeType="withEffect">
                                  <p:stCondLst>
                                    <p:cond delay="8827"/>
                                  </p:stCondLst>
                                  <p:childTnLst>
                                    <p:set>
                                      <p:cBhvr>
                                        <p:cTn id="530" dur="1" fill="hold">
                                          <p:stCondLst>
                                            <p:cond delay="0"/>
                                          </p:stCondLst>
                                        </p:cTn>
                                        <p:tgtEl>
                                          <p:spTgt spid="1130"/>
                                        </p:tgtEl>
                                        <p:attrNameLst>
                                          <p:attrName>style.visibility</p:attrName>
                                        </p:attrNameLst>
                                      </p:cBhvr>
                                      <p:to>
                                        <p:strVal val="visible"/>
                                      </p:to>
                                    </p:set>
                                  </p:childTnLst>
                                </p:cTn>
                              </p:par>
                              <p:par>
                                <p:cTn id="531" presetID="1" presetClass="exit" presetSubtype="0" fill="hold" grpId="1" nodeType="withEffect">
                                  <p:stCondLst>
                                    <p:cond delay="8872"/>
                                  </p:stCondLst>
                                  <p:childTnLst>
                                    <p:set>
                                      <p:cBhvr>
                                        <p:cTn id="532" dur="1" fill="hold">
                                          <p:stCondLst>
                                            <p:cond delay="0"/>
                                          </p:stCondLst>
                                        </p:cTn>
                                        <p:tgtEl>
                                          <p:spTgt spid="1130"/>
                                        </p:tgtEl>
                                        <p:attrNameLst>
                                          <p:attrName>style.visibility</p:attrName>
                                        </p:attrNameLst>
                                      </p:cBhvr>
                                      <p:to>
                                        <p:strVal val="hidden"/>
                                      </p:to>
                                    </p:set>
                                  </p:childTnLst>
                                </p:cTn>
                              </p:par>
                              <p:par>
                                <p:cTn id="533" presetID="1" presetClass="entr" presetSubtype="0" fill="hold" grpId="0" nodeType="withEffect">
                                  <p:stCondLst>
                                    <p:cond delay="8872"/>
                                  </p:stCondLst>
                                  <p:childTnLst>
                                    <p:set>
                                      <p:cBhvr>
                                        <p:cTn id="534" dur="1" fill="hold">
                                          <p:stCondLst>
                                            <p:cond delay="0"/>
                                          </p:stCondLst>
                                        </p:cTn>
                                        <p:tgtEl>
                                          <p:spTgt spid="1131"/>
                                        </p:tgtEl>
                                        <p:attrNameLst>
                                          <p:attrName>style.visibility</p:attrName>
                                        </p:attrNameLst>
                                      </p:cBhvr>
                                      <p:to>
                                        <p:strVal val="visible"/>
                                      </p:to>
                                    </p:set>
                                  </p:childTnLst>
                                </p:cTn>
                              </p:par>
                              <p:par>
                                <p:cTn id="535" presetID="1" presetClass="exit" presetSubtype="0" fill="hold" grpId="1" nodeType="withEffect">
                                  <p:stCondLst>
                                    <p:cond delay="8927"/>
                                  </p:stCondLst>
                                  <p:childTnLst>
                                    <p:set>
                                      <p:cBhvr>
                                        <p:cTn id="536" dur="1" fill="hold">
                                          <p:stCondLst>
                                            <p:cond delay="0"/>
                                          </p:stCondLst>
                                        </p:cTn>
                                        <p:tgtEl>
                                          <p:spTgt spid="1131"/>
                                        </p:tgtEl>
                                        <p:attrNameLst>
                                          <p:attrName>style.visibility</p:attrName>
                                        </p:attrNameLst>
                                      </p:cBhvr>
                                      <p:to>
                                        <p:strVal val="hidden"/>
                                      </p:to>
                                    </p:set>
                                  </p:childTnLst>
                                </p:cTn>
                              </p:par>
                              <p:par>
                                <p:cTn id="537" presetID="1" presetClass="entr" presetSubtype="0" fill="hold" grpId="0" nodeType="withEffect">
                                  <p:stCondLst>
                                    <p:cond delay="8927"/>
                                  </p:stCondLst>
                                  <p:childTnLst>
                                    <p:set>
                                      <p:cBhvr>
                                        <p:cTn id="538" dur="1" fill="hold">
                                          <p:stCondLst>
                                            <p:cond delay="0"/>
                                          </p:stCondLst>
                                        </p:cTn>
                                        <p:tgtEl>
                                          <p:spTgt spid="1132"/>
                                        </p:tgtEl>
                                        <p:attrNameLst>
                                          <p:attrName>style.visibility</p:attrName>
                                        </p:attrNameLst>
                                      </p:cBhvr>
                                      <p:to>
                                        <p:strVal val="visible"/>
                                      </p:to>
                                    </p:set>
                                  </p:childTnLst>
                                </p:cTn>
                              </p:par>
                              <p:par>
                                <p:cTn id="539" presetID="1" presetClass="exit" presetSubtype="0" fill="hold" grpId="1" nodeType="withEffect">
                                  <p:stCondLst>
                                    <p:cond delay="8967"/>
                                  </p:stCondLst>
                                  <p:childTnLst>
                                    <p:set>
                                      <p:cBhvr>
                                        <p:cTn id="540" dur="1" fill="hold">
                                          <p:stCondLst>
                                            <p:cond delay="0"/>
                                          </p:stCondLst>
                                        </p:cTn>
                                        <p:tgtEl>
                                          <p:spTgt spid="1132"/>
                                        </p:tgtEl>
                                        <p:attrNameLst>
                                          <p:attrName>style.visibility</p:attrName>
                                        </p:attrNameLst>
                                      </p:cBhvr>
                                      <p:to>
                                        <p:strVal val="hidden"/>
                                      </p:to>
                                    </p:set>
                                  </p:childTnLst>
                                </p:cTn>
                              </p:par>
                              <p:par>
                                <p:cTn id="541" presetID="1" presetClass="entr" presetSubtype="0" fill="hold" grpId="0" nodeType="withEffect">
                                  <p:stCondLst>
                                    <p:cond delay="8967"/>
                                  </p:stCondLst>
                                  <p:childTnLst>
                                    <p:set>
                                      <p:cBhvr>
                                        <p:cTn id="542" dur="1" fill="hold">
                                          <p:stCondLst>
                                            <p:cond delay="0"/>
                                          </p:stCondLst>
                                        </p:cTn>
                                        <p:tgtEl>
                                          <p:spTgt spid="1133"/>
                                        </p:tgtEl>
                                        <p:attrNameLst>
                                          <p:attrName>style.visibility</p:attrName>
                                        </p:attrNameLst>
                                      </p:cBhvr>
                                      <p:to>
                                        <p:strVal val="visible"/>
                                      </p:to>
                                    </p:set>
                                  </p:childTnLst>
                                </p:cTn>
                              </p:par>
                              <p:par>
                                <p:cTn id="543" presetID="1" presetClass="exit" presetSubtype="0" fill="hold" grpId="1" nodeType="withEffect">
                                  <p:stCondLst>
                                    <p:cond delay="9014"/>
                                  </p:stCondLst>
                                  <p:childTnLst>
                                    <p:set>
                                      <p:cBhvr>
                                        <p:cTn id="544" dur="1" fill="hold">
                                          <p:stCondLst>
                                            <p:cond delay="0"/>
                                          </p:stCondLst>
                                        </p:cTn>
                                        <p:tgtEl>
                                          <p:spTgt spid="1133"/>
                                        </p:tgtEl>
                                        <p:attrNameLst>
                                          <p:attrName>style.visibility</p:attrName>
                                        </p:attrNameLst>
                                      </p:cBhvr>
                                      <p:to>
                                        <p:strVal val="hidden"/>
                                      </p:to>
                                    </p:set>
                                  </p:childTnLst>
                                </p:cTn>
                              </p:par>
                              <p:par>
                                <p:cTn id="545" presetID="1" presetClass="entr" presetSubtype="0" fill="hold" grpId="0" nodeType="withEffect">
                                  <p:stCondLst>
                                    <p:cond delay="9014"/>
                                  </p:stCondLst>
                                  <p:childTnLst>
                                    <p:set>
                                      <p:cBhvr>
                                        <p:cTn id="546" dur="1" fill="hold">
                                          <p:stCondLst>
                                            <p:cond delay="0"/>
                                          </p:stCondLst>
                                        </p:cTn>
                                        <p:tgtEl>
                                          <p:spTgt spid="1134"/>
                                        </p:tgtEl>
                                        <p:attrNameLst>
                                          <p:attrName>style.visibility</p:attrName>
                                        </p:attrNameLst>
                                      </p:cBhvr>
                                      <p:to>
                                        <p:strVal val="visible"/>
                                      </p:to>
                                    </p:set>
                                  </p:childTnLst>
                                </p:cTn>
                              </p:par>
                              <p:par>
                                <p:cTn id="547" presetID="1" presetClass="exit" presetSubtype="0" fill="hold" grpId="1" nodeType="withEffect">
                                  <p:stCondLst>
                                    <p:cond delay="9049"/>
                                  </p:stCondLst>
                                  <p:childTnLst>
                                    <p:set>
                                      <p:cBhvr>
                                        <p:cTn id="548" dur="1" fill="hold">
                                          <p:stCondLst>
                                            <p:cond delay="0"/>
                                          </p:stCondLst>
                                        </p:cTn>
                                        <p:tgtEl>
                                          <p:spTgt spid="1134"/>
                                        </p:tgtEl>
                                        <p:attrNameLst>
                                          <p:attrName>style.visibility</p:attrName>
                                        </p:attrNameLst>
                                      </p:cBhvr>
                                      <p:to>
                                        <p:strVal val="hidden"/>
                                      </p:to>
                                    </p:set>
                                  </p:childTnLst>
                                </p:cTn>
                              </p:par>
                              <p:par>
                                <p:cTn id="549" presetID="1" presetClass="entr" presetSubtype="0" fill="hold" grpId="0" nodeType="withEffect">
                                  <p:stCondLst>
                                    <p:cond delay="9049"/>
                                  </p:stCondLst>
                                  <p:childTnLst>
                                    <p:set>
                                      <p:cBhvr>
                                        <p:cTn id="550" dur="1" fill="hold">
                                          <p:stCondLst>
                                            <p:cond delay="0"/>
                                          </p:stCondLst>
                                        </p:cTn>
                                        <p:tgtEl>
                                          <p:spTgt spid="1135"/>
                                        </p:tgtEl>
                                        <p:attrNameLst>
                                          <p:attrName>style.visibility</p:attrName>
                                        </p:attrNameLst>
                                      </p:cBhvr>
                                      <p:to>
                                        <p:strVal val="visible"/>
                                      </p:to>
                                    </p:set>
                                  </p:childTnLst>
                                </p:cTn>
                              </p:par>
                              <p:par>
                                <p:cTn id="551" presetID="1" presetClass="exit" presetSubtype="0" fill="hold" grpId="1" nodeType="withEffect">
                                  <p:stCondLst>
                                    <p:cond delay="9094"/>
                                  </p:stCondLst>
                                  <p:childTnLst>
                                    <p:set>
                                      <p:cBhvr>
                                        <p:cTn id="552" dur="1" fill="hold">
                                          <p:stCondLst>
                                            <p:cond delay="0"/>
                                          </p:stCondLst>
                                        </p:cTn>
                                        <p:tgtEl>
                                          <p:spTgt spid="1135"/>
                                        </p:tgtEl>
                                        <p:attrNameLst>
                                          <p:attrName>style.visibility</p:attrName>
                                        </p:attrNameLst>
                                      </p:cBhvr>
                                      <p:to>
                                        <p:strVal val="hidden"/>
                                      </p:to>
                                    </p:set>
                                  </p:childTnLst>
                                </p:cTn>
                              </p:par>
                              <p:par>
                                <p:cTn id="553" presetID="1" presetClass="entr" presetSubtype="0" fill="hold" grpId="0" nodeType="withEffect">
                                  <p:stCondLst>
                                    <p:cond delay="9094"/>
                                  </p:stCondLst>
                                  <p:childTnLst>
                                    <p:set>
                                      <p:cBhvr>
                                        <p:cTn id="554" dur="1" fill="hold">
                                          <p:stCondLst>
                                            <p:cond delay="0"/>
                                          </p:stCondLst>
                                        </p:cTn>
                                        <p:tgtEl>
                                          <p:spTgt spid="1136"/>
                                        </p:tgtEl>
                                        <p:attrNameLst>
                                          <p:attrName>style.visibility</p:attrName>
                                        </p:attrNameLst>
                                      </p:cBhvr>
                                      <p:to>
                                        <p:strVal val="visible"/>
                                      </p:to>
                                    </p:set>
                                  </p:childTnLst>
                                </p:cTn>
                              </p:par>
                              <p:par>
                                <p:cTn id="555" presetID="1" presetClass="exit" presetSubtype="0" fill="hold" grpId="1" nodeType="withEffect">
                                  <p:stCondLst>
                                    <p:cond delay="9149"/>
                                  </p:stCondLst>
                                  <p:childTnLst>
                                    <p:set>
                                      <p:cBhvr>
                                        <p:cTn id="556" dur="1" fill="hold">
                                          <p:stCondLst>
                                            <p:cond delay="0"/>
                                          </p:stCondLst>
                                        </p:cTn>
                                        <p:tgtEl>
                                          <p:spTgt spid="1136"/>
                                        </p:tgtEl>
                                        <p:attrNameLst>
                                          <p:attrName>style.visibility</p:attrName>
                                        </p:attrNameLst>
                                      </p:cBhvr>
                                      <p:to>
                                        <p:strVal val="hidden"/>
                                      </p:to>
                                    </p:set>
                                  </p:childTnLst>
                                </p:cTn>
                              </p:par>
                              <p:par>
                                <p:cTn id="557" presetID="1" presetClass="entr" presetSubtype="0" fill="hold" grpId="0" nodeType="withEffect">
                                  <p:stCondLst>
                                    <p:cond delay="9149"/>
                                  </p:stCondLst>
                                  <p:childTnLst>
                                    <p:set>
                                      <p:cBhvr>
                                        <p:cTn id="558" dur="1" fill="hold">
                                          <p:stCondLst>
                                            <p:cond delay="0"/>
                                          </p:stCondLst>
                                        </p:cTn>
                                        <p:tgtEl>
                                          <p:spTgt spid="1137"/>
                                        </p:tgtEl>
                                        <p:attrNameLst>
                                          <p:attrName>style.visibility</p:attrName>
                                        </p:attrNameLst>
                                      </p:cBhvr>
                                      <p:to>
                                        <p:strVal val="visible"/>
                                      </p:to>
                                    </p:set>
                                  </p:childTnLst>
                                </p:cTn>
                              </p:par>
                              <p:par>
                                <p:cTn id="559" presetID="1" presetClass="exit" presetSubtype="0" fill="hold" grpId="1" nodeType="withEffect">
                                  <p:stCondLst>
                                    <p:cond delay="9189"/>
                                  </p:stCondLst>
                                  <p:childTnLst>
                                    <p:set>
                                      <p:cBhvr>
                                        <p:cTn id="560" dur="1" fill="hold">
                                          <p:stCondLst>
                                            <p:cond delay="0"/>
                                          </p:stCondLst>
                                        </p:cTn>
                                        <p:tgtEl>
                                          <p:spTgt spid="1137"/>
                                        </p:tgtEl>
                                        <p:attrNameLst>
                                          <p:attrName>style.visibility</p:attrName>
                                        </p:attrNameLst>
                                      </p:cBhvr>
                                      <p:to>
                                        <p:strVal val="hidden"/>
                                      </p:to>
                                    </p:set>
                                  </p:childTnLst>
                                </p:cTn>
                              </p:par>
                              <p:par>
                                <p:cTn id="561" presetID="1" presetClass="entr" presetSubtype="0" fill="hold" grpId="0" nodeType="withEffect">
                                  <p:stCondLst>
                                    <p:cond delay="9189"/>
                                  </p:stCondLst>
                                  <p:childTnLst>
                                    <p:set>
                                      <p:cBhvr>
                                        <p:cTn id="562" dur="1" fill="hold">
                                          <p:stCondLst>
                                            <p:cond delay="0"/>
                                          </p:stCondLst>
                                        </p:cTn>
                                        <p:tgtEl>
                                          <p:spTgt spid="1138"/>
                                        </p:tgtEl>
                                        <p:attrNameLst>
                                          <p:attrName>style.visibility</p:attrName>
                                        </p:attrNameLst>
                                      </p:cBhvr>
                                      <p:to>
                                        <p:strVal val="visible"/>
                                      </p:to>
                                    </p:set>
                                  </p:childTnLst>
                                </p:cTn>
                              </p:par>
                              <p:par>
                                <p:cTn id="563" presetID="1" presetClass="exit" presetSubtype="0" fill="hold" grpId="1" nodeType="withEffect">
                                  <p:stCondLst>
                                    <p:cond delay="9239"/>
                                  </p:stCondLst>
                                  <p:childTnLst>
                                    <p:set>
                                      <p:cBhvr>
                                        <p:cTn id="564" dur="1" fill="hold">
                                          <p:stCondLst>
                                            <p:cond delay="0"/>
                                          </p:stCondLst>
                                        </p:cTn>
                                        <p:tgtEl>
                                          <p:spTgt spid="1138"/>
                                        </p:tgtEl>
                                        <p:attrNameLst>
                                          <p:attrName>style.visibility</p:attrName>
                                        </p:attrNameLst>
                                      </p:cBhvr>
                                      <p:to>
                                        <p:strVal val="hidden"/>
                                      </p:to>
                                    </p:set>
                                  </p:childTnLst>
                                </p:cTn>
                              </p:par>
                              <p:par>
                                <p:cTn id="565" presetID="1" presetClass="entr" presetSubtype="0" fill="hold" grpId="0" nodeType="withEffect">
                                  <p:stCondLst>
                                    <p:cond delay="9239"/>
                                  </p:stCondLst>
                                  <p:childTnLst>
                                    <p:set>
                                      <p:cBhvr>
                                        <p:cTn id="566" dur="1" fill="hold">
                                          <p:stCondLst>
                                            <p:cond delay="0"/>
                                          </p:stCondLst>
                                        </p:cTn>
                                        <p:tgtEl>
                                          <p:spTgt spid="1139"/>
                                        </p:tgtEl>
                                        <p:attrNameLst>
                                          <p:attrName>style.visibility</p:attrName>
                                        </p:attrNameLst>
                                      </p:cBhvr>
                                      <p:to>
                                        <p:strVal val="visible"/>
                                      </p:to>
                                    </p:set>
                                  </p:childTnLst>
                                </p:cTn>
                              </p:par>
                              <p:par>
                                <p:cTn id="567" presetID="1" presetClass="exit" presetSubtype="0" fill="hold" grpId="1" nodeType="withEffect">
                                  <p:stCondLst>
                                    <p:cond delay="9274"/>
                                  </p:stCondLst>
                                  <p:childTnLst>
                                    <p:set>
                                      <p:cBhvr>
                                        <p:cTn id="568" dur="1" fill="hold">
                                          <p:stCondLst>
                                            <p:cond delay="0"/>
                                          </p:stCondLst>
                                        </p:cTn>
                                        <p:tgtEl>
                                          <p:spTgt spid="1139"/>
                                        </p:tgtEl>
                                        <p:attrNameLst>
                                          <p:attrName>style.visibility</p:attrName>
                                        </p:attrNameLst>
                                      </p:cBhvr>
                                      <p:to>
                                        <p:strVal val="hidden"/>
                                      </p:to>
                                    </p:set>
                                  </p:childTnLst>
                                </p:cTn>
                              </p:par>
                              <p:par>
                                <p:cTn id="569" presetID="1" presetClass="entr" presetSubtype="0" fill="hold" grpId="0" nodeType="withEffect">
                                  <p:stCondLst>
                                    <p:cond delay="9274"/>
                                  </p:stCondLst>
                                  <p:childTnLst>
                                    <p:set>
                                      <p:cBhvr>
                                        <p:cTn id="570" dur="1" fill="hold">
                                          <p:stCondLst>
                                            <p:cond delay="0"/>
                                          </p:stCondLst>
                                        </p:cTn>
                                        <p:tgtEl>
                                          <p:spTgt spid="1140"/>
                                        </p:tgtEl>
                                        <p:attrNameLst>
                                          <p:attrName>style.visibility</p:attrName>
                                        </p:attrNameLst>
                                      </p:cBhvr>
                                      <p:to>
                                        <p:strVal val="visible"/>
                                      </p:to>
                                    </p:set>
                                  </p:childTnLst>
                                </p:cTn>
                              </p:par>
                              <p:par>
                                <p:cTn id="571" presetID="1" presetClass="exit" presetSubtype="0" fill="hold" grpId="1" nodeType="withEffect">
                                  <p:stCondLst>
                                    <p:cond delay="9319"/>
                                  </p:stCondLst>
                                  <p:childTnLst>
                                    <p:set>
                                      <p:cBhvr>
                                        <p:cTn id="572" dur="1" fill="hold">
                                          <p:stCondLst>
                                            <p:cond delay="0"/>
                                          </p:stCondLst>
                                        </p:cTn>
                                        <p:tgtEl>
                                          <p:spTgt spid="1140"/>
                                        </p:tgtEl>
                                        <p:attrNameLst>
                                          <p:attrName>style.visibility</p:attrName>
                                        </p:attrNameLst>
                                      </p:cBhvr>
                                      <p:to>
                                        <p:strVal val="hidden"/>
                                      </p:to>
                                    </p:set>
                                  </p:childTnLst>
                                </p:cTn>
                              </p:par>
                              <p:par>
                                <p:cTn id="573" presetID="1" presetClass="entr" presetSubtype="0" fill="hold" grpId="0" nodeType="withEffect">
                                  <p:stCondLst>
                                    <p:cond delay="9319"/>
                                  </p:stCondLst>
                                  <p:childTnLst>
                                    <p:set>
                                      <p:cBhvr>
                                        <p:cTn id="574" dur="1" fill="hold">
                                          <p:stCondLst>
                                            <p:cond delay="0"/>
                                          </p:stCondLst>
                                        </p:cTn>
                                        <p:tgtEl>
                                          <p:spTgt spid="1141"/>
                                        </p:tgtEl>
                                        <p:attrNameLst>
                                          <p:attrName>style.visibility</p:attrName>
                                        </p:attrNameLst>
                                      </p:cBhvr>
                                      <p:to>
                                        <p:strVal val="visible"/>
                                      </p:to>
                                    </p:set>
                                  </p:childTnLst>
                                </p:cTn>
                              </p:par>
                              <p:par>
                                <p:cTn id="575" presetID="1" presetClass="exit" presetSubtype="0" fill="hold" grpId="1" nodeType="withEffect">
                                  <p:stCondLst>
                                    <p:cond delay="9374"/>
                                  </p:stCondLst>
                                  <p:childTnLst>
                                    <p:set>
                                      <p:cBhvr>
                                        <p:cTn id="576" dur="1" fill="hold">
                                          <p:stCondLst>
                                            <p:cond delay="0"/>
                                          </p:stCondLst>
                                        </p:cTn>
                                        <p:tgtEl>
                                          <p:spTgt spid="1141"/>
                                        </p:tgtEl>
                                        <p:attrNameLst>
                                          <p:attrName>style.visibility</p:attrName>
                                        </p:attrNameLst>
                                      </p:cBhvr>
                                      <p:to>
                                        <p:strVal val="hidden"/>
                                      </p:to>
                                    </p:set>
                                  </p:childTnLst>
                                </p:cTn>
                              </p:par>
                              <p:par>
                                <p:cTn id="577" presetID="1" presetClass="entr" presetSubtype="0" fill="hold" grpId="0" nodeType="withEffect">
                                  <p:stCondLst>
                                    <p:cond delay="9374"/>
                                  </p:stCondLst>
                                  <p:childTnLst>
                                    <p:set>
                                      <p:cBhvr>
                                        <p:cTn id="578" dur="1" fill="hold">
                                          <p:stCondLst>
                                            <p:cond delay="0"/>
                                          </p:stCondLst>
                                        </p:cTn>
                                        <p:tgtEl>
                                          <p:spTgt spid="1142"/>
                                        </p:tgtEl>
                                        <p:attrNameLst>
                                          <p:attrName>style.visibility</p:attrName>
                                        </p:attrNameLst>
                                      </p:cBhvr>
                                      <p:to>
                                        <p:strVal val="visible"/>
                                      </p:to>
                                    </p:set>
                                  </p:childTnLst>
                                </p:cTn>
                              </p:par>
                              <p:par>
                                <p:cTn id="579" presetID="1" presetClass="exit" presetSubtype="0" fill="hold" grpId="1" nodeType="withEffect">
                                  <p:stCondLst>
                                    <p:cond delay="9422"/>
                                  </p:stCondLst>
                                  <p:childTnLst>
                                    <p:set>
                                      <p:cBhvr>
                                        <p:cTn id="580" dur="1" fill="hold">
                                          <p:stCondLst>
                                            <p:cond delay="0"/>
                                          </p:stCondLst>
                                        </p:cTn>
                                        <p:tgtEl>
                                          <p:spTgt spid="1142"/>
                                        </p:tgtEl>
                                        <p:attrNameLst>
                                          <p:attrName>style.visibility</p:attrName>
                                        </p:attrNameLst>
                                      </p:cBhvr>
                                      <p:to>
                                        <p:strVal val="hidden"/>
                                      </p:to>
                                    </p:set>
                                  </p:childTnLst>
                                </p:cTn>
                              </p:par>
                              <p:par>
                                <p:cTn id="581" presetID="1" presetClass="entr" presetSubtype="0" fill="hold" grpId="0" nodeType="withEffect">
                                  <p:stCondLst>
                                    <p:cond delay="9422"/>
                                  </p:stCondLst>
                                  <p:childTnLst>
                                    <p:set>
                                      <p:cBhvr>
                                        <p:cTn id="582" dur="1" fill="hold">
                                          <p:stCondLst>
                                            <p:cond delay="0"/>
                                          </p:stCondLst>
                                        </p:cTn>
                                        <p:tgtEl>
                                          <p:spTgt spid="1143"/>
                                        </p:tgtEl>
                                        <p:attrNameLst>
                                          <p:attrName>style.visibility</p:attrName>
                                        </p:attrNameLst>
                                      </p:cBhvr>
                                      <p:to>
                                        <p:strVal val="visible"/>
                                      </p:to>
                                    </p:set>
                                  </p:childTnLst>
                                </p:cTn>
                              </p:par>
                              <p:par>
                                <p:cTn id="583" presetID="1" presetClass="exit" presetSubtype="0" fill="hold" grpId="1" nodeType="withEffect">
                                  <p:stCondLst>
                                    <p:cond delay="9472"/>
                                  </p:stCondLst>
                                  <p:childTnLst>
                                    <p:set>
                                      <p:cBhvr>
                                        <p:cTn id="584" dur="1" fill="hold">
                                          <p:stCondLst>
                                            <p:cond delay="0"/>
                                          </p:stCondLst>
                                        </p:cTn>
                                        <p:tgtEl>
                                          <p:spTgt spid="1143"/>
                                        </p:tgtEl>
                                        <p:attrNameLst>
                                          <p:attrName>style.visibility</p:attrName>
                                        </p:attrNameLst>
                                      </p:cBhvr>
                                      <p:to>
                                        <p:strVal val="hidden"/>
                                      </p:to>
                                    </p:set>
                                  </p:childTnLst>
                                </p:cTn>
                              </p:par>
                              <p:par>
                                <p:cTn id="585" presetID="1" presetClass="entr" presetSubtype="0" fill="hold" grpId="0" nodeType="withEffect">
                                  <p:stCondLst>
                                    <p:cond delay="9472"/>
                                  </p:stCondLst>
                                  <p:childTnLst>
                                    <p:set>
                                      <p:cBhvr>
                                        <p:cTn id="586" dur="1" fill="hold">
                                          <p:stCondLst>
                                            <p:cond delay="0"/>
                                          </p:stCondLst>
                                        </p:cTn>
                                        <p:tgtEl>
                                          <p:spTgt spid="1144"/>
                                        </p:tgtEl>
                                        <p:attrNameLst>
                                          <p:attrName>style.visibility</p:attrName>
                                        </p:attrNameLst>
                                      </p:cBhvr>
                                      <p:to>
                                        <p:strVal val="visible"/>
                                      </p:to>
                                    </p:set>
                                  </p:childTnLst>
                                </p:cTn>
                              </p:par>
                              <p:par>
                                <p:cTn id="587" presetID="1" presetClass="exit" presetSubtype="0" fill="hold" grpId="1" nodeType="withEffect">
                                  <p:stCondLst>
                                    <p:cond delay="9507"/>
                                  </p:stCondLst>
                                  <p:childTnLst>
                                    <p:set>
                                      <p:cBhvr>
                                        <p:cTn id="588" dur="1" fill="hold">
                                          <p:stCondLst>
                                            <p:cond delay="0"/>
                                          </p:stCondLst>
                                        </p:cTn>
                                        <p:tgtEl>
                                          <p:spTgt spid="1144"/>
                                        </p:tgtEl>
                                        <p:attrNameLst>
                                          <p:attrName>style.visibility</p:attrName>
                                        </p:attrNameLst>
                                      </p:cBhvr>
                                      <p:to>
                                        <p:strVal val="hidden"/>
                                      </p:to>
                                    </p:set>
                                  </p:childTnLst>
                                </p:cTn>
                              </p:par>
                              <p:par>
                                <p:cTn id="589" presetID="1" presetClass="entr" presetSubtype="0" fill="hold" grpId="0" nodeType="withEffect">
                                  <p:stCondLst>
                                    <p:cond delay="9507"/>
                                  </p:stCondLst>
                                  <p:childTnLst>
                                    <p:set>
                                      <p:cBhvr>
                                        <p:cTn id="590" dur="1" fill="hold">
                                          <p:stCondLst>
                                            <p:cond delay="0"/>
                                          </p:stCondLst>
                                        </p:cTn>
                                        <p:tgtEl>
                                          <p:spTgt spid="1145"/>
                                        </p:tgtEl>
                                        <p:attrNameLst>
                                          <p:attrName>style.visibility</p:attrName>
                                        </p:attrNameLst>
                                      </p:cBhvr>
                                      <p:to>
                                        <p:strVal val="visible"/>
                                      </p:to>
                                    </p:set>
                                  </p:childTnLst>
                                </p:cTn>
                              </p:par>
                              <p:par>
                                <p:cTn id="591" presetID="1" presetClass="exit" presetSubtype="0" fill="hold" grpId="1" nodeType="withEffect">
                                  <p:stCondLst>
                                    <p:cond delay="9554"/>
                                  </p:stCondLst>
                                  <p:childTnLst>
                                    <p:set>
                                      <p:cBhvr>
                                        <p:cTn id="592" dur="1" fill="hold">
                                          <p:stCondLst>
                                            <p:cond delay="0"/>
                                          </p:stCondLst>
                                        </p:cTn>
                                        <p:tgtEl>
                                          <p:spTgt spid="1145"/>
                                        </p:tgtEl>
                                        <p:attrNameLst>
                                          <p:attrName>style.visibility</p:attrName>
                                        </p:attrNameLst>
                                      </p:cBhvr>
                                      <p:to>
                                        <p:strVal val="hidden"/>
                                      </p:to>
                                    </p:set>
                                  </p:childTnLst>
                                </p:cTn>
                              </p:par>
                              <p:par>
                                <p:cTn id="593" presetID="1" presetClass="entr" presetSubtype="0" fill="hold" grpId="0" nodeType="withEffect">
                                  <p:stCondLst>
                                    <p:cond delay="9554"/>
                                  </p:stCondLst>
                                  <p:childTnLst>
                                    <p:set>
                                      <p:cBhvr>
                                        <p:cTn id="594" dur="1" fill="hold">
                                          <p:stCondLst>
                                            <p:cond delay="0"/>
                                          </p:stCondLst>
                                        </p:cTn>
                                        <p:tgtEl>
                                          <p:spTgt spid="1146"/>
                                        </p:tgtEl>
                                        <p:attrNameLst>
                                          <p:attrName>style.visibility</p:attrName>
                                        </p:attrNameLst>
                                      </p:cBhvr>
                                      <p:to>
                                        <p:strVal val="visible"/>
                                      </p:to>
                                    </p:set>
                                  </p:childTnLst>
                                </p:cTn>
                              </p:par>
                              <p:par>
                                <p:cTn id="595" presetID="1" presetClass="exit" presetSubtype="0" fill="hold" grpId="1" nodeType="withEffect">
                                  <p:stCondLst>
                                    <p:cond delay="9609"/>
                                  </p:stCondLst>
                                  <p:childTnLst>
                                    <p:set>
                                      <p:cBhvr>
                                        <p:cTn id="596" dur="1" fill="hold">
                                          <p:stCondLst>
                                            <p:cond delay="0"/>
                                          </p:stCondLst>
                                        </p:cTn>
                                        <p:tgtEl>
                                          <p:spTgt spid="1146"/>
                                        </p:tgtEl>
                                        <p:attrNameLst>
                                          <p:attrName>style.visibility</p:attrName>
                                        </p:attrNameLst>
                                      </p:cBhvr>
                                      <p:to>
                                        <p:strVal val="hidden"/>
                                      </p:to>
                                    </p:set>
                                  </p:childTnLst>
                                </p:cTn>
                              </p:par>
                              <p:par>
                                <p:cTn id="597" presetID="1" presetClass="entr" presetSubtype="0" fill="hold" grpId="0" nodeType="withEffect">
                                  <p:stCondLst>
                                    <p:cond delay="9609"/>
                                  </p:stCondLst>
                                  <p:childTnLst>
                                    <p:set>
                                      <p:cBhvr>
                                        <p:cTn id="598" dur="1" fill="hold">
                                          <p:stCondLst>
                                            <p:cond delay="0"/>
                                          </p:stCondLst>
                                        </p:cTn>
                                        <p:tgtEl>
                                          <p:spTgt spid="1147"/>
                                        </p:tgtEl>
                                        <p:attrNameLst>
                                          <p:attrName>style.visibility</p:attrName>
                                        </p:attrNameLst>
                                      </p:cBhvr>
                                      <p:to>
                                        <p:strVal val="visible"/>
                                      </p:to>
                                    </p:set>
                                  </p:childTnLst>
                                </p:cTn>
                              </p:par>
                              <p:par>
                                <p:cTn id="599" presetID="1" presetClass="exit" presetSubtype="0" fill="hold" grpId="1" nodeType="withEffect">
                                  <p:stCondLst>
                                    <p:cond delay="9649"/>
                                  </p:stCondLst>
                                  <p:childTnLst>
                                    <p:set>
                                      <p:cBhvr>
                                        <p:cTn id="600" dur="1" fill="hold">
                                          <p:stCondLst>
                                            <p:cond delay="0"/>
                                          </p:stCondLst>
                                        </p:cTn>
                                        <p:tgtEl>
                                          <p:spTgt spid="1147"/>
                                        </p:tgtEl>
                                        <p:attrNameLst>
                                          <p:attrName>style.visibility</p:attrName>
                                        </p:attrNameLst>
                                      </p:cBhvr>
                                      <p:to>
                                        <p:strVal val="hidden"/>
                                      </p:to>
                                    </p:set>
                                  </p:childTnLst>
                                </p:cTn>
                              </p:par>
                              <p:par>
                                <p:cTn id="601" presetID="1" presetClass="entr" presetSubtype="0" fill="hold" grpId="0" nodeType="withEffect">
                                  <p:stCondLst>
                                    <p:cond delay="9649"/>
                                  </p:stCondLst>
                                  <p:childTnLst>
                                    <p:set>
                                      <p:cBhvr>
                                        <p:cTn id="602" dur="1" fill="hold">
                                          <p:stCondLst>
                                            <p:cond delay="0"/>
                                          </p:stCondLst>
                                        </p:cTn>
                                        <p:tgtEl>
                                          <p:spTgt spid="1148"/>
                                        </p:tgtEl>
                                        <p:attrNameLst>
                                          <p:attrName>style.visibility</p:attrName>
                                        </p:attrNameLst>
                                      </p:cBhvr>
                                      <p:to>
                                        <p:strVal val="visible"/>
                                      </p:to>
                                    </p:set>
                                  </p:childTnLst>
                                </p:cTn>
                              </p:par>
                              <p:par>
                                <p:cTn id="603" presetID="1" presetClass="exit" presetSubtype="0" fill="hold" grpId="1" nodeType="withEffect">
                                  <p:stCondLst>
                                    <p:cond delay="9699"/>
                                  </p:stCondLst>
                                  <p:childTnLst>
                                    <p:set>
                                      <p:cBhvr>
                                        <p:cTn id="604" dur="1" fill="hold">
                                          <p:stCondLst>
                                            <p:cond delay="0"/>
                                          </p:stCondLst>
                                        </p:cTn>
                                        <p:tgtEl>
                                          <p:spTgt spid="1148"/>
                                        </p:tgtEl>
                                        <p:attrNameLst>
                                          <p:attrName>style.visibility</p:attrName>
                                        </p:attrNameLst>
                                      </p:cBhvr>
                                      <p:to>
                                        <p:strVal val="hidden"/>
                                      </p:to>
                                    </p:set>
                                  </p:childTnLst>
                                </p:cTn>
                              </p:par>
                              <p:par>
                                <p:cTn id="605" presetID="1" presetClass="entr" presetSubtype="0" fill="hold" grpId="0" nodeType="withEffect">
                                  <p:stCondLst>
                                    <p:cond delay="9699"/>
                                  </p:stCondLst>
                                  <p:childTnLst>
                                    <p:set>
                                      <p:cBhvr>
                                        <p:cTn id="606" dur="1" fill="hold">
                                          <p:stCondLst>
                                            <p:cond delay="0"/>
                                          </p:stCondLst>
                                        </p:cTn>
                                        <p:tgtEl>
                                          <p:spTgt spid="1149"/>
                                        </p:tgtEl>
                                        <p:attrNameLst>
                                          <p:attrName>style.visibility</p:attrName>
                                        </p:attrNameLst>
                                      </p:cBhvr>
                                      <p:to>
                                        <p:strVal val="visible"/>
                                      </p:to>
                                    </p:set>
                                  </p:childTnLst>
                                </p:cTn>
                              </p:par>
                              <p:par>
                                <p:cTn id="607" presetID="1" presetClass="exit" presetSubtype="0" fill="hold" grpId="1" nodeType="withEffect">
                                  <p:stCondLst>
                                    <p:cond delay="9734"/>
                                  </p:stCondLst>
                                  <p:childTnLst>
                                    <p:set>
                                      <p:cBhvr>
                                        <p:cTn id="608" dur="1" fill="hold">
                                          <p:stCondLst>
                                            <p:cond delay="0"/>
                                          </p:stCondLst>
                                        </p:cTn>
                                        <p:tgtEl>
                                          <p:spTgt spid="1149"/>
                                        </p:tgtEl>
                                        <p:attrNameLst>
                                          <p:attrName>style.visibility</p:attrName>
                                        </p:attrNameLst>
                                      </p:cBhvr>
                                      <p:to>
                                        <p:strVal val="hidden"/>
                                      </p:to>
                                    </p:set>
                                  </p:childTnLst>
                                </p:cTn>
                              </p:par>
                              <p:par>
                                <p:cTn id="609" presetID="1" presetClass="entr" presetSubtype="0" fill="hold" grpId="0" nodeType="withEffect">
                                  <p:stCondLst>
                                    <p:cond delay="9734"/>
                                  </p:stCondLst>
                                  <p:childTnLst>
                                    <p:set>
                                      <p:cBhvr>
                                        <p:cTn id="610" dur="1" fill="hold">
                                          <p:stCondLst>
                                            <p:cond delay="0"/>
                                          </p:stCondLst>
                                        </p:cTn>
                                        <p:tgtEl>
                                          <p:spTgt spid="1150"/>
                                        </p:tgtEl>
                                        <p:attrNameLst>
                                          <p:attrName>style.visibility</p:attrName>
                                        </p:attrNameLst>
                                      </p:cBhvr>
                                      <p:to>
                                        <p:strVal val="visible"/>
                                      </p:to>
                                    </p:set>
                                  </p:childTnLst>
                                </p:cTn>
                              </p:par>
                              <p:par>
                                <p:cTn id="611" presetID="1" presetClass="exit" presetSubtype="0" fill="hold" grpId="1" nodeType="withEffect">
                                  <p:stCondLst>
                                    <p:cond delay="9924"/>
                                  </p:stCondLst>
                                  <p:childTnLst>
                                    <p:set>
                                      <p:cBhvr>
                                        <p:cTn id="612" dur="1" fill="hold">
                                          <p:stCondLst>
                                            <p:cond delay="0"/>
                                          </p:stCondLst>
                                        </p:cTn>
                                        <p:tgtEl>
                                          <p:spTgt spid="1150"/>
                                        </p:tgtEl>
                                        <p:attrNameLst>
                                          <p:attrName>style.visibility</p:attrName>
                                        </p:attrNameLst>
                                      </p:cBhvr>
                                      <p:to>
                                        <p:strVal val="hidden"/>
                                      </p:to>
                                    </p:set>
                                  </p:childTnLst>
                                </p:cTn>
                              </p:par>
                              <p:par>
                                <p:cTn id="613" presetID="1" presetClass="entr" presetSubtype="0" fill="hold" grpId="0" nodeType="withEffect">
                                  <p:stCondLst>
                                    <p:cond delay="9924"/>
                                  </p:stCondLst>
                                  <p:childTnLst>
                                    <p:set>
                                      <p:cBhvr>
                                        <p:cTn id="614" dur="1" fill="hold">
                                          <p:stCondLst>
                                            <p:cond delay="0"/>
                                          </p:stCondLst>
                                        </p:cTn>
                                        <p:tgtEl>
                                          <p:spTgt spid="1151"/>
                                        </p:tgtEl>
                                        <p:attrNameLst>
                                          <p:attrName>style.visibility</p:attrName>
                                        </p:attrNameLst>
                                      </p:cBhvr>
                                      <p:to>
                                        <p:strVal val="visible"/>
                                      </p:to>
                                    </p:set>
                                  </p:childTnLst>
                                </p:cTn>
                              </p:par>
                              <p:par>
                                <p:cTn id="615" presetID="1" presetClass="exit" presetSubtype="0" fill="hold" grpId="1" nodeType="withEffect">
                                  <p:stCondLst>
                                    <p:cond delay="9954"/>
                                  </p:stCondLst>
                                  <p:childTnLst>
                                    <p:set>
                                      <p:cBhvr>
                                        <p:cTn id="616" dur="1" fill="hold">
                                          <p:stCondLst>
                                            <p:cond delay="0"/>
                                          </p:stCondLst>
                                        </p:cTn>
                                        <p:tgtEl>
                                          <p:spTgt spid="1151"/>
                                        </p:tgtEl>
                                        <p:attrNameLst>
                                          <p:attrName>style.visibility</p:attrName>
                                        </p:attrNameLst>
                                      </p:cBhvr>
                                      <p:to>
                                        <p:strVal val="hidden"/>
                                      </p:to>
                                    </p:set>
                                  </p:childTnLst>
                                </p:cTn>
                              </p:par>
                              <p:par>
                                <p:cTn id="617" presetID="1" presetClass="entr" presetSubtype="0" fill="hold" grpId="0" nodeType="withEffect">
                                  <p:stCondLst>
                                    <p:cond delay="9954"/>
                                  </p:stCondLst>
                                  <p:childTnLst>
                                    <p:set>
                                      <p:cBhvr>
                                        <p:cTn id="618" dur="1" fill="hold">
                                          <p:stCondLst>
                                            <p:cond delay="0"/>
                                          </p:stCondLst>
                                        </p:cTn>
                                        <p:tgtEl>
                                          <p:spTgt spid="1152"/>
                                        </p:tgtEl>
                                        <p:attrNameLst>
                                          <p:attrName>style.visibility</p:attrName>
                                        </p:attrNameLst>
                                      </p:cBhvr>
                                      <p:to>
                                        <p:strVal val="visible"/>
                                      </p:to>
                                    </p:set>
                                  </p:childTnLst>
                                </p:cTn>
                              </p:par>
                              <p:par>
                                <p:cTn id="619" presetID="1" presetClass="exit" presetSubtype="0" fill="hold" grpId="1" nodeType="withEffect">
                                  <p:stCondLst>
                                    <p:cond delay="9984"/>
                                  </p:stCondLst>
                                  <p:childTnLst>
                                    <p:set>
                                      <p:cBhvr>
                                        <p:cTn id="620" dur="1" fill="hold">
                                          <p:stCondLst>
                                            <p:cond delay="0"/>
                                          </p:stCondLst>
                                        </p:cTn>
                                        <p:tgtEl>
                                          <p:spTgt spid="1152"/>
                                        </p:tgtEl>
                                        <p:attrNameLst>
                                          <p:attrName>style.visibility</p:attrName>
                                        </p:attrNameLst>
                                      </p:cBhvr>
                                      <p:to>
                                        <p:strVal val="hidden"/>
                                      </p:to>
                                    </p:set>
                                  </p:childTnLst>
                                </p:cTn>
                              </p:par>
                              <p:par>
                                <p:cTn id="621" presetID="1" presetClass="entr" presetSubtype="0" fill="hold" grpId="0" nodeType="withEffect">
                                  <p:stCondLst>
                                    <p:cond delay="9984"/>
                                  </p:stCondLst>
                                  <p:childTnLst>
                                    <p:set>
                                      <p:cBhvr>
                                        <p:cTn id="622" dur="1" fill="hold">
                                          <p:stCondLst>
                                            <p:cond delay="0"/>
                                          </p:stCondLst>
                                        </p:cTn>
                                        <p:tgtEl>
                                          <p:spTgt spid="1153"/>
                                        </p:tgtEl>
                                        <p:attrNameLst>
                                          <p:attrName>style.visibility</p:attrName>
                                        </p:attrNameLst>
                                      </p:cBhvr>
                                      <p:to>
                                        <p:strVal val="visible"/>
                                      </p:to>
                                    </p:set>
                                  </p:childTnLst>
                                </p:cTn>
                              </p:par>
                              <p:par>
                                <p:cTn id="623" presetID="1" presetClass="exit" presetSubtype="0" fill="hold" grpId="1" nodeType="withEffect">
                                  <p:stCondLst>
                                    <p:cond delay="10014"/>
                                  </p:stCondLst>
                                  <p:childTnLst>
                                    <p:set>
                                      <p:cBhvr>
                                        <p:cTn id="624" dur="1" fill="hold">
                                          <p:stCondLst>
                                            <p:cond delay="0"/>
                                          </p:stCondLst>
                                        </p:cTn>
                                        <p:tgtEl>
                                          <p:spTgt spid="1153"/>
                                        </p:tgtEl>
                                        <p:attrNameLst>
                                          <p:attrName>style.visibility</p:attrName>
                                        </p:attrNameLst>
                                      </p:cBhvr>
                                      <p:to>
                                        <p:strVal val="hidden"/>
                                      </p:to>
                                    </p:set>
                                  </p:childTnLst>
                                </p:cTn>
                              </p:par>
                              <p:par>
                                <p:cTn id="625" presetID="1" presetClass="entr" presetSubtype="0" fill="hold" grpId="0" nodeType="withEffect">
                                  <p:stCondLst>
                                    <p:cond delay="10014"/>
                                  </p:stCondLst>
                                  <p:childTnLst>
                                    <p:set>
                                      <p:cBhvr>
                                        <p:cTn id="626" dur="1" fill="hold">
                                          <p:stCondLst>
                                            <p:cond delay="0"/>
                                          </p:stCondLst>
                                        </p:cTn>
                                        <p:tgtEl>
                                          <p:spTgt spid="1154"/>
                                        </p:tgtEl>
                                        <p:attrNameLst>
                                          <p:attrName>style.visibility</p:attrName>
                                        </p:attrNameLst>
                                      </p:cBhvr>
                                      <p:to>
                                        <p:strVal val="visible"/>
                                      </p:to>
                                    </p:set>
                                  </p:childTnLst>
                                </p:cTn>
                              </p:par>
                              <p:par>
                                <p:cTn id="627" presetID="1" presetClass="exit" presetSubtype="0" fill="hold" grpId="1" nodeType="withEffect">
                                  <p:stCondLst>
                                    <p:cond delay="10049"/>
                                  </p:stCondLst>
                                  <p:childTnLst>
                                    <p:set>
                                      <p:cBhvr>
                                        <p:cTn id="628" dur="1" fill="hold">
                                          <p:stCondLst>
                                            <p:cond delay="0"/>
                                          </p:stCondLst>
                                        </p:cTn>
                                        <p:tgtEl>
                                          <p:spTgt spid="1154"/>
                                        </p:tgtEl>
                                        <p:attrNameLst>
                                          <p:attrName>style.visibility</p:attrName>
                                        </p:attrNameLst>
                                      </p:cBhvr>
                                      <p:to>
                                        <p:strVal val="hidden"/>
                                      </p:to>
                                    </p:set>
                                  </p:childTnLst>
                                </p:cTn>
                              </p:par>
                              <p:par>
                                <p:cTn id="629" presetID="1" presetClass="entr" presetSubtype="0" fill="hold" grpId="0" nodeType="withEffect">
                                  <p:stCondLst>
                                    <p:cond delay="10049"/>
                                  </p:stCondLst>
                                  <p:childTnLst>
                                    <p:set>
                                      <p:cBhvr>
                                        <p:cTn id="630" dur="1" fill="hold">
                                          <p:stCondLst>
                                            <p:cond delay="0"/>
                                          </p:stCondLst>
                                        </p:cTn>
                                        <p:tgtEl>
                                          <p:spTgt spid="1155"/>
                                        </p:tgtEl>
                                        <p:attrNameLst>
                                          <p:attrName>style.visibility</p:attrName>
                                        </p:attrNameLst>
                                      </p:cBhvr>
                                      <p:to>
                                        <p:strVal val="visible"/>
                                      </p:to>
                                    </p:set>
                                  </p:childTnLst>
                                </p:cTn>
                              </p:par>
                              <p:par>
                                <p:cTn id="631" presetID="1" presetClass="exit" presetSubtype="0" fill="hold" grpId="1" nodeType="withEffect">
                                  <p:stCondLst>
                                    <p:cond delay="10094"/>
                                  </p:stCondLst>
                                  <p:childTnLst>
                                    <p:set>
                                      <p:cBhvr>
                                        <p:cTn id="632" dur="1" fill="hold">
                                          <p:stCondLst>
                                            <p:cond delay="0"/>
                                          </p:stCondLst>
                                        </p:cTn>
                                        <p:tgtEl>
                                          <p:spTgt spid="1155"/>
                                        </p:tgtEl>
                                        <p:attrNameLst>
                                          <p:attrName>style.visibility</p:attrName>
                                        </p:attrNameLst>
                                      </p:cBhvr>
                                      <p:to>
                                        <p:strVal val="hidden"/>
                                      </p:to>
                                    </p:set>
                                  </p:childTnLst>
                                </p:cTn>
                              </p:par>
                              <p:par>
                                <p:cTn id="633" presetID="1" presetClass="entr" presetSubtype="0" fill="hold" grpId="0" nodeType="withEffect">
                                  <p:stCondLst>
                                    <p:cond delay="10094"/>
                                  </p:stCondLst>
                                  <p:childTnLst>
                                    <p:set>
                                      <p:cBhvr>
                                        <p:cTn id="634" dur="1" fill="hold">
                                          <p:stCondLst>
                                            <p:cond delay="0"/>
                                          </p:stCondLst>
                                        </p:cTn>
                                        <p:tgtEl>
                                          <p:spTgt spid="89"/>
                                        </p:tgtEl>
                                        <p:attrNameLst>
                                          <p:attrName>style.visibility</p:attrName>
                                        </p:attrNameLst>
                                      </p:cBhvr>
                                      <p:to>
                                        <p:strVal val="visible"/>
                                      </p:to>
                                    </p:set>
                                  </p:childTnLst>
                                </p:cTn>
                              </p:par>
                              <p:par>
                                <p:cTn id="635" presetID="1" presetClass="entr" presetSubtype="0" fill="hold" grpId="0" nodeType="withEffect">
                                  <p:stCondLst>
                                    <p:cond delay="10274"/>
                                  </p:stCondLst>
                                  <p:childTnLst>
                                    <p:set>
                                      <p:cBhvr>
                                        <p:cTn id="636" dur="1" fill="hold">
                                          <p:stCondLst>
                                            <p:cond delay="0"/>
                                          </p:stCondLst>
                                        </p:cTn>
                                        <p:tgtEl>
                                          <p:spTgt spid="1156"/>
                                        </p:tgtEl>
                                        <p:attrNameLst>
                                          <p:attrName>style.visibility</p:attrName>
                                        </p:attrNameLst>
                                      </p:cBhvr>
                                      <p:to>
                                        <p:strVal val="visible"/>
                                      </p:to>
                                    </p:set>
                                  </p:childTnLst>
                                </p:cTn>
                              </p:par>
                              <p:par>
                                <p:cTn id="637" presetID="1" presetClass="exit" presetSubtype="0" fill="hold" grpId="1" nodeType="withEffect">
                                  <p:stCondLst>
                                    <p:cond delay="10303"/>
                                  </p:stCondLst>
                                  <p:childTnLst>
                                    <p:set>
                                      <p:cBhvr>
                                        <p:cTn id="638" dur="1" fill="hold">
                                          <p:stCondLst>
                                            <p:cond delay="0"/>
                                          </p:stCondLst>
                                        </p:cTn>
                                        <p:tgtEl>
                                          <p:spTgt spid="1156"/>
                                        </p:tgtEl>
                                        <p:attrNameLst>
                                          <p:attrName>style.visibility</p:attrName>
                                        </p:attrNameLst>
                                      </p:cBhvr>
                                      <p:to>
                                        <p:strVal val="hidden"/>
                                      </p:to>
                                    </p:set>
                                  </p:childTnLst>
                                </p:cTn>
                              </p:par>
                              <p:par>
                                <p:cTn id="639" presetID="1" presetClass="entr" presetSubtype="0" fill="hold" grpId="0" nodeType="withEffect">
                                  <p:stCondLst>
                                    <p:cond delay="10303"/>
                                  </p:stCondLst>
                                  <p:childTnLst>
                                    <p:set>
                                      <p:cBhvr>
                                        <p:cTn id="640" dur="1" fill="hold">
                                          <p:stCondLst>
                                            <p:cond delay="0"/>
                                          </p:stCondLst>
                                        </p:cTn>
                                        <p:tgtEl>
                                          <p:spTgt spid="1157"/>
                                        </p:tgtEl>
                                        <p:attrNameLst>
                                          <p:attrName>style.visibility</p:attrName>
                                        </p:attrNameLst>
                                      </p:cBhvr>
                                      <p:to>
                                        <p:strVal val="visible"/>
                                      </p:to>
                                    </p:set>
                                  </p:childTnLst>
                                </p:cTn>
                              </p:par>
                              <p:par>
                                <p:cTn id="641" presetID="1" presetClass="exit" presetSubtype="0" fill="hold" grpId="1" nodeType="withEffect">
                                  <p:stCondLst>
                                    <p:cond delay="10341"/>
                                  </p:stCondLst>
                                  <p:childTnLst>
                                    <p:set>
                                      <p:cBhvr>
                                        <p:cTn id="642" dur="1" fill="hold">
                                          <p:stCondLst>
                                            <p:cond delay="0"/>
                                          </p:stCondLst>
                                        </p:cTn>
                                        <p:tgtEl>
                                          <p:spTgt spid="1157"/>
                                        </p:tgtEl>
                                        <p:attrNameLst>
                                          <p:attrName>style.visibility</p:attrName>
                                        </p:attrNameLst>
                                      </p:cBhvr>
                                      <p:to>
                                        <p:strVal val="hidden"/>
                                      </p:to>
                                    </p:set>
                                  </p:childTnLst>
                                </p:cTn>
                              </p:par>
                              <p:par>
                                <p:cTn id="643" presetID="1" presetClass="entr" presetSubtype="0" fill="hold" grpId="0" nodeType="withEffect">
                                  <p:stCondLst>
                                    <p:cond delay="10341"/>
                                  </p:stCondLst>
                                  <p:childTnLst>
                                    <p:set>
                                      <p:cBhvr>
                                        <p:cTn id="644" dur="1" fill="hold">
                                          <p:stCondLst>
                                            <p:cond delay="0"/>
                                          </p:stCondLst>
                                        </p:cTn>
                                        <p:tgtEl>
                                          <p:spTgt spid="1158"/>
                                        </p:tgtEl>
                                        <p:attrNameLst>
                                          <p:attrName>style.visibility</p:attrName>
                                        </p:attrNameLst>
                                      </p:cBhvr>
                                      <p:to>
                                        <p:strVal val="visible"/>
                                      </p:to>
                                    </p:set>
                                  </p:childTnLst>
                                </p:cTn>
                              </p:par>
                              <p:par>
                                <p:cTn id="645" presetID="1" presetClass="exit" presetSubtype="0" fill="hold" grpId="1" nodeType="withEffect">
                                  <p:stCondLst>
                                    <p:cond delay="10387"/>
                                  </p:stCondLst>
                                  <p:childTnLst>
                                    <p:set>
                                      <p:cBhvr>
                                        <p:cTn id="646" dur="1" fill="hold">
                                          <p:stCondLst>
                                            <p:cond delay="0"/>
                                          </p:stCondLst>
                                        </p:cTn>
                                        <p:tgtEl>
                                          <p:spTgt spid="1158"/>
                                        </p:tgtEl>
                                        <p:attrNameLst>
                                          <p:attrName>style.visibility</p:attrName>
                                        </p:attrNameLst>
                                      </p:cBhvr>
                                      <p:to>
                                        <p:strVal val="hidden"/>
                                      </p:to>
                                    </p:set>
                                  </p:childTnLst>
                                </p:cTn>
                              </p:par>
                              <p:par>
                                <p:cTn id="647" presetID="1" presetClass="entr" presetSubtype="0" fill="hold" grpId="0" nodeType="withEffect">
                                  <p:stCondLst>
                                    <p:cond delay="10387"/>
                                  </p:stCondLst>
                                  <p:childTnLst>
                                    <p:set>
                                      <p:cBhvr>
                                        <p:cTn id="648" dur="1" fill="hold">
                                          <p:stCondLst>
                                            <p:cond delay="0"/>
                                          </p:stCondLst>
                                        </p:cTn>
                                        <p:tgtEl>
                                          <p:spTgt spid="1159"/>
                                        </p:tgtEl>
                                        <p:attrNameLst>
                                          <p:attrName>style.visibility</p:attrName>
                                        </p:attrNameLst>
                                      </p:cBhvr>
                                      <p:to>
                                        <p:strVal val="visible"/>
                                      </p:to>
                                    </p:set>
                                  </p:childTnLst>
                                </p:cTn>
                              </p:par>
                              <p:par>
                                <p:cTn id="649" presetID="1" presetClass="exit" presetSubtype="0" fill="hold" grpId="1" nodeType="withEffect">
                                  <p:stCondLst>
                                    <p:cond delay="10421"/>
                                  </p:stCondLst>
                                  <p:childTnLst>
                                    <p:set>
                                      <p:cBhvr>
                                        <p:cTn id="650" dur="1" fill="hold">
                                          <p:stCondLst>
                                            <p:cond delay="0"/>
                                          </p:stCondLst>
                                        </p:cTn>
                                        <p:tgtEl>
                                          <p:spTgt spid="1159"/>
                                        </p:tgtEl>
                                        <p:attrNameLst>
                                          <p:attrName>style.visibility</p:attrName>
                                        </p:attrNameLst>
                                      </p:cBhvr>
                                      <p:to>
                                        <p:strVal val="hidden"/>
                                      </p:to>
                                    </p:set>
                                  </p:childTnLst>
                                </p:cTn>
                              </p:par>
                              <p:par>
                                <p:cTn id="651" presetID="1" presetClass="entr" presetSubtype="0" fill="hold" grpId="0" nodeType="withEffect">
                                  <p:stCondLst>
                                    <p:cond delay="10421"/>
                                  </p:stCondLst>
                                  <p:childTnLst>
                                    <p:set>
                                      <p:cBhvr>
                                        <p:cTn id="652" dur="1" fill="hold">
                                          <p:stCondLst>
                                            <p:cond delay="0"/>
                                          </p:stCondLst>
                                        </p:cTn>
                                        <p:tgtEl>
                                          <p:spTgt spid="1160"/>
                                        </p:tgtEl>
                                        <p:attrNameLst>
                                          <p:attrName>style.visibility</p:attrName>
                                        </p:attrNameLst>
                                      </p:cBhvr>
                                      <p:to>
                                        <p:strVal val="visible"/>
                                      </p:to>
                                    </p:set>
                                  </p:childTnLst>
                                </p:cTn>
                              </p:par>
                              <p:par>
                                <p:cTn id="653" presetID="1" presetClass="exit" presetSubtype="0" fill="hold" grpId="1" nodeType="withEffect">
                                  <p:stCondLst>
                                    <p:cond delay="10461"/>
                                  </p:stCondLst>
                                  <p:childTnLst>
                                    <p:set>
                                      <p:cBhvr>
                                        <p:cTn id="654" dur="1" fill="hold">
                                          <p:stCondLst>
                                            <p:cond delay="0"/>
                                          </p:stCondLst>
                                        </p:cTn>
                                        <p:tgtEl>
                                          <p:spTgt spid="1160"/>
                                        </p:tgtEl>
                                        <p:attrNameLst>
                                          <p:attrName>style.visibility</p:attrName>
                                        </p:attrNameLst>
                                      </p:cBhvr>
                                      <p:to>
                                        <p:strVal val="hidden"/>
                                      </p:to>
                                    </p:set>
                                  </p:childTnLst>
                                </p:cTn>
                              </p:par>
                              <p:par>
                                <p:cTn id="655" presetID="1" presetClass="entr" presetSubtype="0" fill="hold" grpId="0" nodeType="withEffect">
                                  <p:stCondLst>
                                    <p:cond delay="10461"/>
                                  </p:stCondLst>
                                  <p:childTnLst>
                                    <p:set>
                                      <p:cBhvr>
                                        <p:cTn id="656" dur="1" fill="hold">
                                          <p:stCondLst>
                                            <p:cond delay="0"/>
                                          </p:stCondLst>
                                        </p:cTn>
                                        <p:tgtEl>
                                          <p:spTgt spid="1161"/>
                                        </p:tgtEl>
                                        <p:attrNameLst>
                                          <p:attrName>style.visibility</p:attrName>
                                        </p:attrNameLst>
                                      </p:cBhvr>
                                      <p:to>
                                        <p:strVal val="visible"/>
                                      </p:to>
                                    </p:set>
                                  </p:childTnLst>
                                </p:cTn>
                              </p:par>
                              <p:par>
                                <p:cTn id="657" presetID="1" presetClass="exit" presetSubtype="0" fill="hold" grpId="1" nodeType="withEffect">
                                  <p:stCondLst>
                                    <p:cond delay="10490"/>
                                  </p:stCondLst>
                                  <p:childTnLst>
                                    <p:set>
                                      <p:cBhvr>
                                        <p:cTn id="658" dur="1" fill="hold">
                                          <p:stCondLst>
                                            <p:cond delay="0"/>
                                          </p:stCondLst>
                                        </p:cTn>
                                        <p:tgtEl>
                                          <p:spTgt spid="1161"/>
                                        </p:tgtEl>
                                        <p:attrNameLst>
                                          <p:attrName>style.visibility</p:attrName>
                                        </p:attrNameLst>
                                      </p:cBhvr>
                                      <p:to>
                                        <p:strVal val="hidden"/>
                                      </p:to>
                                    </p:set>
                                  </p:childTnLst>
                                </p:cTn>
                              </p:par>
                              <p:par>
                                <p:cTn id="659" presetID="1" presetClass="entr" presetSubtype="0" fill="hold" grpId="0" nodeType="withEffect">
                                  <p:stCondLst>
                                    <p:cond delay="10490"/>
                                  </p:stCondLst>
                                  <p:childTnLst>
                                    <p:set>
                                      <p:cBhvr>
                                        <p:cTn id="660" dur="1" fill="hold">
                                          <p:stCondLst>
                                            <p:cond delay="0"/>
                                          </p:stCondLst>
                                        </p:cTn>
                                        <p:tgtEl>
                                          <p:spTgt spid="1162"/>
                                        </p:tgtEl>
                                        <p:attrNameLst>
                                          <p:attrName>style.visibility</p:attrName>
                                        </p:attrNameLst>
                                      </p:cBhvr>
                                      <p:to>
                                        <p:strVal val="visible"/>
                                      </p:to>
                                    </p:set>
                                  </p:childTnLst>
                                </p:cTn>
                              </p:par>
                              <p:par>
                                <p:cTn id="661" presetID="1" presetClass="exit" presetSubtype="0" fill="hold" grpId="1" nodeType="withEffect">
                                  <p:stCondLst>
                                    <p:cond delay="10528"/>
                                  </p:stCondLst>
                                  <p:childTnLst>
                                    <p:set>
                                      <p:cBhvr>
                                        <p:cTn id="662" dur="1" fill="hold">
                                          <p:stCondLst>
                                            <p:cond delay="0"/>
                                          </p:stCondLst>
                                        </p:cTn>
                                        <p:tgtEl>
                                          <p:spTgt spid="1162"/>
                                        </p:tgtEl>
                                        <p:attrNameLst>
                                          <p:attrName>style.visibility</p:attrName>
                                        </p:attrNameLst>
                                      </p:cBhvr>
                                      <p:to>
                                        <p:strVal val="hidden"/>
                                      </p:to>
                                    </p:set>
                                  </p:childTnLst>
                                </p:cTn>
                              </p:par>
                              <p:par>
                                <p:cTn id="663" presetID="1" presetClass="entr" presetSubtype="0" fill="hold" grpId="0" nodeType="withEffect">
                                  <p:stCondLst>
                                    <p:cond delay="10528"/>
                                  </p:stCondLst>
                                  <p:childTnLst>
                                    <p:set>
                                      <p:cBhvr>
                                        <p:cTn id="664" dur="1" fill="hold">
                                          <p:stCondLst>
                                            <p:cond delay="0"/>
                                          </p:stCondLst>
                                        </p:cTn>
                                        <p:tgtEl>
                                          <p:spTgt spid="1163"/>
                                        </p:tgtEl>
                                        <p:attrNameLst>
                                          <p:attrName>style.visibility</p:attrName>
                                        </p:attrNameLst>
                                      </p:cBhvr>
                                      <p:to>
                                        <p:strVal val="visible"/>
                                      </p:to>
                                    </p:set>
                                  </p:childTnLst>
                                </p:cTn>
                              </p:par>
                              <p:par>
                                <p:cTn id="665" presetID="1" presetClass="exit" presetSubtype="0" fill="hold" grpId="1" nodeType="withEffect">
                                  <p:stCondLst>
                                    <p:cond delay="10574"/>
                                  </p:stCondLst>
                                  <p:childTnLst>
                                    <p:set>
                                      <p:cBhvr>
                                        <p:cTn id="666" dur="1" fill="hold">
                                          <p:stCondLst>
                                            <p:cond delay="0"/>
                                          </p:stCondLst>
                                        </p:cTn>
                                        <p:tgtEl>
                                          <p:spTgt spid="1163"/>
                                        </p:tgtEl>
                                        <p:attrNameLst>
                                          <p:attrName>style.visibility</p:attrName>
                                        </p:attrNameLst>
                                      </p:cBhvr>
                                      <p:to>
                                        <p:strVal val="hidden"/>
                                      </p:to>
                                    </p:set>
                                  </p:childTnLst>
                                </p:cTn>
                              </p:par>
                              <p:par>
                                <p:cTn id="667" presetID="1" presetClass="entr" presetSubtype="0" fill="hold" grpId="0" nodeType="withEffect">
                                  <p:stCondLst>
                                    <p:cond delay="10574"/>
                                  </p:stCondLst>
                                  <p:childTnLst>
                                    <p:set>
                                      <p:cBhvr>
                                        <p:cTn id="668" dur="1" fill="hold">
                                          <p:stCondLst>
                                            <p:cond delay="0"/>
                                          </p:stCondLst>
                                        </p:cTn>
                                        <p:tgtEl>
                                          <p:spTgt spid="1164"/>
                                        </p:tgtEl>
                                        <p:attrNameLst>
                                          <p:attrName>style.visibility</p:attrName>
                                        </p:attrNameLst>
                                      </p:cBhvr>
                                      <p:to>
                                        <p:strVal val="visible"/>
                                      </p:to>
                                    </p:set>
                                  </p:childTnLst>
                                </p:cTn>
                              </p:par>
                              <p:par>
                                <p:cTn id="669" presetID="1" presetClass="exit" presetSubtype="0" fill="hold" grpId="1" nodeType="withEffect">
                                  <p:stCondLst>
                                    <p:cond delay="10608"/>
                                  </p:stCondLst>
                                  <p:childTnLst>
                                    <p:set>
                                      <p:cBhvr>
                                        <p:cTn id="670" dur="1" fill="hold">
                                          <p:stCondLst>
                                            <p:cond delay="0"/>
                                          </p:stCondLst>
                                        </p:cTn>
                                        <p:tgtEl>
                                          <p:spTgt spid="1164"/>
                                        </p:tgtEl>
                                        <p:attrNameLst>
                                          <p:attrName>style.visibility</p:attrName>
                                        </p:attrNameLst>
                                      </p:cBhvr>
                                      <p:to>
                                        <p:strVal val="hidden"/>
                                      </p:to>
                                    </p:set>
                                  </p:childTnLst>
                                </p:cTn>
                              </p:par>
                              <p:par>
                                <p:cTn id="671" presetID="1" presetClass="entr" presetSubtype="0" fill="hold" grpId="0" nodeType="withEffect">
                                  <p:stCondLst>
                                    <p:cond delay="10608"/>
                                  </p:stCondLst>
                                  <p:childTnLst>
                                    <p:set>
                                      <p:cBhvr>
                                        <p:cTn id="672" dur="1" fill="hold">
                                          <p:stCondLst>
                                            <p:cond delay="0"/>
                                          </p:stCondLst>
                                        </p:cTn>
                                        <p:tgtEl>
                                          <p:spTgt spid="1165"/>
                                        </p:tgtEl>
                                        <p:attrNameLst>
                                          <p:attrName>style.visibility</p:attrName>
                                        </p:attrNameLst>
                                      </p:cBhvr>
                                      <p:to>
                                        <p:strVal val="visible"/>
                                      </p:to>
                                    </p:set>
                                  </p:childTnLst>
                                </p:cTn>
                              </p:par>
                              <p:par>
                                <p:cTn id="673" presetID="1" presetClass="exit" presetSubtype="0" fill="hold" grpId="1" nodeType="withEffect">
                                  <p:stCondLst>
                                    <p:cond delay="10650"/>
                                  </p:stCondLst>
                                  <p:childTnLst>
                                    <p:set>
                                      <p:cBhvr>
                                        <p:cTn id="674" dur="1" fill="hold">
                                          <p:stCondLst>
                                            <p:cond delay="0"/>
                                          </p:stCondLst>
                                        </p:cTn>
                                        <p:tgtEl>
                                          <p:spTgt spid="1165"/>
                                        </p:tgtEl>
                                        <p:attrNameLst>
                                          <p:attrName>style.visibility</p:attrName>
                                        </p:attrNameLst>
                                      </p:cBhvr>
                                      <p:to>
                                        <p:strVal val="hidden"/>
                                      </p:to>
                                    </p:set>
                                  </p:childTnLst>
                                </p:cTn>
                              </p:par>
                              <p:par>
                                <p:cTn id="675" presetID="1" presetClass="entr" presetSubtype="0" fill="hold" grpId="0" nodeType="withEffect">
                                  <p:stCondLst>
                                    <p:cond delay="10650"/>
                                  </p:stCondLst>
                                  <p:childTnLst>
                                    <p:set>
                                      <p:cBhvr>
                                        <p:cTn id="676" dur="1" fill="hold">
                                          <p:stCondLst>
                                            <p:cond delay="0"/>
                                          </p:stCondLst>
                                        </p:cTn>
                                        <p:tgtEl>
                                          <p:spTgt spid="1166"/>
                                        </p:tgtEl>
                                        <p:attrNameLst>
                                          <p:attrName>style.visibility</p:attrName>
                                        </p:attrNameLst>
                                      </p:cBhvr>
                                      <p:to>
                                        <p:strVal val="visible"/>
                                      </p:to>
                                    </p:set>
                                  </p:childTnLst>
                                </p:cTn>
                              </p:par>
                              <p:par>
                                <p:cTn id="677" presetID="1" presetClass="exit" presetSubtype="0" fill="hold" grpId="1" nodeType="withEffect">
                                  <p:stCondLst>
                                    <p:cond delay="10679"/>
                                  </p:stCondLst>
                                  <p:childTnLst>
                                    <p:set>
                                      <p:cBhvr>
                                        <p:cTn id="678" dur="1" fill="hold">
                                          <p:stCondLst>
                                            <p:cond delay="0"/>
                                          </p:stCondLst>
                                        </p:cTn>
                                        <p:tgtEl>
                                          <p:spTgt spid="1166"/>
                                        </p:tgtEl>
                                        <p:attrNameLst>
                                          <p:attrName>style.visibility</p:attrName>
                                        </p:attrNameLst>
                                      </p:cBhvr>
                                      <p:to>
                                        <p:strVal val="hidden"/>
                                      </p:to>
                                    </p:set>
                                  </p:childTnLst>
                                </p:cTn>
                              </p:par>
                              <p:par>
                                <p:cTn id="679" presetID="1" presetClass="entr" presetSubtype="0" fill="hold" grpId="0" nodeType="withEffect">
                                  <p:stCondLst>
                                    <p:cond delay="10679"/>
                                  </p:stCondLst>
                                  <p:childTnLst>
                                    <p:set>
                                      <p:cBhvr>
                                        <p:cTn id="680" dur="1" fill="hold">
                                          <p:stCondLst>
                                            <p:cond delay="0"/>
                                          </p:stCondLst>
                                        </p:cTn>
                                        <p:tgtEl>
                                          <p:spTgt spid="1167"/>
                                        </p:tgtEl>
                                        <p:attrNameLst>
                                          <p:attrName>style.visibility</p:attrName>
                                        </p:attrNameLst>
                                      </p:cBhvr>
                                      <p:to>
                                        <p:strVal val="visible"/>
                                      </p:to>
                                    </p:set>
                                  </p:childTnLst>
                                </p:cTn>
                              </p:par>
                              <p:par>
                                <p:cTn id="681" presetID="1" presetClass="exit" presetSubtype="0" fill="hold" grpId="1" nodeType="withEffect">
                                  <p:stCondLst>
                                    <p:cond delay="10717"/>
                                  </p:stCondLst>
                                  <p:childTnLst>
                                    <p:set>
                                      <p:cBhvr>
                                        <p:cTn id="682" dur="1" fill="hold">
                                          <p:stCondLst>
                                            <p:cond delay="0"/>
                                          </p:stCondLst>
                                        </p:cTn>
                                        <p:tgtEl>
                                          <p:spTgt spid="1167"/>
                                        </p:tgtEl>
                                        <p:attrNameLst>
                                          <p:attrName>style.visibility</p:attrName>
                                        </p:attrNameLst>
                                      </p:cBhvr>
                                      <p:to>
                                        <p:strVal val="hidden"/>
                                      </p:to>
                                    </p:set>
                                  </p:childTnLst>
                                </p:cTn>
                              </p:par>
                              <p:par>
                                <p:cTn id="683" presetID="1" presetClass="entr" presetSubtype="0" fill="hold" grpId="0" nodeType="withEffect">
                                  <p:stCondLst>
                                    <p:cond delay="10717"/>
                                  </p:stCondLst>
                                  <p:childTnLst>
                                    <p:set>
                                      <p:cBhvr>
                                        <p:cTn id="684" dur="1" fill="hold">
                                          <p:stCondLst>
                                            <p:cond delay="0"/>
                                          </p:stCondLst>
                                        </p:cTn>
                                        <p:tgtEl>
                                          <p:spTgt spid="1168"/>
                                        </p:tgtEl>
                                        <p:attrNameLst>
                                          <p:attrName>style.visibility</p:attrName>
                                        </p:attrNameLst>
                                      </p:cBhvr>
                                      <p:to>
                                        <p:strVal val="visible"/>
                                      </p:to>
                                    </p:set>
                                  </p:childTnLst>
                                </p:cTn>
                              </p:par>
                              <p:par>
                                <p:cTn id="685" presetID="1" presetClass="exit" presetSubtype="0" fill="hold" grpId="1" nodeType="withEffect">
                                  <p:stCondLst>
                                    <p:cond delay="10763"/>
                                  </p:stCondLst>
                                  <p:childTnLst>
                                    <p:set>
                                      <p:cBhvr>
                                        <p:cTn id="686" dur="1" fill="hold">
                                          <p:stCondLst>
                                            <p:cond delay="0"/>
                                          </p:stCondLst>
                                        </p:cTn>
                                        <p:tgtEl>
                                          <p:spTgt spid="1168"/>
                                        </p:tgtEl>
                                        <p:attrNameLst>
                                          <p:attrName>style.visibility</p:attrName>
                                        </p:attrNameLst>
                                      </p:cBhvr>
                                      <p:to>
                                        <p:strVal val="hidden"/>
                                      </p:to>
                                    </p:set>
                                  </p:childTnLst>
                                </p:cTn>
                              </p:par>
                              <p:par>
                                <p:cTn id="687" presetID="1" presetClass="entr" presetSubtype="0" fill="hold" grpId="0" nodeType="withEffect">
                                  <p:stCondLst>
                                    <p:cond delay="10763"/>
                                  </p:stCondLst>
                                  <p:childTnLst>
                                    <p:set>
                                      <p:cBhvr>
                                        <p:cTn id="688" dur="1" fill="hold">
                                          <p:stCondLst>
                                            <p:cond delay="0"/>
                                          </p:stCondLst>
                                        </p:cTn>
                                        <p:tgtEl>
                                          <p:spTgt spid="1169"/>
                                        </p:tgtEl>
                                        <p:attrNameLst>
                                          <p:attrName>style.visibility</p:attrName>
                                        </p:attrNameLst>
                                      </p:cBhvr>
                                      <p:to>
                                        <p:strVal val="visible"/>
                                      </p:to>
                                    </p:set>
                                  </p:childTnLst>
                                </p:cTn>
                              </p:par>
                              <p:par>
                                <p:cTn id="689" presetID="1" presetClass="exit" presetSubtype="0" fill="hold" grpId="1" nodeType="withEffect">
                                  <p:stCondLst>
                                    <p:cond delay="10803"/>
                                  </p:stCondLst>
                                  <p:childTnLst>
                                    <p:set>
                                      <p:cBhvr>
                                        <p:cTn id="690" dur="1" fill="hold">
                                          <p:stCondLst>
                                            <p:cond delay="0"/>
                                          </p:stCondLst>
                                        </p:cTn>
                                        <p:tgtEl>
                                          <p:spTgt spid="1169"/>
                                        </p:tgtEl>
                                        <p:attrNameLst>
                                          <p:attrName>style.visibility</p:attrName>
                                        </p:attrNameLst>
                                      </p:cBhvr>
                                      <p:to>
                                        <p:strVal val="hidden"/>
                                      </p:to>
                                    </p:set>
                                  </p:childTnLst>
                                </p:cTn>
                              </p:par>
                              <p:par>
                                <p:cTn id="691" presetID="1" presetClass="entr" presetSubtype="0" fill="hold" grpId="0" nodeType="withEffect">
                                  <p:stCondLst>
                                    <p:cond delay="10803"/>
                                  </p:stCondLst>
                                  <p:childTnLst>
                                    <p:set>
                                      <p:cBhvr>
                                        <p:cTn id="692" dur="1" fill="hold">
                                          <p:stCondLst>
                                            <p:cond delay="0"/>
                                          </p:stCondLst>
                                        </p:cTn>
                                        <p:tgtEl>
                                          <p:spTgt spid="1170"/>
                                        </p:tgtEl>
                                        <p:attrNameLst>
                                          <p:attrName>style.visibility</p:attrName>
                                        </p:attrNameLst>
                                      </p:cBhvr>
                                      <p:to>
                                        <p:strVal val="visible"/>
                                      </p:to>
                                    </p:set>
                                  </p:childTnLst>
                                </p:cTn>
                              </p:par>
                              <p:par>
                                <p:cTn id="693" presetID="1" presetClass="exit" presetSubtype="0" fill="hold" grpId="1" nodeType="withEffect">
                                  <p:stCondLst>
                                    <p:cond delay="10845"/>
                                  </p:stCondLst>
                                  <p:childTnLst>
                                    <p:set>
                                      <p:cBhvr>
                                        <p:cTn id="694" dur="1" fill="hold">
                                          <p:stCondLst>
                                            <p:cond delay="0"/>
                                          </p:stCondLst>
                                        </p:cTn>
                                        <p:tgtEl>
                                          <p:spTgt spid="1170"/>
                                        </p:tgtEl>
                                        <p:attrNameLst>
                                          <p:attrName>style.visibility</p:attrName>
                                        </p:attrNameLst>
                                      </p:cBhvr>
                                      <p:to>
                                        <p:strVal val="hidden"/>
                                      </p:to>
                                    </p:set>
                                  </p:childTnLst>
                                </p:cTn>
                              </p:par>
                              <p:par>
                                <p:cTn id="695" presetID="1" presetClass="entr" presetSubtype="0" fill="hold" grpId="0" nodeType="withEffect">
                                  <p:stCondLst>
                                    <p:cond delay="10845"/>
                                  </p:stCondLst>
                                  <p:childTnLst>
                                    <p:set>
                                      <p:cBhvr>
                                        <p:cTn id="696" dur="1" fill="hold">
                                          <p:stCondLst>
                                            <p:cond delay="0"/>
                                          </p:stCondLst>
                                        </p:cTn>
                                        <p:tgtEl>
                                          <p:spTgt spid="1171"/>
                                        </p:tgtEl>
                                        <p:attrNameLst>
                                          <p:attrName>style.visibility</p:attrName>
                                        </p:attrNameLst>
                                      </p:cBhvr>
                                      <p:to>
                                        <p:strVal val="visible"/>
                                      </p:to>
                                    </p:set>
                                  </p:childTnLst>
                                </p:cTn>
                              </p:par>
                              <p:par>
                                <p:cTn id="697" presetID="1" presetClass="exit" presetSubtype="0" fill="hold" grpId="1" nodeType="withEffect">
                                  <p:stCondLst>
                                    <p:cond delay="10875"/>
                                  </p:stCondLst>
                                  <p:childTnLst>
                                    <p:set>
                                      <p:cBhvr>
                                        <p:cTn id="698" dur="1" fill="hold">
                                          <p:stCondLst>
                                            <p:cond delay="0"/>
                                          </p:stCondLst>
                                        </p:cTn>
                                        <p:tgtEl>
                                          <p:spTgt spid="1171"/>
                                        </p:tgtEl>
                                        <p:attrNameLst>
                                          <p:attrName>style.visibility</p:attrName>
                                        </p:attrNameLst>
                                      </p:cBhvr>
                                      <p:to>
                                        <p:strVal val="hidden"/>
                                      </p:to>
                                    </p:set>
                                  </p:childTnLst>
                                </p:cTn>
                              </p:par>
                              <p:par>
                                <p:cTn id="699" presetID="1" presetClass="entr" presetSubtype="0" fill="hold" grpId="0" nodeType="withEffect">
                                  <p:stCondLst>
                                    <p:cond delay="10875"/>
                                  </p:stCondLst>
                                  <p:childTnLst>
                                    <p:set>
                                      <p:cBhvr>
                                        <p:cTn id="700" dur="1" fill="hold">
                                          <p:stCondLst>
                                            <p:cond delay="0"/>
                                          </p:stCondLst>
                                        </p:cTn>
                                        <p:tgtEl>
                                          <p:spTgt spid="1172"/>
                                        </p:tgtEl>
                                        <p:attrNameLst>
                                          <p:attrName>style.visibility</p:attrName>
                                        </p:attrNameLst>
                                      </p:cBhvr>
                                      <p:to>
                                        <p:strVal val="visible"/>
                                      </p:to>
                                    </p:set>
                                  </p:childTnLst>
                                </p:cTn>
                              </p:par>
                              <p:par>
                                <p:cTn id="701" presetID="1" presetClass="exit" presetSubtype="0" fill="hold" grpId="1" nodeType="withEffect">
                                  <p:stCondLst>
                                    <p:cond delay="10912"/>
                                  </p:stCondLst>
                                  <p:childTnLst>
                                    <p:set>
                                      <p:cBhvr>
                                        <p:cTn id="702" dur="1" fill="hold">
                                          <p:stCondLst>
                                            <p:cond delay="0"/>
                                          </p:stCondLst>
                                        </p:cTn>
                                        <p:tgtEl>
                                          <p:spTgt spid="1172"/>
                                        </p:tgtEl>
                                        <p:attrNameLst>
                                          <p:attrName>style.visibility</p:attrName>
                                        </p:attrNameLst>
                                      </p:cBhvr>
                                      <p:to>
                                        <p:strVal val="hidden"/>
                                      </p:to>
                                    </p:set>
                                  </p:childTnLst>
                                </p:cTn>
                              </p:par>
                              <p:par>
                                <p:cTn id="703" presetID="1" presetClass="entr" presetSubtype="0" fill="hold" grpId="0" nodeType="withEffect">
                                  <p:stCondLst>
                                    <p:cond delay="10912"/>
                                  </p:stCondLst>
                                  <p:childTnLst>
                                    <p:set>
                                      <p:cBhvr>
                                        <p:cTn id="704" dur="1" fill="hold">
                                          <p:stCondLst>
                                            <p:cond delay="0"/>
                                          </p:stCondLst>
                                        </p:cTn>
                                        <p:tgtEl>
                                          <p:spTgt spid="1173"/>
                                        </p:tgtEl>
                                        <p:attrNameLst>
                                          <p:attrName>style.visibility</p:attrName>
                                        </p:attrNameLst>
                                      </p:cBhvr>
                                      <p:to>
                                        <p:strVal val="visible"/>
                                      </p:to>
                                    </p:set>
                                  </p:childTnLst>
                                </p:cTn>
                              </p:par>
                              <p:par>
                                <p:cTn id="705" presetID="1" presetClass="exit" presetSubtype="0" fill="hold" grpId="1" nodeType="withEffect">
                                  <p:stCondLst>
                                    <p:cond delay="10952"/>
                                  </p:stCondLst>
                                  <p:childTnLst>
                                    <p:set>
                                      <p:cBhvr>
                                        <p:cTn id="706" dur="1" fill="hold">
                                          <p:stCondLst>
                                            <p:cond delay="0"/>
                                          </p:stCondLst>
                                        </p:cTn>
                                        <p:tgtEl>
                                          <p:spTgt spid="1173"/>
                                        </p:tgtEl>
                                        <p:attrNameLst>
                                          <p:attrName>style.visibility</p:attrName>
                                        </p:attrNameLst>
                                      </p:cBhvr>
                                      <p:to>
                                        <p:strVal val="hidden"/>
                                      </p:to>
                                    </p:set>
                                  </p:childTnLst>
                                </p:cTn>
                              </p:par>
                              <p:par>
                                <p:cTn id="707" presetID="1" presetClass="entr" presetSubtype="0" fill="hold" grpId="0" nodeType="withEffect">
                                  <p:stCondLst>
                                    <p:cond delay="10952"/>
                                  </p:stCondLst>
                                  <p:childTnLst>
                                    <p:set>
                                      <p:cBhvr>
                                        <p:cTn id="708" dur="1" fill="hold">
                                          <p:stCondLst>
                                            <p:cond delay="0"/>
                                          </p:stCondLst>
                                        </p:cTn>
                                        <p:tgtEl>
                                          <p:spTgt spid="1174"/>
                                        </p:tgtEl>
                                        <p:attrNameLst>
                                          <p:attrName>style.visibility</p:attrName>
                                        </p:attrNameLst>
                                      </p:cBhvr>
                                      <p:to>
                                        <p:strVal val="visible"/>
                                      </p:to>
                                    </p:set>
                                  </p:childTnLst>
                                </p:cTn>
                              </p:par>
                              <p:par>
                                <p:cTn id="709" presetID="1" presetClass="exit" presetSubtype="0" fill="hold" grpId="1" nodeType="withEffect">
                                  <p:stCondLst>
                                    <p:cond delay="10986"/>
                                  </p:stCondLst>
                                  <p:childTnLst>
                                    <p:set>
                                      <p:cBhvr>
                                        <p:cTn id="710" dur="1" fill="hold">
                                          <p:stCondLst>
                                            <p:cond delay="0"/>
                                          </p:stCondLst>
                                        </p:cTn>
                                        <p:tgtEl>
                                          <p:spTgt spid="1174"/>
                                        </p:tgtEl>
                                        <p:attrNameLst>
                                          <p:attrName>style.visibility</p:attrName>
                                        </p:attrNameLst>
                                      </p:cBhvr>
                                      <p:to>
                                        <p:strVal val="hidden"/>
                                      </p:to>
                                    </p:set>
                                  </p:childTnLst>
                                </p:cTn>
                              </p:par>
                              <p:par>
                                <p:cTn id="711" presetID="1" presetClass="entr" presetSubtype="0" fill="hold" grpId="0" nodeType="withEffect">
                                  <p:stCondLst>
                                    <p:cond delay="10986"/>
                                  </p:stCondLst>
                                  <p:childTnLst>
                                    <p:set>
                                      <p:cBhvr>
                                        <p:cTn id="712" dur="1" fill="hold">
                                          <p:stCondLst>
                                            <p:cond delay="0"/>
                                          </p:stCondLst>
                                        </p:cTn>
                                        <p:tgtEl>
                                          <p:spTgt spid="1175"/>
                                        </p:tgtEl>
                                        <p:attrNameLst>
                                          <p:attrName>style.visibility</p:attrName>
                                        </p:attrNameLst>
                                      </p:cBhvr>
                                      <p:to>
                                        <p:strVal val="visible"/>
                                      </p:to>
                                    </p:set>
                                  </p:childTnLst>
                                </p:cTn>
                              </p:par>
                              <p:par>
                                <p:cTn id="713" presetID="1" presetClass="exit" presetSubtype="0" fill="hold" grpId="1" nodeType="withEffect">
                                  <p:stCondLst>
                                    <p:cond delay="11145"/>
                                  </p:stCondLst>
                                  <p:childTnLst>
                                    <p:set>
                                      <p:cBhvr>
                                        <p:cTn id="714" dur="1" fill="hold">
                                          <p:stCondLst>
                                            <p:cond delay="0"/>
                                          </p:stCondLst>
                                        </p:cTn>
                                        <p:tgtEl>
                                          <p:spTgt spid="1175"/>
                                        </p:tgtEl>
                                        <p:attrNameLst>
                                          <p:attrName>style.visibility</p:attrName>
                                        </p:attrNameLst>
                                      </p:cBhvr>
                                      <p:to>
                                        <p:strVal val="hidden"/>
                                      </p:to>
                                    </p:set>
                                  </p:childTnLst>
                                </p:cTn>
                              </p:par>
                              <p:par>
                                <p:cTn id="715" presetID="1" presetClass="entr" presetSubtype="0" fill="hold" grpId="0" nodeType="withEffect">
                                  <p:stCondLst>
                                    <p:cond delay="11145"/>
                                  </p:stCondLst>
                                  <p:childTnLst>
                                    <p:set>
                                      <p:cBhvr>
                                        <p:cTn id="716" dur="1" fill="hold">
                                          <p:stCondLst>
                                            <p:cond delay="0"/>
                                          </p:stCondLst>
                                        </p:cTn>
                                        <p:tgtEl>
                                          <p:spTgt spid="1176"/>
                                        </p:tgtEl>
                                        <p:attrNameLst>
                                          <p:attrName>style.visibility</p:attrName>
                                        </p:attrNameLst>
                                      </p:cBhvr>
                                      <p:to>
                                        <p:strVal val="visible"/>
                                      </p:to>
                                    </p:set>
                                  </p:childTnLst>
                                </p:cTn>
                              </p:par>
                              <p:par>
                                <p:cTn id="717" presetID="1" presetClass="exit" presetSubtype="0" fill="hold" grpId="1" nodeType="withEffect">
                                  <p:stCondLst>
                                    <p:cond delay="11171"/>
                                  </p:stCondLst>
                                  <p:childTnLst>
                                    <p:set>
                                      <p:cBhvr>
                                        <p:cTn id="718" dur="1" fill="hold">
                                          <p:stCondLst>
                                            <p:cond delay="0"/>
                                          </p:stCondLst>
                                        </p:cTn>
                                        <p:tgtEl>
                                          <p:spTgt spid="1176"/>
                                        </p:tgtEl>
                                        <p:attrNameLst>
                                          <p:attrName>style.visibility</p:attrName>
                                        </p:attrNameLst>
                                      </p:cBhvr>
                                      <p:to>
                                        <p:strVal val="hidden"/>
                                      </p:to>
                                    </p:set>
                                  </p:childTnLst>
                                </p:cTn>
                              </p:par>
                              <p:par>
                                <p:cTn id="719" presetID="1" presetClass="entr" presetSubtype="0" fill="hold" grpId="0" nodeType="withEffect">
                                  <p:stCondLst>
                                    <p:cond delay="11171"/>
                                  </p:stCondLst>
                                  <p:childTnLst>
                                    <p:set>
                                      <p:cBhvr>
                                        <p:cTn id="720" dur="1" fill="hold">
                                          <p:stCondLst>
                                            <p:cond delay="0"/>
                                          </p:stCondLst>
                                        </p:cTn>
                                        <p:tgtEl>
                                          <p:spTgt spid="1177"/>
                                        </p:tgtEl>
                                        <p:attrNameLst>
                                          <p:attrName>style.visibility</p:attrName>
                                        </p:attrNameLst>
                                      </p:cBhvr>
                                      <p:to>
                                        <p:strVal val="visible"/>
                                      </p:to>
                                    </p:set>
                                  </p:childTnLst>
                                </p:cTn>
                              </p:par>
                              <p:par>
                                <p:cTn id="721" presetID="1" presetClass="exit" presetSubtype="0" fill="hold" grpId="1" nodeType="withEffect">
                                  <p:stCondLst>
                                    <p:cond delay="11196"/>
                                  </p:stCondLst>
                                  <p:childTnLst>
                                    <p:set>
                                      <p:cBhvr>
                                        <p:cTn id="722" dur="1" fill="hold">
                                          <p:stCondLst>
                                            <p:cond delay="0"/>
                                          </p:stCondLst>
                                        </p:cTn>
                                        <p:tgtEl>
                                          <p:spTgt spid="1177"/>
                                        </p:tgtEl>
                                        <p:attrNameLst>
                                          <p:attrName>style.visibility</p:attrName>
                                        </p:attrNameLst>
                                      </p:cBhvr>
                                      <p:to>
                                        <p:strVal val="hidden"/>
                                      </p:to>
                                    </p:set>
                                  </p:childTnLst>
                                </p:cTn>
                              </p:par>
                              <p:par>
                                <p:cTn id="723" presetID="1" presetClass="entr" presetSubtype="0" fill="hold" grpId="0" nodeType="withEffect">
                                  <p:stCondLst>
                                    <p:cond delay="11196"/>
                                  </p:stCondLst>
                                  <p:childTnLst>
                                    <p:set>
                                      <p:cBhvr>
                                        <p:cTn id="724" dur="1" fill="hold">
                                          <p:stCondLst>
                                            <p:cond delay="0"/>
                                          </p:stCondLst>
                                        </p:cTn>
                                        <p:tgtEl>
                                          <p:spTgt spid="1178"/>
                                        </p:tgtEl>
                                        <p:attrNameLst>
                                          <p:attrName>style.visibility</p:attrName>
                                        </p:attrNameLst>
                                      </p:cBhvr>
                                      <p:to>
                                        <p:strVal val="visible"/>
                                      </p:to>
                                    </p:set>
                                  </p:childTnLst>
                                </p:cTn>
                              </p:par>
                              <p:par>
                                <p:cTn id="725" presetID="1" presetClass="exit" presetSubtype="0" fill="hold" grpId="1" nodeType="withEffect">
                                  <p:stCondLst>
                                    <p:cond delay="11242"/>
                                  </p:stCondLst>
                                  <p:childTnLst>
                                    <p:set>
                                      <p:cBhvr>
                                        <p:cTn id="726" dur="1" fill="hold">
                                          <p:stCondLst>
                                            <p:cond delay="0"/>
                                          </p:stCondLst>
                                        </p:cTn>
                                        <p:tgtEl>
                                          <p:spTgt spid="1178"/>
                                        </p:tgtEl>
                                        <p:attrNameLst>
                                          <p:attrName>style.visibility</p:attrName>
                                        </p:attrNameLst>
                                      </p:cBhvr>
                                      <p:to>
                                        <p:strVal val="hidden"/>
                                      </p:to>
                                    </p:set>
                                  </p:childTnLst>
                                </p:cTn>
                              </p:par>
                              <p:par>
                                <p:cTn id="727" presetID="1" presetClass="entr" presetSubtype="0" fill="hold" grpId="0" nodeType="withEffect">
                                  <p:stCondLst>
                                    <p:cond delay="11242"/>
                                  </p:stCondLst>
                                  <p:childTnLst>
                                    <p:set>
                                      <p:cBhvr>
                                        <p:cTn id="728" dur="1" fill="hold">
                                          <p:stCondLst>
                                            <p:cond delay="0"/>
                                          </p:stCondLst>
                                        </p:cTn>
                                        <p:tgtEl>
                                          <p:spTgt spid="1179"/>
                                        </p:tgtEl>
                                        <p:attrNameLst>
                                          <p:attrName>style.visibility</p:attrName>
                                        </p:attrNameLst>
                                      </p:cBhvr>
                                      <p:to>
                                        <p:strVal val="visible"/>
                                      </p:to>
                                    </p:set>
                                  </p:childTnLst>
                                </p:cTn>
                              </p:par>
                              <p:par>
                                <p:cTn id="729" presetID="1" presetClass="exit" presetSubtype="0" fill="hold" grpId="1" nodeType="withEffect">
                                  <p:stCondLst>
                                    <p:cond delay="11276"/>
                                  </p:stCondLst>
                                  <p:childTnLst>
                                    <p:set>
                                      <p:cBhvr>
                                        <p:cTn id="730" dur="1" fill="hold">
                                          <p:stCondLst>
                                            <p:cond delay="0"/>
                                          </p:stCondLst>
                                        </p:cTn>
                                        <p:tgtEl>
                                          <p:spTgt spid="1179"/>
                                        </p:tgtEl>
                                        <p:attrNameLst>
                                          <p:attrName>style.visibility</p:attrName>
                                        </p:attrNameLst>
                                      </p:cBhvr>
                                      <p:to>
                                        <p:strVal val="hidden"/>
                                      </p:to>
                                    </p:set>
                                  </p:childTnLst>
                                </p:cTn>
                              </p:par>
                              <p:par>
                                <p:cTn id="731" presetID="1" presetClass="entr" presetSubtype="0" fill="hold" grpId="0" nodeType="withEffect">
                                  <p:stCondLst>
                                    <p:cond delay="11276"/>
                                  </p:stCondLst>
                                  <p:childTnLst>
                                    <p:set>
                                      <p:cBhvr>
                                        <p:cTn id="732" dur="1" fill="hold">
                                          <p:stCondLst>
                                            <p:cond delay="0"/>
                                          </p:stCondLst>
                                        </p:cTn>
                                        <p:tgtEl>
                                          <p:spTgt spid="1180"/>
                                        </p:tgtEl>
                                        <p:attrNameLst>
                                          <p:attrName>style.visibility</p:attrName>
                                        </p:attrNameLst>
                                      </p:cBhvr>
                                      <p:to>
                                        <p:strVal val="visible"/>
                                      </p:to>
                                    </p:set>
                                  </p:childTnLst>
                                </p:cTn>
                              </p:par>
                              <p:par>
                                <p:cTn id="733" presetID="1" presetClass="exit" presetSubtype="0" fill="hold" grpId="1" nodeType="withEffect">
                                  <p:stCondLst>
                                    <p:cond delay="11318"/>
                                  </p:stCondLst>
                                  <p:childTnLst>
                                    <p:set>
                                      <p:cBhvr>
                                        <p:cTn id="734" dur="1" fill="hold">
                                          <p:stCondLst>
                                            <p:cond delay="0"/>
                                          </p:stCondLst>
                                        </p:cTn>
                                        <p:tgtEl>
                                          <p:spTgt spid="1180"/>
                                        </p:tgtEl>
                                        <p:attrNameLst>
                                          <p:attrName>style.visibility</p:attrName>
                                        </p:attrNameLst>
                                      </p:cBhvr>
                                      <p:to>
                                        <p:strVal val="hidden"/>
                                      </p:to>
                                    </p:set>
                                  </p:childTnLst>
                                </p:cTn>
                              </p:par>
                              <p:par>
                                <p:cTn id="735" presetID="1" presetClass="entr" presetSubtype="0" fill="hold" grpId="0" nodeType="withEffect">
                                  <p:stCondLst>
                                    <p:cond delay="11318"/>
                                  </p:stCondLst>
                                  <p:childTnLst>
                                    <p:set>
                                      <p:cBhvr>
                                        <p:cTn id="736" dur="1" fill="hold">
                                          <p:stCondLst>
                                            <p:cond delay="0"/>
                                          </p:stCondLst>
                                        </p:cTn>
                                        <p:tgtEl>
                                          <p:spTgt spid="1181"/>
                                        </p:tgtEl>
                                        <p:attrNameLst>
                                          <p:attrName>style.visibility</p:attrName>
                                        </p:attrNameLst>
                                      </p:cBhvr>
                                      <p:to>
                                        <p:strVal val="visible"/>
                                      </p:to>
                                    </p:set>
                                  </p:childTnLst>
                                </p:cTn>
                              </p:par>
                              <p:par>
                                <p:cTn id="737" presetID="1" presetClass="exit" presetSubtype="0" fill="hold" grpId="1" nodeType="withEffect">
                                  <p:stCondLst>
                                    <p:cond delay="11358"/>
                                  </p:stCondLst>
                                  <p:childTnLst>
                                    <p:set>
                                      <p:cBhvr>
                                        <p:cTn id="738" dur="1" fill="hold">
                                          <p:stCondLst>
                                            <p:cond delay="0"/>
                                          </p:stCondLst>
                                        </p:cTn>
                                        <p:tgtEl>
                                          <p:spTgt spid="1181"/>
                                        </p:tgtEl>
                                        <p:attrNameLst>
                                          <p:attrName>style.visibility</p:attrName>
                                        </p:attrNameLst>
                                      </p:cBhvr>
                                      <p:to>
                                        <p:strVal val="hidden"/>
                                      </p:to>
                                    </p:set>
                                  </p:childTnLst>
                                </p:cTn>
                              </p:par>
                              <p:par>
                                <p:cTn id="739" presetID="1" presetClass="entr" presetSubtype="0" fill="hold" grpId="0" nodeType="withEffect">
                                  <p:stCondLst>
                                    <p:cond delay="11358"/>
                                  </p:stCondLst>
                                  <p:childTnLst>
                                    <p:set>
                                      <p:cBhvr>
                                        <p:cTn id="740" dur="1" fill="hold">
                                          <p:stCondLst>
                                            <p:cond delay="0"/>
                                          </p:stCondLst>
                                        </p:cTn>
                                        <p:tgtEl>
                                          <p:spTgt spid="1182"/>
                                        </p:tgtEl>
                                        <p:attrNameLst>
                                          <p:attrName>style.visibility</p:attrName>
                                        </p:attrNameLst>
                                      </p:cBhvr>
                                      <p:to>
                                        <p:strVal val="visible"/>
                                      </p:to>
                                    </p:set>
                                  </p:childTnLst>
                                </p:cTn>
                              </p:par>
                              <p:par>
                                <p:cTn id="741" presetID="1" presetClass="exit" presetSubtype="0" fill="hold" grpId="1" nodeType="withEffect">
                                  <p:stCondLst>
                                    <p:cond delay="11395"/>
                                  </p:stCondLst>
                                  <p:childTnLst>
                                    <p:set>
                                      <p:cBhvr>
                                        <p:cTn id="742" dur="1" fill="hold">
                                          <p:stCondLst>
                                            <p:cond delay="0"/>
                                          </p:stCondLst>
                                        </p:cTn>
                                        <p:tgtEl>
                                          <p:spTgt spid="1182"/>
                                        </p:tgtEl>
                                        <p:attrNameLst>
                                          <p:attrName>style.visibility</p:attrName>
                                        </p:attrNameLst>
                                      </p:cBhvr>
                                      <p:to>
                                        <p:strVal val="hidden"/>
                                      </p:to>
                                    </p:set>
                                  </p:childTnLst>
                                </p:cTn>
                              </p:par>
                              <p:par>
                                <p:cTn id="743" presetID="1" presetClass="entr" presetSubtype="0" fill="hold" grpId="0" nodeType="withEffect">
                                  <p:stCondLst>
                                    <p:cond delay="11395"/>
                                  </p:stCondLst>
                                  <p:childTnLst>
                                    <p:set>
                                      <p:cBhvr>
                                        <p:cTn id="744" dur="1" fill="hold">
                                          <p:stCondLst>
                                            <p:cond delay="0"/>
                                          </p:stCondLst>
                                        </p:cTn>
                                        <p:tgtEl>
                                          <p:spTgt spid="1183"/>
                                        </p:tgtEl>
                                        <p:attrNameLst>
                                          <p:attrName>style.visibility</p:attrName>
                                        </p:attrNameLst>
                                      </p:cBhvr>
                                      <p:to>
                                        <p:strVal val="visible"/>
                                      </p:to>
                                    </p:set>
                                  </p:childTnLst>
                                </p:cTn>
                              </p:par>
                              <p:par>
                                <p:cTn id="745" presetID="1" presetClass="exit" presetSubtype="0" fill="hold" grpId="1" nodeType="withEffect">
                                  <p:stCondLst>
                                    <p:cond delay="11442"/>
                                  </p:stCondLst>
                                  <p:childTnLst>
                                    <p:set>
                                      <p:cBhvr>
                                        <p:cTn id="746" dur="1" fill="hold">
                                          <p:stCondLst>
                                            <p:cond delay="0"/>
                                          </p:stCondLst>
                                        </p:cTn>
                                        <p:tgtEl>
                                          <p:spTgt spid="1183"/>
                                        </p:tgtEl>
                                        <p:attrNameLst>
                                          <p:attrName>style.visibility</p:attrName>
                                        </p:attrNameLst>
                                      </p:cBhvr>
                                      <p:to>
                                        <p:strVal val="hidden"/>
                                      </p:to>
                                    </p:set>
                                  </p:childTnLst>
                                </p:cTn>
                              </p:par>
                              <p:par>
                                <p:cTn id="747" presetID="1" presetClass="entr" presetSubtype="0" fill="hold" grpId="0" nodeType="withEffect">
                                  <p:stCondLst>
                                    <p:cond delay="11442"/>
                                  </p:stCondLst>
                                  <p:childTnLst>
                                    <p:set>
                                      <p:cBhvr>
                                        <p:cTn id="748" dur="1" fill="hold">
                                          <p:stCondLst>
                                            <p:cond delay="0"/>
                                          </p:stCondLst>
                                        </p:cTn>
                                        <p:tgtEl>
                                          <p:spTgt spid="1184"/>
                                        </p:tgtEl>
                                        <p:attrNameLst>
                                          <p:attrName>style.visibility</p:attrName>
                                        </p:attrNameLst>
                                      </p:cBhvr>
                                      <p:to>
                                        <p:strVal val="visible"/>
                                      </p:to>
                                    </p:set>
                                  </p:childTnLst>
                                </p:cTn>
                              </p:par>
                              <p:par>
                                <p:cTn id="749" presetID="1" presetClass="exit" presetSubtype="0" fill="hold" grpId="1" nodeType="withEffect">
                                  <p:stCondLst>
                                    <p:cond delay="11475"/>
                                  </p:stCondLst>
                                  <p:childTnLst>
                                    <p:set>
                                      <p:cBhvr>
                                        <p:cTn id="750" dur="1" fill="hold">
                                          <p:stCondLst>
                                            <p:cond delay="0"/>
                                          </p:stCondLst>
                                        </p:cTn>
                                        <p:tgtEl>
                                          <p:spTgt spid="1184"/>
                                        </p:tgtEl>
                                        <p:attrNameLst>
                                          <p:attrName>style.visibility</p:attrName>
                                        </p:attrNameLst>
                                      </p:cBhvr>
                                      <p:to>
                                        <p:strVal val="hidden"/>
                                      </p:to>
                                    </p:set>
                                  </p:childTnLst>
                                </p:cTn>
                              </p:par>
                              <p:par>
                                <p:cTn id="751" presetID="1" presetClass="entr" presetSubtype="0" fill="hold" grpId="0" nodeType="withEffect">
                                  <p:stCondLst>
                                    <p:cond delay="11475"/>
                                  </p:stCondLst>
                                  <p:childTnLst>
                                    <p:set>
                                      <p:cBhvr>
                                        <p:cTn id="752" dur="1" fill="hold">
                                          <p:stCondLst>
                                            <p:cond delay="0"/>
                                          </p:stCondLst>
                                        </p:cTn>
                                        <p:tgtEl>
                                          <p:spTgt spid="1185"/>
                                        </p:tgtEl>
                                        <p:attrNameLst>
                                          <p:attrName>style.visibility</p:attrName>
                                        </p:attrNameLst>
                                      </p:cBhvr>
                                      <p:to>
                                        <p:strVal val="visible"/>
                                      </p:to>
                                    </p:set>
                                  </p:childTnLst>
                                </p:cTn>
                              </p:par>
                              <p:par>
                                <p:cTn id="753" presetID="1" presetClass="exit" presetSubtype="0" fill="hold" grpId="1" nodeType="withEffect">
                                  <p:stCondLst>
                                    <p:cond delay="11515"/>
                                  </p:stCondLst>
                                  <p:childTnLst>
                                    <p:set>
                                      <p:cBhvr>
                                        <p:cTn id="754" dur="1" fill="hold">
                                          <p:stCondLst>
                                            <p:cond delay="0"/>
                                          </p:stCondLst>
                                        </p:cTn>
                                        <p:tgtEl>
                                          <p:spTgt spid="1185"/>
                                        </p:tgtEl>
                                        <p:attrNameLst>
                                          <p:attrName>style.visibility</p:attrName>
                                        </p:attrNameLst>
                                      </p:cBhvr>
                                      <p:to>
                                        <p:strVal val="hidden"/>
                                      </p:to>
                                    </p:set>
                                  </p:childTnLst>
                                </p:cTn>
                              </p:par>
                              <p:par>
                                <p:cTn id="755" presetID="1" presetClass="entr" presetSubtype="0" fill="hold" grpId="0" nodeType="withEffect">
                                  <p:stCondLst>
                                    <p:cond delay="11515"/>
                                  </p:stCondLst>
                                  <p:childTnLst>
                                    <p:set>
                                      <p:cBhvr>
                                        <p:cTn id="756" dur="1" fill="hold">
                                          <p:stCondLst>
                                            <p:cond delay="0"/>
                                          </p:stCondLst>
                                        </p:cTn>
                                        <p:tgtEl>
                                          <p:spTgt spid="1186"/>
                                        </p:tgtEl>
                                        <p:attrNameLst>
                                          <p:attrName>style.visibility</p:attrName>
                                        </p:attrNameLst>
                                      </p:cBhvr>
                                      <p:to>
                                        <p:strVal val="visible"/>
                                      </p:to>
                                    </p:set>
                                  </p:childTnLst>
                                </p:cTn>
                              </p:par>
                              <p:par>
                                <p:cTn id="757" presetID="1" presetClass="exit" presetSubtype="0" fill="hold" grpId="1" nodeType="withEffect">
                                  <p:stCondLst>
                                    <p:cond delay="11545"/>
                                  </p:stCondLst>
                                  <p:childTnLst>
                                    <p:set>
                                      <p:cBhvr>
                                        <p:cTn id="758" dur="1" fill="hold">
                                          <p:stCondLst>
                                            <p:cond delay="0"/>
                                          </p:stCondLst>
                                        </p:cTn>
                                        <p:tgtEl>
                                          <p:spTgt spid="1186"/>
                                        </p:tgtEl>
                                        <p:attrNameLst>
                                          <p:attrName>style.visibility</p:attrName>
                                        </p:attrNameLst>
                                      </p:cBhvr>
                                      <p:to>
                                        <p:strVal val="hidden"/>
                                      </p:to>
                                    </p:set>
                                  </p:childTnLst>
                                </p:cTn>
                              </p:par>
                              <p:par>
                                <p:cTn id="759" presetID="1" presetClass="entr" presetSubtype="0" fill="hold" grpId="0" nodeType="withEffect">
                                  <p:stCondLst>
                                    <p:cond delay="11545"/>
                                  </p:stCondLst>
                                  <p:childTnLst>
                                    <p:set>
                                      <p:cBhvr>
                                        <p:cTn id="760" dur="1" fill="hold">
                                          <p:stCondLst>
                                            <p:cond delay="0"/>
                                          </p:stCondLst>
                                        </p:cTn>
                                        <p:tgtEl>
                                          <p:spTgt spid="1187"/>
                                        </p:tgtEl>
                                        <p:attrNameLst>
                                          <p:attrName>style.visibility</p:attrName>
                                        </p:attrNameLst>
                                      </p:cBhvr>
                                      <p:to>
                                        <p:strVal val="visible"/>
                                      </p:to>
                                    </p:set>
                                  </p:childTnLst>
                                </p:cTn>
                              </p:par>
                              <p:par>
                                <p:cTn id="761" presetID="1" presetClass="exit" presetSubtype="0" fill="hold" grpId="1" nodeType="withEffect">
                                  <p:stCondLst>
                                    <p:cond delay="11582"/>
                                  </p:stCondLst>
                                  <p:childTnLst>
                                    <p:set>
                                      <p:cBhvr>
                                        <p:cTn id="762" dur="1" fill="hold">
                                          <p:stCondLst>
                                            <p:cond delay="0"/>
                                          </p:stCondLst>
                                        </p:cTn>
                                        <p:tgtEl>
                                          <p:spTgt spid="1187"/>
                                        </p:tgtEl>
                                        <p:attrNameLst>
                                          <p:attrName>style.visibility</p:attrName>
                                        </p:attrNameLst>
                                      </p:cBhvr>
                                      <p:to>
                                        <p:strVal val="hidden"/>
                                      </p:to>
                                    </p:set>
                                  </p:childTnLst>
                                </p:cTn>
                              </p:par>
                              <p:par>
                                <p:cTn id="763" presetID="1" presetClass="entr" presetSubtype="0" fill="hold" grpId="0" nodeType="withEffect">
                                  <p:stCondLst>
                                    <p:cond delay="11582"/>
                                  </p:stCondLst>
                                  <p:childTnLst>
                                    <p:set>
                                      <p:cBhvr>
                                        <p:cTn id="764" dur="1" fill="hold">
                                          <p:stCondLst>
                                            <p:cond delay="0"/>
                                          </p:stCondLst>
                                        </p:cTn>
                                        <p:tgtEl>
                                          <p:spTgt spid="1188"/>
                                        </p:tgtEl>
                                        <p:attrNameLst>
                                          <p:attrName>style.visibility</p:attrName>
                                        </p:attrNameLst>
                                      </p:cBhvr>
                                      <p:to>
                                        <p:strVal val="visible"/>
                                      </p:to>
                                    </p:set>
                                  </p:childTnLst>
                                </p:cTn>
                              </p:par>
                              <p:par>
                                <p:cTn id="765" presetID="1" presetClass="exit" presetSubtype="0" fill="hold" grpId="1" nodeType="withEffect">
                                  <p:stCondLst>
                                    <p:cond delay="11629"/>
                                  </p:stCondLst>
                                  <p:childTnLst>
                                    <p:set>
                                      <p:cBhvr>
                                        <p:cTn id="766" dur="1" fill="hold">
                                          <p:stCondLst>
                                            <p:cond delay="0"/>
                                          </p:stCondLst>
                                        </p:cTn>
                                        <p:tgtEl>
                                          <p:spTgt spid="1188"/>
                                        </p:tgtEl>
                                        <p:attrNameLst>
                                          <p:attrName>style.visibility</p:attrName>
                                        </p:attrNameLst>
                                      </p:cBhvr>
                                      <p:to>
                                        <p:strVal val="hidden"/>
                                      </p:to>
                                    </p:set>
                                  </p:childTnLst>
                                </p:cTn>
                              </p:par>
                              <p:par>
                                <p:cTn id="767" presetID="1" presetClass="entr" presetSubtype="0" fill="hold" grpId="0" nodeType="withEffect">
                                  <p:stCondLst>
                                    <p:cond delay="11629"/>
                                  </p:stCondLst>
                                  <p:childTnLst>
                                    <p:set>
                                      <p:cBhvr>
                                        <p:cTn id="768" dur="1" fill="hold">
                                          <p:stCondLst>
                                            <p:cond delay="0"/>
                                          </p:stCondLst>
                                        </p:cTn>
                                        <p:tgtEl>
                                          <p:spTgt spid="1189"/>
                                        </p:tgtEl>
                                        <p:attrNameLst>
                                          <p:attrName>style.visibility</p:attrName>
                                        </p:attrNameLst>
                                      </p:cBhvr>
                                      <p:to>
                                        <p:strVal val="visible"/>
                                      </p:to>
                                    </p:set>
                                  </p:childTnLst>
                                </p:cTn>
                              </p:par>
                              <p:par>
                                <p:cTn id="769" presetID="1" presetClass="exit" presetSubtype="0" fill="hold" grpId="1" nodeType="withEffect">
                                  <p:stCondLst>
                                    <p:cond delay="11668"/>
                                  </p:stCondLst>
                                  <p:childTnLst>
                                    <p:set>
                                      <p:cBhvr>
                                        <p:cTn id="770" dur="1" fill="hold">
                                          <p:stCondLst>
                                            <p:cond delay="0"/>
                                          </p:stCondLst>
                                        </p:cTn>
                                        <p:tgtEl>
                                          <p:spTgt spid="1189"/>
                                        </p:tgtEl>
                                        <p:attrNameLst>
                                          <p:attrName>style.visibility</p:attrName>
                                        </p:attrNameLst>
                                      </p:cBhvr>
                                      <p:to>
                                        <p:strVal val="hidden"/>
                                      </p:to>
                                    </p:set>
                                  </p:childTnLst>
                                </p:cTn>
                              </p:par>
                              <p:par>
                                <p:cTn id="771" presetID="1" presetClass="entr" presetSubtype="0" fill="hold" grpId="0" nodeType="withEffect">
                                  <p:stCondLst>
                                    <p:cond delay="11668"/>
                                  </p:stCondLst>
                                  <p:childTnLst>
                                    <p:set>
                                      <p:cBhvr>
                                        <p:cTn id="772" dur="1" fill="hold">
                                          <p:stCondLst>
                                            <p:cond delay="0"/>
                                          </p:stCondLst>
                                        </p:cTn>
                                        <p:tgtEl>
                                          <p:spTgt spid="1190"/>
                                        </p:tgtEl>
                                        <p:attrNameLst>
                                          <p:attrName>style.visibility</p:attrName>
                                        </p:attrNameLst>
                                      </p:cBhvr>
                                      <p:to>
                                        <p:strVal val="visible"/>
                                      </p:to>
                                    </p:set>
                                  </p:childTnLst>
                                </p:cTn>
                              </p:par>
                              <p:par>
                                <p:cTn id="773" presetID="1" presetClass="exit" presetSubtype="0" fill="hold" grpId="1" nodeType="withEffect">
                                  <p:stCondLst>
                                    <p:cond delay="11710"/>
                                  </p:stCondLst>
                                  <p:childTnLst>
                                    <p:set>
                                      <p:cBhvr>
                                        <p:cTn id="774" dur="1" fill="hold">
                                          <p:stCondLst>
                                            <p:cond delay="0"/>
                                          </p:stCondLst>
                                        </p:cTn>
                                        <p:tgtEl>
                                          <p:spTgt spid="1190"/>
                                        </p:tgtEl>
                                        <p:attrNameLst>
                                          <p:attrName>style.visibility</p:attrName>
                                        </p:attrNameLst>
                                      </p:cBhvr>
                                      <p:to>
                                        <p:strVal val="hidden"/>
                                      </p:to>
                                    </p:set>
                                  </p:childTnLst>
                                </p:cTn>
                              </p:par>
                              <p:par>
                                <p:cTn id="775" presetID="1" presetClass="entr" presetSubtype="0" fill="hold" grpId="0" nodeType="withEffect">
                                  <p:stCondLst>
                                    <p:cond delay="11710"/>
                                  </p:stCondLst>
                                  <p:childTnLst>
                                    <p:set>
                                      <p:cBhvr>
                                        <p:cTn id="776" dur="1" fill="hold">
                                          <p:stCondLst>
                                            <p:cond delay="0"/>
                                          </p:stCondLst>
                                        </p:cTn>
                                        <p:tgtEl>
                                          <p:spTgt spid="1191"/>
                                        </p:tgtEl>
                                        <p:attrNameLst>
                                          <p:attrName>style.visibility</p:attrName>
                                        </p:attrNameLst>
                                      </p:cBhvr>
                                      <p:to>
                                        <p:strVal val="visible"/>
                                      </p:to>
                                    </p:set>
                                  </p:childTnLst>
                                </p:cTn>
                              </p:par>
                              <p:par>
                                <p:cTn id="777" presetID="1" presetClass="exit" presetSubtype="0" fill="hold" grpId="1" nodeType="withEffect">
                                  <p:stCondLst>
                                    <p:cond delay="11740"/>
                                  </p:stCondLst>
                                  <p:childTnLst>
                                    <p:set>
                                      <p:cBhvr>
                                        <p:cTn id="778" dur="1" fill="hold">
                                          <p:stCondLst>
                                            <p:cond delay="0"/>
                                          </p:stCondLst>
                                        </p:cTn>
                                        <p:tgtEl>
                                          <p:spTgt spid="1191"/>
                                        </p:tgtEl>
                                        <p:attrNameLst>
                                          <p:attrName>style.visibility</p:attrName>
                                        </p:attrNameLst>
                                      </p:cBhvr>
                                      <p:to>
                                        <p:strVal val="hidden"/>
                                      </p:to>
                                    </p:set>
                                  </p:childTnLst>
                                </p:cTn>
                              </p:par>
                              <p:par>
                                <p:cTn id="779" presetID="1" presetClass="entr" presetSubtype="0" fill="hold" grpId="0" nodeType="withEffect">
                                  <p:stCondLst>
                                    <p:cond delay="11740"/>
                                  </p:stCondLst>
                                  <p:childTnLst>
                                    <p:set>
                                      <p:cBhvr>
                                        <p:cTn id="780" dur="1" fill="hold">
                                          <p:stCondLst>
                                            <p:cond delay="0"/>
                                          </p:stCondLst>
                                        </p:cTn>
                                        <p:tgtEl>
                                          <p:spTgt spid="1192"/>
                                        </p:tgtEl>
                                        <p:attrNameLst>
                                          <p:attrName>style.visibility</p:attrName>
                                        </p:attrNameLst>
                                      </p:cBhvr>
                                      <p:to>
                                        <p:strVal val="visible"/>
                                      </p:to>
                                    </p:set>
                                  </p:childTnLst>
                                </p:cTn>
                              </p:par>
                              <p:par>
                                <p:cTn id="781" presetID="1" presetClass="exit" presetSubtype="0" fill="hold" grpId="1" nodeType="withEffect">
                                  <p:stCondLst>
                                    <p:cond delay="11778"/>
                                  </p:stCondLst>
                                  <p:childTnLst>
                                    <p:set>
                                      <p:cBhvr>
                                        <p:cTn id="782" dur="1" fill="hold">
                                          <p:stCondLst>
                                            <p:cond delay="0"/>
                                          </p:stCondLst>
                                        </p:cTn>
                                        <p:tgtEl>
                                          <p:spTgt spid="1192"/>
                                        </p:tgtEl>
                                        <p:attrNameLst>
                                          <p:attrName>style.visibility</p:attrName>
                                        </p:attrNameLst>
                                      </p:cBhvr>
                                      <p:to>
                                        <p:strVal val="hidden"/>
                                      </p:to>
                                    </p:set>
                                  </p:childTnLst>
                                </p:cTn>
                              </p:par>
                              <p:par>
                                <p:cTn id="783" presetID="1" presetClass="entr" presetSubtype="0" fill="hold" grpId="0" nodeType="withEffect">
                                  <p:stCondLst>
                                    <p:cond delay="11778"/>
                                  </p:stCondLst>
                                  <p:childTnLst>
                                    <p:set>
                                      <p:cBhvr>
                                        <p:cTn id="784" dur="1" fill="hold">
                                          <p:stCondLst>
                                            <p:cond delay="0"/>
                                          </p:stCondLst>
                                        </p:cTn>
                                        <p:tgtEl>
                                          <p:spTgt spid="1193"/>
                                        </p:tgtEl>
                                        <p:attrNameLst>
                                          <p:attrName>style.visibility</p:attrName>
                                        </p:attrNameLst>
                                      </p:cBhvr>
                                      <p:to>
                                        <p:strVal val="visible"/>
                                      </p:to>
                                    </p:set>
                                  </p:childTnLst>
                                </p:cTn>
                              </p:par>
                              <p:par>
                                <p:cTn id="785" presetID="1" presetClass="exit" presetSubtype="0" fill="hold" grpId="1" nodeType="withEffect">
                                  <p:stCondLst>
                                    <p:cond delay="11824"/>
                                  </p:stCondLst>
                                  <p:childTnLst>
                                    <p:set>
                                      <p:cBhvr>
                                        <p:cTn id="786" dur="1" fill="hold">
                                          <p:stCondLst>
                                            <p:cond delay="0"/>
                                          </p:stCondLst>
                                        </p:cTn>
                                        <p:tgtEl>
                                          <p:spTgt spid="1193"/>
                                        </p:tgtEl>
                                        <p:attrNameLst>
                                          <p:attrName>style.visibility</p:attrName>
                                        </p:attrNameLst>
                                      </p:cBhvr>
                                      <p:to>
                                        <p:strVal val="hidden"/>
                                      </p:to>
                                    </p:set>
                                  </p:childTnLst>
                                </p:cTn>
                              </p:par>
                              <p:par>
                                <p:cTn id="787" presetID="1" presetClass="entr" presetSubtype="0" fill="hold" grpId="0" nodeType="withEffect">
                                  <p:stCondLst>
                                    <p:cond delay="11824"/>
                                  </p:stCondLst>
                                  <p:childTnLst>
                                    <p:set>
                                      <p:cBhvr>
                                        <p:cTn id="788" dur="1" fill="hold">
                                          <p:stCondLst>
                                            <p:cond delay="0"/>
                                          </p:stCondLst>
                                        </p:cTn>
                                        <p:tgtEl>
                                          <p:spTgt spid="1194"/>
                                        </p:tgtEl>
                                        <p:attrNameLst>
                                          <p:attrName>style.visibility</p:attrName>
                                        </p:attrNameLst>
                                      </p:cBhvr>
                                      <p:to>
                                        <p:strVal val="visible"/>
                                      </p:to>
                                    </p:set>
                                  </p:childTnLst>
                                </p:cTn>
                              </p:par>
                              <p:par>
                                <p:cTn id="789" presetID="1" presetClass="exit" presetSubtype="0" fill="hold" grpId="1" nodeType="withEffect">
                                  <p:stCondLst>
                                    <p:cond delay="11857"/>
                                  </p:stCondLst>
                                  <p:childTnLst>
                                    <p:set>
                                      <p:cBhvr>
                                        <p:cTn id="790" dur="1" fill="hold">
                                          <p:stCondLst>
                                            <p:cond delay="0"/>
                                          </p:stCondLst>
                                        </p:cTn>
                                        <p:tgtEl>
                                          <p:spTgt spid="1194"/>
                                        </p:tgtEl>
                                        <p:attrNameLst>
                                          <p:attrName>style.visibility</p:attrName>
                                        </p:attrNameLst>
                                      </p:cBhvr>
                                      <p:to>
                                        <p:strVal val="hidden"/>
                                      </p:to>
                                    </p:set>
                                  </p:childTnLst>
                                </p:cTn>
                              </p:par>
                              <p:par>
                                <p:cTn id="791" presetID="1" presetClass="entr" presetSubtype="0" fill="hold" grpId="0" nodeType="withEffect">
                                  <p:stCondLst>
                                    <p:cond delay="11857"/>
                                  </p:stCondLst>
                                  <p:childTnLst>
                                    <p:set>
                                      <p:cBhvr>
                                        <p:cTn id="792" dur="1" fill="hold">
                                          <p:stCondLst>
                                            <p:cond delay="0"/>
                                          </p:stCondLst>
                                        </p:cTn>
                                        <p:tgtEl>
                                          <p:spTgt spid="1195"/>
                                        </p:tgtEl>
                                        <p:attrNameLst>
                                          <p:attrName>style.visibility</p:attrName>
                                        </p:attrNameLst>
                                      </p:cBhvr>
                                      <p:to>
                                        <p:strVal val="visible"/>
                                      </p:to>
                                    </p:set>
                                  </p:childTnLst>
                                </p:cTn>
                              </p:par>
                              <p:par>
                                <p:cTn id="793" presetID="1" presetClass="exit" presetSubtype="0" fill="hold" grpId="1" nodeType="withEffect">
                                  <p:stCondLst>
                                    <p:cond delay="11899"/>
                                  </p:stCondLst>
                                  <p:childTnLst>
                                    <p:set>
                                      <p:cBhvr>
                                        <p:cTn id="794" dur="1" fill="hold">
                                          <p:stCondLst>
                                            <p:cond delay="0"/>
                                          </p:stCondLst>
                                        </p:cTn>
                                        <p:tgtEl>
                                          <p:spTgt spid="1195"/>
                                        </p:tgtEl>
                                        <p:attrNameLst>
                                          <p:attrName>style.visibility</p:attrName>
                                        </p:attrNameLst>
                                      </p:cBhvr>
                                      <p:to>
                                        <p:strVal val="hidden"/>
                                      </p:to>
                                    </p:set>
                                  </p:childTnLst>
                                </p:cTn>
                              </p:par>
                              <p:par>
                                <p:cTn id="795" presetID="1" presetClass="entr" presetSubtype="0" fill="hold" grpId="0" nodeType="withEffect">
                                  <p:stCondLst>
                                    <p:cond delay="11899"/>
                                  </p:stCondLst>
                                  <p:childTnLst>
                                    <p:set>
                                      <p:cBhvr>
                                        <p:cTn id="796" dur="1" fill="hold">
                                          <p:stCondLst>
                                            <p:cond delay="0"/>
                                          </p:stCondLst>
                                        </p:cTn>
                                        <p:tgtEl>
                                          <p:spTgt spid="1196"/>
                                        </p:tgtEl>
                                        <p:attrNameLst>
                                          <p:attrName>style.visibility</p:attrName>
                                        </p:attrNameLst>
                                      </p:cBhvr>
                                      <p:to>
                                        <p:strVal val="visible"/>
                                      </p:to>
                                    </p:set>
                                  </p:childTnLst>
                                </p:cTn>
                              </p:par>
                              <p:par>
                                <p:cTn id="797" presetID="1" presetClass="exit" presetSubtype="0" fill="hold" grpId="1" nodeType="withEffect">
                                  <p:stCondLst>
                                    <p:cond delay="11929"/>
                                  </p:stCondLst>
                                  <p:childTnLst>
                                    <p:set>
                                      <p:cBhvr>
                                        <p:cTn id="798" dur="1" fill="hold">
                                          <p:stCondLst>
                                            <p:cond delay="0"/>
                                          </p:stCondLst>
                                        </p:cTn>
                                        <p:tgtEl>
                                          <p:spTgt spid="1196"/>
                                        </p:tgtEl>
                                        <p:attrNameLst>
                                          <p:attrName>style.visibility</p:attrName>
                                        </p:attrNameLst>
                                      </p:cBhvr>
                                      <p:to>
                                        <p:strVal val="hidden"/>
                                      </p:to>
                                    </p:set>
                                  </p:childTnLst>
                                </p:cTn>
                              </p:par>
                              <p:par>
                                <p:cTn id="799" presetID="1" presetClass="entr" presetSubtype="0" fill="hold" grpId="0" nodeType="withEffect">
                                  <p:stCondLst>
                                    <p:cond delay="11929"/>
                                  </p:stCondLst>
                                  <p:childTnLst>
                                    <p:set>
                                      <p:cBhvr>
                                        <p:cTn id="800" dur="1" fill="hold">
                                          <p:stCondLst>
                                            <p:cond delay="0"/>
                                          </p:stCondLst>
                                        </p:cTn>
                                        <p:tgtEl>
                                          <p:spTgt spid="1197"/>
                                        </p:tgtEl>
                                        <p:attrNameLst>
                                          <p:attrName>style.visibility</p:attrName>
                                        </p:attrNameLst>
                                      </p:cBhvr>
                                      <p:to>
                                        <p:strVal val="visible"/>
                                      </p:to>
                                    </p:set>
                                  </p:childTnLst>
                                </p:cTn>
                              </p:par>
                              <p:par>
                                <p:cTn id="801" presetID="1" presetClass="exit" presetSubtype="0" fill="hold" grpId="1" nodeType="withEffect">
                                  <p:stCondLst>
                                    <p:cond delay="11967"/>
                                  </p:stCondLst>
                                  <p:childTnLst>
                                    <p:set>
                                      <p:cBhvr>
                                        <p:cTn id="802" dur="1" fill="hold">
                                          <p:stCondLst>
                                            <p:cond delay="0"/>
                                          </p:stCondLst>
                                        </p:cTn>
                                        <p:tgtEl>
                                          <p:spTgt spid="1197"/>
                                        </p:tgtEl>
                                        <p:attrNameLst>
                                          <p:attrName>style.visibility</p:attrName>
                                        </p:attrNameLst>
                                      </p:cBhvr>
                                      <p:to>
                                        <p:strVal val="hidden"/>
                                      </p:to>
                                    </p:set>
                                  </p:childTnLst>
                                </p:cTn>
                              </p:par>
                              <p:par>
                                <p:cTn id="803" presetID="1" presetClass="entr" presetSubtype="0" fill="hold" grpId="0" nodeType="withEffect">
                                  <p:stCondLst>
                                    <p:cond delay="11967"/>
                                  </p:stCondLst>
                                  <p:childTnLst>
                                    <p:set>
                                      <p:cBhvr>
                                        <p:cTn id="804" dur="1" fill="hold">
                                          <p:stCondLst>
                                            <p:cond delay="0"/>
                                          </p:stCondLst>
                                        </p:cTn>
                                        <p:tgtEl>
                                          <p:spTgt spid="1198"/>
                                        </p:tgtEl>
                                        <p:attrNameLst>
                                          <p:attrName>style.visibility</p:attrName>
                                        </p:attrNameLst>
                                      </p:cBhvr>
                                      <p:to>
                                        <p:strVal val="visible"/>
                                      </p:to>
                                    </p:set>
                                  </p:childTnLst>
                                </p:cTn>
                              </p:par>
                              <p:par>
                                <p:cTn id="805" presetID="1" presetClass="exit" presetSubtype="0" fill="hold" grpId="1" nodeType="withEffect">
                                  <p:stCondLst>
                                    <p:cond delay="12006"/>
                                  </p:stCondLst>
                                  <p:childTnLst>
                                    <p:set>
                                      <p:cBhvr>
                                        <p:cTn id="806" dur="1" fill="hold">
                                          <p:stCondLst>
                                            <p:cond delay="0"/>
                                          </p:stCondLst>
                                        </p:cTn>
                                        <p:tgtEl>
                                          <p:spTgt spid="1198"/>
                                        </p:tgtEl>
                                        <p:attrNameLst>
                                          <p:attrName>style.visibility</p:attrName>
                                        </p:attrNameLst>
                                      </p:cBhvr>
                                      <p:to>
                                        <p:strVal val="hidden"/>
                                      </p:to>
                                    </p:set>
                                  </p:childTnLst>
                                </p:cTn>
                              </p:par>
                              <p:par>
                                <p:cTn id="807" presetID="1" presetClass="entr" presetSubtype="0" fill="hold" grpId="0" nodeType="withEffect">
                                  <p:stCondLst>
                                    <p:cond delay="12006"/>
                                  </p:stCondLst>
                                  <p:childTnLst>
                                    <p:set>
                                      <p:cBhvr>
                                        <p:cTn id="808" dur="1" fill="hold">
                                          <p:stCondLst>
                                            <p:cond delay="0"/>
                                          </p:stCondLst>
                                        </p:cTn>
                                        <p:tgtEl>
                                          <p:spTgt spid="1199"/>
                                        </p:tgtEl>
                                        <p:attrNameLst>
                                          <p:attrName>style.visibility</p:attrName>
                                        </p:attrNameLst>
                                      </p:cBhvr>
                                      <p:to>
                                        <p:strVal val="visible"/>
                                      </p:to>
                                    </p:set>
                                  </p:childTnLst>
                                </p:cTn>
                              </p:par>
                              <p:par>
                                <p:cTn id="809" presetID="1" presetClass="exit" presetSubtype="0" fill="hold" grpId="1" nodeType="withEffect">
                                  <p:stCondLst>
                                    <p:cond delay="12040"/>
                                  </p:stCondLst>
                                  <p:childTnLst>
                                    <p:set>
                                      <p:cBhvr>
                                        <p:cTn id="810" dur="1" fill="hold">
                                          <p:stCondLst>
                                            <p:cond delay="0"/>
                                          </p:stCondLst>
                                        </p:cTn>
                                        <p:tgtEl>
                                          <p:spTgt spid="1199"/>
                                        </p:tgtEl>
                                        <p:attrNameLst>
                                          <p:attrName>style.visibility</p:attrName>
                                        </p:attrNameLst>
                                      </p:cBhvr>
                                      <p:to>
                                        <p:strVal val="hidden"/>
                                      </p:to>
                                    </p:set>
                                  </p:childTnLst>
                                </p:cTn>
                              </p:par>
                              <p:par>
                                <p:cTn id="811" presetID="1" presetClass="entr" presetSubtype="0" fill="hold" grpId="0" nodeType="withEffect">
                                  <p:stCondLst>
                                    <p:cond delay="12040"/>
                                  </p:stCondLst>
                                  <p:childTnLst>
                                    <p:set>
                                      <p:cBhvr>
                                        <p:cTn id="812" dur="1" fill="hold">
                                          <p:stCondLst>
                                            <p:cond delay="0"/>
                                          </p:stCondLst>
                                        </p:cTn>
                                        <p:tgtEl>
                                          <p:spTgt spid="1200"/>
                                        </p:tgtEl>
                                        <p:attrNameLst>
                                          <p:attrName>style.visibility</p:attrName>
                                        </p:attrNameLst>
                                      </p:cBhvr>
                                      <p:to>
                                        <p:strVal val="visible"/>
                                      </p:to>
                                    </p:set>
                                  </p:childTnLst>
                                </p:cTn>
                              </p:par>
                              <p:par>
                                <p:cTn id="813" presetID="1" presetClass="exit" presetSubtype="0" fill="hold" grpId="1" nodeType="withEffect">
                                  <p:stCondLst>
                                    <p:cond delay="12082"/>
                                  </p:stCondLst>
                                  <p:childTnLst>
                                    <p:set>
                                      <p:cBhvr>
                                        <p:cTn id="814" dur="1" fill="hold">
                                          <p:stCondLst>
                                            <p:cond delay="0"/>
                                          </p:stCondLst>
                                        </p:cTn>
                                        <p:tgtEl>
                                          <p:spTgt spid="1200"/>
                                        </p:tgtEl>
                                        <p:attrNameLst>
                                          <p:attrName>style.visibility</p:attrName>
                                        </p:attrNameLst>
                                      </p:cBhvr>
                                      <p:to>
                                        <p:strVal val="hidden"/>
                                      </p:to>
                                    </p:set>
                                  </p:childTnLst>
                                </p:cTn>
                              </p:par>
                              <p:par>
                                <p:cTn id="815" presetID="1" presetClass="entr" presetSubtype="0" fill="hold" grpId="0" nodeType="withEffect">
                                  <p:stCondLst>
                                    <p:cond delay="12082"/>
                                  </p:stCondLst>
                                  <p:childTnLst>
                                    <p:set>
                                      <p:cBhvr>
                                        <p:cTn id="816" dur="1" fill="hold">
                                          <p:stCondLst>
                                            <p:cond delay="0"/>
                                          </p:stCondLst>
                                        </p:cTn>
                                        <p:tgtEl>
                                          <p:spTgt spid="1201"/>
                                        </p:tgtEl>
                                        <p:attrNameLst>
                                          <p:attrName>style.visibility</p:attrName>
                                        </p:attrNameLst>
                                      </p:cBhvr>
                                      <p:to>
                                        <p:strVal val="visible"/>
                                      </p:to>
                                    </p:set>
                                  </p:childTnLst>
                                </p:cTn>
                              </p:par>
                              <p:par>
                                <p:cTn id="817" presetID="1" presetClass="exit" presetSubtype="0" fill="hold" grpId="1" nodeType="withEffect">
                                  <p:stCondLst>
                                    <p:cond delay="12122"/>
                                  </p:stCondLst>
                                  <p:childTnLst>
                                    <p:set>
                                      <p:cBhvr>
                                        <p:cTn id="818" dur="1" fill="hold">
                                          <p:stCondLst>
                                            <p:cond delay="0"/>
                                          </p:stCondLst>
                                        </p:cTn>
                                        <p:tgtEl>
                                          <p:spTgt spid="1201"/>
                                        </p:tgtEl>
                                        <p:attrNameLst>
                                          <p:attrName>style.visibility</p:attrName>
                                        </p:attrNameLst>
                                      </p:cBhvr>
                                      <p:to>
                                        <p:strVal val="hidden"/>
                                      </p:to>
                                    </p:set>
                                  </p:childTnLst>
                                </p:cTn>
                              </p:par>
                              <p:par>
                                <p:cTn id="819" presetID="1" presetClass="entr" presetSubtype="0" fill="hold" grpId="0" nodeType="withEffect">
                                  <p:stCondLst>
                                    <p:cond delay="12122"/>
                                  </p:stCondLst>
                                  <p:childTnLst>
                                    <p:set>
                                      <p:cBhvr>
                                        <p:cTn id="820" dur="1" fill="hold">
                                          <p:stCondLst>
                                            <p:cond delay="0"/>
                                          </p:stCondLst>
                                        </p:cTn>
                                        <p:tgtEl>
                                          <p:spTgt spid="1202"/>
                                        </p:tgtEl>
                                        <p:attrNameLst>
                                          <p:attrName>style.visibility</p:attrName>
                                        </p:attrNameLst>
                                      </p:cBhvr>
                                      <p:to>
                                        <p:strVal val="visible"/>
                                      </p:to>
                                    </p:set>
                                  </p:childTnLst>
                                </p:cTn>
                              </p:par>
                              <p:par>
                                <p:cTn id="821" presetID="1" presetClass="exit" presetSubtype="0" fill="hold" grpId="1" nodeType="withEffect">
                                  <p:stCondLst>
                                    <p:cond delay="12160"/>
                                  </p:stCondLst>
                                  <p:childTnLst>
                                    <p:set>
                                      <p:cBhvr>
                                        <p:cTn id="822" dur="1" fill="hold">
                                          <p:stCondLst>
                                            <p:cond delay="0"/>
                                          </p:stCondLst>
                                        </p:cTn>
                                        <p:tgtEl>
                                          <p:spTgt spid="1202"/>
                                        </p:tgtEl>
                                        <p:attrNameLst>
                                          <p:attrName>style.visibility</p:attrName>
                                        </p:attrNameLst>
                                      </p:cBhvr>
                                      <p:to>
                                        <p:strVal val="hidden"/>
                                      </p:to>
                                    </p:set>
                                  </p:childTnLst>
                                </p:cTn>
                              </p:par>
                              <p:par>
                                <p:cTn id="823" presetID="1" presetClass="entr" presetSubtype="0" fill="hold" grpId="0" nodeType="withEffect">
                                  <p:stCondLst>
                                    <p:cond delay="12160"/>
                                  </p:stCondLst>
                                  <p:childTnLst>
                                    <p:set>
                                      <p:cBhvr>
                                        <p:cTn id="824" dur="1" fill="hold">
                                          <p:stCondLst>
                                            <p:cond delay="0"/>
                                          </p:stCondLst>
                                        </p:cTn>
                                        <p:tgtEl>
                                          <p:spTgt spid="1203"/>
                                        </p:tgtEl>
                                        <p:attrNameLst>
                                          <p:attrName>style.visibility</p:attrName>
                                        </p:attrNameLst>
                                      </p:cBhvr>
                                      <p:to>
                                        <p:strVal val="visible"/>
                                      </p:to>
                                    </p:set>
                                  </p:childTnLst>
                                </p:cTn>
                              </p:par>
                              <p:par>
                                <p:cTn id="825" presetID="1" presetClass="exit" presetSubtype="0" fill="hold" grpId="1" nodeType="withEffect">
                                  <p:stCondLst>
                                    <p:cond delay="12206"/>
                                  </p:stCondLst>
                                  <p:childTnLst>
                                    <p:set>
                                      <p:cBhvr>
                                        <p:cTn id="826" dur="1" fill="hold">
                                          <p:stCondLst>
                                            <p:cond delay="0"/>
                                          </p:stCondLst>
                                        </p:cTn>
                                        <p:tgtEl>
                                          <p:spTgt spid="1203"/>
                                        </p:tgtEl>
                                        <p:attrNameLst>
                                          <p:attrName>style.visibility</p:attrName>
                                        </p:attrNameLst>
                                      </p:cBhvr>
                                      <p:to>
                                        <p:strVal val="hidden"/>
                                      </p:to>
                                    </p:set>
                                  </p:childTnLst>
                                </p:cTn>
                              </p:par>
                              <p:par>
                                <p:cTn id="827" presetID="1" presetClass="entr" presetSubtype="0" fill="hold" grpId="0" nodeType="withEffect">
                                  <p:stCondLst>
                                    <p:cond delay="12206"/>
                                  </p:stCondLst>
                                  <p:childTnLst>
                                    <p:set>
                                      <p:cBhvr>
                                        <p:cTn id="828" dur="1" fill="hold">
                                          <p:stCondLst>
                                            <p:cond delay="0"/>
                                          </p:stCondLst>
                                        </p:cTn>
                                        <p:tgtEl>
                                          <p:spTgt spid="1204"/>
                                        </p:tgtEl>
                                        <p:attrNameLst>
                                          <p:attrName>style.visibility</p:attrName>
                                        </p:attrNameLst>
                                      </p:cBhvr>
                                      <p:to>
                                        <p:strVal val="visible"/>
                                      </p:to>
                                    </p:set>
                                  </p:childTnLst>
                                </p:cTn>
                              </p:par>
                              <p:par>
                                <p:cTn id="829" presetID="1" presetClass="exit" presetSubtype="0" fill="hold" grpId="1" nodeType="withEffect">
                                  <p:stCondLst>
                                    <p:cond delay="12240"/>
                                  </p:stCondLst>
                                  <p:childTnLst>
                                    <p:set>
                                      <p:cBhvr>
                                        <p:cTn id="830" dur="1" fill="hold">
                                          <p:stCondLst>
                                            <p:cond delay="0"/>
                                          </p:stCondLst>
                                        </p:cTn>
                                        <p:tgtEl>
                                          <p:spTgt spid="1204"/>
                                        </p:tgtEl>
                                        <p:attrNameLst>
                                          <p:attrName>style.visibility</p:attrName>
                                        </p:attrNameLst>
                                      </p:cBhvr>
                                      <p:to>
                                        <p:strVal val="hidden"/>
                                      </p:to>
                                    </p:set>
                                  </p:childTnLst>
                                </p:cTn>
                              </p:par>
                              <p:par>
                                <p:cTn id="831" presetID="1" presetClass="entr" presetSubtype="0" fill="hold" grpId="0" nodeType="withEffect">
                                  <p:stCondLst>
                                    <p:cond delay="12240"/>
                                  </p:stCondLst>
                                  <p:childTnLst>
                                    <p:set>
                                      <p:cBhvr>
                                        <p:cTn id="832" dur="1" fill="hold">
                                          <p:stCondLst>
                                            <p:cond delay="0"/>
                                          </p:stCondLst>
                                        </p:cTn>
                                        <p:tgtEl>
                                          <p:spTgt spid="1205"/>
                                        </p:tgtEl>
                                        <p:attrNameLst>
                                          <p:attrName>style.visibility</p:attrName>
                                        </p:attrNameLst>
                                      </p:cBhvr>
                                      <p:to>
                                        <p:strVal val="visible"/>
                                      </p:to>
                                    </p:set>
                                  </p:childTnLst>
                                </p:cTn>
                              </p:par>
                              <p:par>
                                <p:cTn id="833" presetID="1" presetClass="exit" presetSubtype="0" fill="hold" grpId="1" nodeType="withEffect">
                                  <p:stCondLst>
                                    <p:cond delay="12282"/>
                                  </p:stCondLst>
                                  <p:childTnLst>
                                    <p:set>
                                      <p:cBhvr>
                                        <p:cTn id="834" dur="1" fill="hold">
                                          <p:stCondLst>
                                            <p:cond delay="0"/>
                                          </p:stCondLst>
                                        </p:cTn>
                                        <p:tgtEl>
                                          <p:spTgt spid="1205"/>
                                        </p:tgtEl>
                                        <p:attrNameLst>
                                          <p:attrName>style.visibility</p:attrName>
                                        </p:attrNameLst>
                                      </p:cBhvr>
                                      <p:to>
                                        <p:strVal val="hidden"/>
                                      </p:to>
                                    </p:set>
                                  </p:childTnLst>
                                </p:cTn>
                              </p:par>
                              <p:par>
                                <p:cTn id="835" presetID="1" presetClass="entr" presetSubtype="0" fill="hold" grpId="0" nodeType="withEffect">
                                  <p:stCondLst>
                                    <p:cond delay="12282"/>
                                  </p:stCondLst>
                                  <p:childTnLst>
                                    <p:set>
                                      <p:cBhvr>
                                        <p:cTn id="836" dur="1" fill="hold">
                                          <p:stCondLst>
                                            <p:cond delay="0"/>
                                          </p:stCondLst>
                                        </p:cTn>
                                        <p:tgtEl>
                                          <p:spTgt spid="92"/>
                                        </p:tgtEl>
                                        <p:attrNameLst>
                                          <p:attrName>style.visibility</p:attrName>
                                        </p:attrNameLst>
                                      </p:cBhvr>
                                      <p:to>
                                        <p:strVal val="visible"/>
                                      </p:to>
                                    </p:set>
                                  </p:childTnLst>
                                </p:cTn>
                              </p:par>
                              <p:par>
                                <p:cTn id="837" presetID="1" presetClass="entr" presetSubtype="0" fill="hold" grpId="0" nodeType="withEffect">
                                  <p:stCondLst>
                                    <p:cond delay="12416"/>
                                  </p:stCondLst>
                                  <p:childTnLst>
                                    <p:set>
                                      <p:cBhvr>
                                        <p:cTn id="838" dur="1" fill="hold">
                                          <p:stCondLst>
                                            <p:cond delay="0"/>
                                          </p:stCondLst>
                                        </p:cTn>
                                        <p:tgtEl>
                                          <p:spTgt spid="1206"/>
                                        </p:tgtEl>
                                        <p:attrNameLst>
                                          <p:attrName>style.visibility</p:attrName>
                                        </p:attrNameLst>
                                      </p:cBhvr>
                                      <p:to>
                                        <p:strVal val="visible"/>
                                      </p:to>
                                    </p:set>
                                  </p:childTnLst>
                                </p:cTn>
                              </p:par>
                              <p:par>
                                <p:cTn id="839" presetID="1" presetClass="exit" presetSubtype="0" fill="hold" grpId="1" nodeType="withEffect">
                                  <p:stCondLst>
                                    <p:cond delay="12440"/>
                                  </p:stCondLst>
                                  <p:childTnLst>
                                    <p:set>
                                      <p:cBhvr>
                                        <p:cTn id="840" dur="1" fill="hold">
                                          <p:stCondLst>
                                            <p:cond delay="0"/>
                                          </p:stCondLst>
                                        </p:cTn>
                                        <p:tgtEl>
                                          <p:spTgt spid="1206"/>
                                        </p:tgtEl>
                                        <p:attrNameLst>
                                          <p:attrName>style.visibility</p:attrName>
                                        </p:attrNameLst>
                                      </p:cBhvr>
                                      <p:to>
                                        <p:strVal val="hidden"/>
                                      </p:to>
                                    </p:set>
                                  </p:childTnLst>
                                </p:cTn>
                              </p:par>
                              <p:par>
                                <p:cTn id="841" presetID="1" presetClass="entr" presetSubtype="0" fill="hold" grpId="0" nodeType="withEffect">
                                  <p:stCondLst>
                                    <p:cond delay="12440"/>
                                  </p:stCondLst>
                                  <p:childTnLst>
                                    <p:set>
                                      <p:cBhvr>
                                        <p:cTn id="842" dur="1" fill="hold">
                                          <p:stCondLst>
                                            <p:cond delay="0"/>
                                          </p:stCondLst>
                                        </p:cTn>
                                        <p:tgtEl>
                                          <p:spTgt spid="1207"/>
                                        </p:tgtEl>
                                        <p:attrNameLst>
                                          <p:attrName>style.visibility</p:attrName>
                                        </p:attrNameLst>
                                      </p:cBhvr>
                                      <p:to>
                                        <p:strVal val="visible"/>
                                      </p:to>
                                    </p:set>
                                  </p:childTnLst>
                                </p:cTn>
                              </p:par>
                              <p:par>
                                <p:cTn id="843" presetID="1" presetClass="exit" presetSubtype="0" fill="hold" grpId="1" nodeType="withEffect">
                                  <p:stCondLst>
                                    <p:cond delay="12472"/>
                                  </p:stCondLst>
                                  <p:childTnLst>
                                    <p:set>
                                      <p:cBhvr>
                                        <p:cTn id="844" dur="1" fill="hold">
                                          <p:stCondLst>
                                            <p:cond delay="0"/>
                                          </p:stCondLst>
                                        </p:cTn>
                                        <p:tgtEl>
                                          <p:spTgt spid="1207"/>
                                        </p:tgtEl>
                                        <p:attrNameLst>
                                          <p:attrName>style.visibility</p:attrName>
                                        </p:attrNameLst>
                                      </p:cBhvr>
                                      <p:to>
                                        <p:strVal val="hidden"/>
                                      </p:to>
                                    </p:set>
                                  </p:childTnLst>
                                </p:cTn>
                              </p:par>
                              <p:par>
                                <p:cTn id="845" presetID="1" presetClass="entr" presetSubtype="0" fill="hold" grpId="0" nodeType="withEffect">
                                  <p:stCondLst>
                                    <p:cond delay="12472"/>
                                  </p:stCondLst>
                                  <p:childTnLst>
                                    <p:set>
                                      <p:cBhvr>
                                        <p:cTn id="846" dur="1" fill="hold">
                                          <p:stCondLst>
                                            <p:cond delay="0"/>
                                          </p:stCondLst>
                                        </p:cTn>
                                        <p:tgtEl>
                                          <p:spTgt spid="1208"/>
                                        </p:tgtEl>
                                        <p:attrNameLst>
                                          <p:attrName>style.visibility</p:attrName>
                                        </p:attrNameLst>
                                      </p:cBhvr>
                                      <p:to>
                                        <p:strVal val="visible"/>
                                      </p:to>
                                    </p:set>
                                  </p:childTnLst>
                                </p:cTn>
                              </p:par>
                              <p:par>
                                <p:cTn id="847" presetID="1" presetClass="exit" presetSubtype="0" fill="hold" grpId="1" nodeType="withEffect">
                                  <p:stCondLst>
                                    <p:cond delay="12510"/>
                                  </p:stCondLst>
                                  <p:childTnLst>
                                    <p:set>
                                      <p:cBhvr>
                                        <p:cTn id="848" dur="1" fill="hold">
                                          <p:stCondLst>
                                            <p:cond delay="0"/>
                                          </p:stCondLst>
                                        </p:cTn>
                                        <p:tgtEl>
                                          <p:spTgt spid="1208"/>
                                        </p:tgtEl>
                                        <p:attrNameLst>
                                          <p:attrName>style.visibility</p:attrName>
                                        </p:attrNameLst>
                                      </p:cBhvr>
                                      <p:to>
                                        <p:strVal val="hidden"/>
                                      </p:to>
                                    </p:set>
                                  </p:childTnLst>
                                </p:cTn>
                              </p:par>
                              <p:par>
                                <p:cTn id="849" presetID="1" presetClass="entr" presetSubtype="0" fill="hold" grpId="0" nodeType="withEffect">
                                  <p:stCondLst>
                                    <p:cond delay="12510"/>
                                  </p:stCondLst>
                                  <p:childTnLst>
                                    <p:set>
                                      <p:cBhvr>
                                        <p:cTn id="850" dur="1" fill="hold">
                                          <p:stCondLst>
                                            <p:cond delay="0"/>
                                          </p:stCondLst>
                                        </p:cTn>
                                        <p:tgtEl>
                                          <p:spTgt spid="1209"/>
                                        </p:tgtEl>
                                        <p:attrNameLst>
                                          <p:attrName>style.visibility</p:attrName>
                                        </p:attrNameLst>
                                      </p:cBhvr>
                                      <p:to>
                                        <p:strVal val="visible"/>
                                      </p:to>
                                    </p:set>
                                  </p:childTnLst>
                                </p:cTn>
                              </p:par>
                              <p:par>
                                <p:cTn id="851" presetID="1" presetClass="exit" presetSubtype="0" fill="hold" grpId="1" nodeType="withEffect">
                                  <p:stCondLst>
                                    <p:cond delay="12538"/>
                                  </p:stCondLst>
                                  <p:childTnLst>
                                    <p:set>
                                      <p:cBhvr>
                                        <p:cTn id="852" dur="1" fill="hold">
                                          <p:stCondLst>
                                            <p:cond delay="0"/>
                                          </p:stCondLst>
                                        </p:cTn>
                                        <p:tgtEl>
                                          <p:spTgt spid="1209"/>
                                        </p:tgtEl>
                                        <p:attrNameLst>
                                          <p:attrName>style.visibility</p:attrName>
                                        </p:attrNameLst>
                                      </p:cBhvr>
                                      <p:to>
                                        <p:strVal val="hidden"/>
                                      </p:to>
                                    </p:set>
                                  </p:childTnLst>
                                </p:cTn>
                              </p:par>
                              <p:par>
                                <p:cTn id="853" presetID="1" presetClass="entr" presetSubtype="0" fill="hold" grpId="0" nodeType="withEffect">
                                  <p:stCondLst>
                                    <p:cond delay="12538"/>
                                  </p:stCondLst>
                                  <p:childTnLst>
                                    <p:set>
                                      <p:cBhvr>
                                        <p:cTn id="854" dur="1" fill="hold">
                                          <p:stCondLst>
                                            <p:cond delay="0"/>
                                          </p:stCondLst>
                                        </p:cTn>
                                        <p:tgtEl>
                                          <p:spTgt spid="1210"/>
                                        </p:tgtEl>
                                        <p:attrNameLst>
                                          <p:attrName>style.visibility</p:attrName>
                                        </p:attrNameLst>
                                      </p:cBhvr>
                                      <p:to>
                                        <p:strVal val="visible"/>
                                      </p:to>
                                    </p:set>
                                  </p:childTnLst>
                                </p:cTn>
                              </p:par>
                              <p:par>
                                <p:cTn id="855" presetID="1" presetClass="exit" presetSubtype="0" fill="hold" grpId="1" nodeType="withEffect">
                                  <p:stCondLst>
                                    <p:cond delay="12572"/>
                                  </p:stCondLst>
                                  <p:childTnLst>
                                    <p:set>
                                      <p:cBhvr>
                                        <p:cTn id="856" dur="1" fill="hold">
                                          <p:stCondLst>
                                            <p:cond delay="0"/>
                                          </p:stCondLst>
                                        </p:cTn>
                                        <p:tgtEl>
                                          <p:spTgt spid="1210"/>
                                        </p:tgtEl>
                                        <p:attrNameLst>
                                          <p:attrName>style.visibility</p:attrName>
                                        </p:attrNameLst>
                                      </p:cBhvr>
                                      <p:to>
                                        <p:strVal val="hidden"/>
                                      </p:to>
                                    </p:set>
                                  </p:childTnLst>
                                </p:cTn>
                              </p:par>
                              <p:par>
                                <p:cTn id="857" presetID="1" presetClass="entr" presetSubtype="0" fill="hold" grpId="0" nodeType="withEffect">
                                  <p:stCondLst>
                                    <p:cond delay="12572"/>
                                  </p:stCondLst>
                                  <p:childTnLst>
                                    <p:set>
                                      <p:cBhvr>
                                        <p:cTn id="858" dur="1" fill="hold">
                                          <p:stCondLst>
                                            <p:cond delay="0"/>
                                          </p:stCondLst>
                                        </p:cTn>
                                        <p:tgtEl>
                                          <p:spTgt spid="1211"/>
                                        </p:tgtEl>
                                        <p:attrNameLst>
                                          <p:attrName>style.visibility</p:attrName>
                                        </p:attrNameLst>
                                      </p:cBhvr>
                                      <p:to>
                                        <p:strVal val="visible"/>
                                      </p:to>
                                    </p:set>
                                  </p:childTnLst>
                                </p:cTn>
                              </p:par>
                              <p:par>
                                <p:cTn id="859" presetID="1" presetClass="exit" presetSubtype="0" fill="hold" grpId="1" nodeType="withEffect">
                                  <p:stCondLst>
                                    <p:cond delay="12596"/>
                                  </p:stCondLst>
                                  <p:childTnLst>
                                    <p:set>
                                      <p:cBhvr>
                                        <p:cTn id="860" dur="1" fill="hold">
                                          <p:stCondLst>
                                            <p:cond delay="0"/>
                                          </p:stCondLst>
                                        </p:cTn>
                                        <p:tgtEl>
                                          <p:spTgt spid="1211"/>
                                        </p:tgtEl>
                                        <p:attrNameLst>
                                          <p:attrName>style.visibility</p:attrName>
                                        </p:attrNameLst>
                                      </p:cBhvr>
                                      <p:to>
                                        <p:strVal val="hidden"/>
                                      </p:to>
                                    </p:set>
                                  </p:childTnLst>
                                </p:cTn>
                              </p:par>
                              <p:par>
                                <p:cTn id="861" presetID="1" presetClass="entr" presetSubtype="0" fill="hold" grpId="0" nodeType="withEffect">
                                  <p:stCondLst>
                                    <p:cond delay="12596"/>
                                  </p:stCondLst>
                                  <p:childTnLst>
                                    <p:set>
                                      <p:cBhvr>
                                        <p:cTn id="862" dur="1" fill="hold">
                                          <p:stCondLst>
                                            <p:cond delay="0"/>
                                          </p:stCondLst>
                                        </p:cTn>
                                        <p:tgtEl>
                                          <p:spTgt spid="1212"/>
                                        </p:tgtEl>
                                        <p:attrNameLst>
                                          <p:attrName>style.visibility</p:attrName>
                                        </p:attrNameLst>
                                      </p:cBhvr>
                                      <p:to>
                                        <p:strVal val="visible"/>
                                      </p:to>
                                    </p:set>
                                  </p:childTnLst>
                                </p:cTn>
                              </p:par>
                              <p:par>
                                <p:cTn id="863" presetID="1" presetClass="exit" presetSubtype="0" fill="hold" grpId="1" nodeType="withEffect">
                                  <p:stCondLst>
                                    <p:cond delay="12628"/>
                                  </p:stCondLst>
                                  <p:childTnLst>
                                    <p:set>
                                      <p:cBhvr>
                                        <p:cTn id="864" dur="1" fill="hold">
                                          <p:stCondLst>
                                            <p:cond delay="0"/>
                                          </p:stCondLst>
                                        </p:cTn>
                                        <p:tgtEl>
                                          <p:spTgt spid="1212"/>
                                        </p:tgtEl>
                                        <p:attrNameLst>
                                          <p:attrName>style.visibility</p:attrName>
                                        </p:attrNameLst>
                                      </p:cBhvr>
                                      <p:to>
                                        <p:strVal val="hidden"/>
                                      </p:to>
                                    </p:set>
                                  </p:childTnLst>
                                </p:cTn>
                              </p:par>
                              <p:par>
                                <p:cTn id="865" presetID="1" presetClass="entr" presetSubtype="0" fill="hold" grpId="0" nodeType="withEffect">
                                  <p:stCondLst>
                                    <p:cond delay="12628"/>
                                  </p:stCondLst>
                                  <p:childTnLst>
                                    <p:set>
                                      <p:cBhvr>
                                        <p:cTn id="866" dur="1" fill="hold">
                                          <p:stCondLst>
                                            <p:cond delay="0"/>
                                          </p:stCondLst>
                                        </p:cTn>
                                        <p:tgtEl>
                                          <p:spTgt spid="1213"/>
                                        </p:tgtEl>
                                        <p:attrNameLst>
                                          <p:attrName>style.visibility</p:attrName>
                                        </p:attrNameLst>
                                      </p:cBhvr>
                                      <p:to>
                                        <p:strVal val="visible"/>
                                      </p:to>
                                    </p:set>
                                  </p:childTnLst>
                                </p:cTn>
                              </p:par>
                              <p:par>
                                <p:cTn id="867" presetID="1" presetClass="exit" presetSubtype="0" fill="hold" grpId="1" nodeType="withEffect">
                                  <p:stCondLst>
                                    <p:cond delay="12666"/>
                                  </p:stCondLst>
                                  <p:childTnLst>
                                    <p:set>
                                      <p:cBhvr>
                                        <p:cTn id="868" dur="1" fill="hold">
                                          <p:stCondLst>
                                            <p:cond delay="0"/>
                                          </p:stCondLst>
                                        </p:cTn>
                                        <p:tgtEl>
                                          <p:spTgt spid="1213"/>
                                        </p:tgtEl>
                                        <p:attrNameLst>
                                          <p:attrName>style.visibility</p:attrName>
                                        </p:attrNameLst>
                                      </p:cBhvr>
                                      <p:to>
                                        <p:strVal val="hidden"/>
                                      </p:to>
                                    </p:set>
                                  </p:childTnLst>
                                </p:cTn>
                              </p:par>
                              <p:par>
                                <p:cTn id="869" presetID="1" presetClass="entr" presetSubtype="0" fill="hold" grpId="0" nodeType="withEffect">
                                  <p:stCondLst>
                                    <p:cond delay="12666"/>
                                  </p:stCondLst>
                                  <p:childTnLst>
                                    <p:set>
                                      <p:cBhvr>
                                        <p:cTn id="870" dur="1" fill="hold">
                                          <p:stCondLst>
                                            <p:cond delay="0"/>
                                          </p:stCondLst>
                                        </p:cTn>
                                        <p:tgtEl>
                                          <p:spTgt spid="1214"/>
                                        </p:tgtEl>
                                        <p:attrNameLst>
                                          <p:attrName>style.visibility</p:attrName>
                                        </p:attrNameLst>
                                      </p:cBhvr>
                                      <p:to>
                                        <p:strVal val="visible"/>
                                      </p:to>
                                    </p:set>
                                  </p:childTnLst>
                                </p:cTn>
                              </p:par>
                              <p:par>
                                <p:cTn id="871" presetID="1" presetClass="exit" presetSubtype="0" fill="hold" grpId="1" nodeType="withEffect">
                                  <p:stCondLst>
                                    <p:cond delay="12694"/>
                                  </p:stCondLst>
                                  <p:childTnLst>
                                    <p:set>
                                      <p:cBhvr>
                                        <p:cTn id="872" dur="1" fill="hold">
                                          <p:stCondLst>
                                            <p:cond delay="0"/>
                                          </p:stCondLst>
                                        </p:cTn>
                                        <p:tgtEl>
                                          <p:spTgt spid="1214"/>
                                        </p:tgtEl>
                                        <p:attrNameLst>
                                          <p:attrName>style.visibility</p:attrName>
                                        </p:attrNameLst>
                                      </p:cBhvr>
                                      <p:to>
                                        <p:strVal val="hidden"/>
                                      </p:to>
                                    </p:set>
                                  </p:childTnLst>
                                </p:cTn>
                              </p:par>
                              <p:par>
                                <p:cTn id="873" presetID="1" presetClass="entr" presetSubtype="0" fill="hold" grpId="0" nodeType="withEffect">
                                  <p:stCondLst>
                                    <p:cond delay="12694"/>
                                  </p:stCondLst>
                                  <p:childTnLst>
                                    <p:set>
                                      <p:cBhvr>
                                        <p:cTn id="874" dur="1" fill="hold">
                                          <p:stCondLst>
                                            <p:cond delay="0"/>
                                          </p:stCondLst>
                                        </p:cTn>
                                        <p:tgtEl>
                                          <p:spTgt spid="1215"/>
                                        </p:tgtEl>
                                        <p:attrNameLst>
                                          <p:attrName>style.visibility</p:attrName>
                                        </p:attrNameLst>
                                      </p:cBhvr>
                                      <p:to>
                                        <p:strVal val="visible"/>
                                      </p:to>
                                    </p:set>
                                  </p:childTnLst>
                                </p:cTn>
                              </p:par>
                              <p:par>
                                <p:cTn id="875" presetID="1" presetClass="exit" presetSubtype="0" fill="hold" grpId="1" nodeType="withEffect">
                                  <p:stCondLst>
                                    <p:cond delay="12729"/>
                                  </p:stCondLst>
                                  <p:childTnLst>
                                    <p:set>
                                      <p:cBhvr>
                                        <p:cTn id="876" dur="1" fill="hold">
                                          <p:stCondLst>
                                            <p:cond delay="0"/>
                                          </p:stCondLst>
                                        </p:cTn>
                                        <p:tgtEl>
                                          <p:spTgt spid="1215"/>
                                        </p:tgtEl>
                                        <p:attrNameLst>
                                          <p:attrName>style.visibility</p:attrName>
                                        </p:attrNameLst>
                                      </p:cBhvr>
                                      <p:to>
                                        <p:strVal val="hidden"/>
                                      </p:to>
                                    </p:set>
                                  </p:childTnLst>
                                </p:cTn>
                              </p:par>
                              <p:par>
                                <p:cTn id="877" presetID="1" presetClass="entr" presetSubtype="0" fill="hold" grpId="0" nodeType="withEffect">
                                  <p:stCondLst>
                                    <p:cond delay="12729"/>
                                  </p:stCondLst>
                                  <p:childTnLst>
                                    <p:set>
                                      <p:cBhvr>
                                        <p:cTn id="878" dur="1" fill="hold">
                                          <p:stCondLst>
                                            <p:cond delay="0"/>
                                          </p:stCondLst>
                                        </p:cTn>
                                        <p:tgtEl>
                                          <p:spTgt spid="1216"/>
                                        </p:tgtEl>
                                        <p:attrNameLst>
                                          <p:attrName>style.visibility</p:attrName>
                                        </p:attrNameLst>
                                      </p:cBhvr>
                                      <p:to>
                                        <p:strVal val="visible"/>
                                      </p:to>
                                    </p:set>
                                  </p:childTnLst>
                                </p:cTn>
                              </p:par>
                              <p:par>
                                <p:cTn id="879" presetID="1" presetClass="exit" presetSubtype="0" fill="hold" grpId="1" nodeType="withEffect">
                                  <p:stCondLst>
                                    <p:cond delay="12754"/>
                                  </p:stCondLst>
                                  <p:childTnLst>
                                    <p:set>
                                      <p:cBhvr>
                                        <p:cTn id="880" dur="1" fill="hold">
                                          <p:stCondLst>
                                            <p:cond delay="0"/>
                                          </p:stCondLst>
                                        </p:cTn>
                                        <p:tgtEl>
                                          <p:spTgt spid="1216"/>
                                        </p:tgtEl>
                                        <p:attrNameLst>
                                          <p:attrName>style.visibility</p:attrName>
                                        </p:attrNameLst>
                                      </p:cBhvr>
                                      <p:to>
                                        <p:strVal val="hidden"/>
                                      </p:to>
                                    </p:set>
                                  </p:childTnLst>
                                </p:cTn>
                              </p:par>
                              <p:par>
                                <p:cTn id="881" presetID="1" presetClass="entr" presetSubtype="0" fill="hold" grpId="0" nodeType="withEffect">
                                  <p:stCondLst>
                                    <p:cond delay="12754"/>
                                  </p:stCondLst>
                                  <p:childTnLst>
                                    <p:set>
                                      <p:cBhvr>
                                        <p:cTn id="882" dur="1" fill="hold">
                                          <p:stCondLst>
                                            <p:cond delay="0"/>
                                          </p:stCondLst>
                                        </p:cTn>
                                        <p:tgtEl>
                                          <p:spTgt spid="1217"/>
                                        </p:tgtEl>
                                        <p:attrNameLst>
                                          <p:attrName>style.visibility</p:attrName>
                                        </p:attrNameLst>
                                      </p:cBhvr>
                                      <p:to>
                                        <p:strVal val="visible"/>
                                      </p:to>
                                    </p:set>
                                  </p:childTnLst>
                                </p:cTn>
                              </p:par>
                              <p:par>
                                <p:cTn id="883" presetID="1" presetClass="exit" presetSubtype="0" fill="hold" grpId="1" nodeType="withEffect">
                                  <p:stCondLst>
                                    <p:cond delay="12785"/>
                                  </p:stCondLst>
                                  <p:childTnLst>
                                    <p:set>
                                      <p:cBhvr>
                                        <p:cTn id="884" dur="1" fill="hold">
                                          <p:stCondLst>
                                            <p:cond delay="0"/>
                                          </p:stCondLst>
                                        </p:cTn>
                                        <p:tgtEl>
                                          <p:spTgt spid="1217"/>
                                        </p:tgtEl>
                                        <p:attrNameLst>
                                          <p:attrName>style.visibility</p:attrName>
                                        </p:attrNameLst>
                                      </p:cBhvr>
                                      <p:to>
                                        <p:strVal val="hidden"/>
                                      </p:to>
                                    </p:set>
                                  </p:childTnLst>
                                </p:cTn>
                              </p:par>
                              <p:par>
                                <p:cTn id="885" presetID="1" presetClass="entr" presetSubtype="0" fill="hold" grpId="0" nodeType="withEffect">
                                  <p:stCondLst>
                                    <p:cond delay="12785"/>
                                  </p:stCondLst>
                                  <p:childTnLst>
                                    <p:set>
                                      <p:cBhvr>
                                        <p:cTn id="886" dur="1" fill="hold">
                                          <p:stCondLst>
                                            <p:cond delay="0"/>
                                          </p:stCondLst>
                                        </p:cTn>
                                        <p:tgtEl>
                                          <p:spTgt spid="1218"/>
                                        </p:tgtEl>
                                        <p:attrNameLst>
                                          <p:attrName>style.visibility</p:attrName>
                                        </p:attrNameLst>
                                      </p:cBhvr>
                                      <p:to>
                                        <p:strVal val="visible"/>
                                      </p:to>
                                    </p:set>
                                  </p:childTnLst>
                                </p:cTn>
                              </p:par>
                              <p:par>
                                <p:cTn id="887" presetID="1" presetClass="exit" presetSubtype="0" fill="hold" grpId="1" nodeType="withEffect">
                                  <p:stCondLst>
                                    <p:cond delay="12824"/>
                                  </p:stCondLst>
                                  <p:childTnLst>
                                    <p:set>
                                      <p:cBhvr>
                                        <p:cTn id="888" dur="1" fill="hold">
                                          <p:stCondLst>
                                            <p:cond delay="0"/>
                                          </p:stCondLst>
                                        </p:cTn>
                                        <p:tgtEl>
                                          <p:spTgt spid="1218"/>
                                        </p:tgtEl>
                                        <p:attrNameLst>
                                          <p:attrName>style.visibility</p:attrName>
                                        </p:attrNameLst>
                                      </p:cBhvr>
                                      <p:to>
                                        <p:strVal val="hidden"/>
                                      </p:to>
                                    </p:set>
                                  </p:childTnLst>
                                </p:cTn>
                              </p:par>
                              <p:par>
                                <p:cTn id="889" presetID="1" presetClass="entr" presetSubtype="0" fill="hold" grpId="0" nodeType="withEffect">
                                  <p:stCondLst>
                                    <p:cond delay="12824"/>
                                  </p:stCondLst>
                                  <p:childTnLst>
                                    <p:set>
                                      <p:cBhvr>
                                        <p:cTn id="890" dur="1" fill="hold">
                                          <p:stCondLst>
                                            <p:cond delay="0"/>
                                          </p:stCondLst>
                                        </p:cTn>
                                        <p:tgtEl>
                                          <p:spTgt spid="1219"/>
                                        </p:tgtEl>
                                        <p:attrNameLst>
                                          <p:attrName>style.visibility</p:attrName>
                                        </p:attrNameLst>
                                      </p:cBhvr>
                                      <p:to>
                                        <p:strVal val="visible"/>
                                      </p:to>
                                    </p:set>
                                  </p:childTnLst>
                                </p:cTn>
                              </p:par>
                              <p:par>
                                <p:cTn id="891" presetID="1" presetClass="exit" presetSubtype="0" fill="hold" grpId="1" nodeType="withEffect">
                                  <p:stCondLst>
                                    <p:cond delay="12857"/>
                                  </p:stCondLst>
                                  <p:childTnLst>
                                    <p:set>
                                      <p:cBhvr>
                                        <p:cTn id="892" dur="1" fill="hold">
                                          <p:stCondLst>
                                            <p:cond delay="0"/>
                                          </p:stCondLst>
                                        </p:cTn>
                                        <p:tgtEl>
                                          <p:spTgt spid="1219"/>
                                        </p:tgtEl>
                                        <p:attrNameLst>
                                          <p:attrName>style.visibility</p:attrName>
                                        </p:attrNameLst>
                                      </p:cBhvr>
                                      <p:to>
                                        <p:strVal val="hidden"/>
                                      </p:to>
                                    </p:set>
                                  </p:childTnLst>
                                </p:cTn>
                              </p:par>
                              <p:par>
                                <p:cTn id="893" presetID="1" presetClass="entr" presetSubtype="0" fill="hold" grpId="0" nodeType="withEffect">
                                  <p:stCondLst>
                                    <p:cond delay="12857"/>
                                  </p:stCondLst>
                                  <p:childTnLst>
                                    <p:set>
                                      <p:cBhvr>
                                        <p:cTn id="894" dur="1" fill="hold">
                                          <p:stCondLst>
                                            <p:cond delay="0"/>
                                          </p:stCondLst>
                                        </p:cTn>
                                        <p:tgtEl>
                                          <p:spTgt spid="1220"/>
                                        </p:tgtEl>
                                        <p:attrNameLst>
                                          <p:attrName>style.visibility</p:attrName>
                                        </p:attrNameLst>
                                      </p:cBhvr>
                                      <p:to>
                                        <p:strVal val="visible"/>
                                      </p:to>
                                    </p:set>
                                  </p:childTnLst>
                                </p:cTn>
                              </p:par>
                              <p:par>
                                <p:cTn id="895" presetID="1" presetClass="exit" presetSubtype="0" fill="hold" grpId="1" nodeType="withEffect">
                                  <p:stCondLst>
                                    <p:cond delay="12892"/>
                                  </p:stCondLst>
                                  <p:childTnLst>
                                    <p:set>
                                      <p:cBhvr>
                                        <p:cTn id="896" dur="1" fill="hold">
                                          <p:stCondLst>
                                            <p:cond delay="0"/>
                                          </p:stCondLst>
                                        </p:cTn>
                                        <p:tgtEl>
                                          <p:spTgt spid="1220"/>
                                        </p:tgtEl>
                                        <p:attrNameLst>
                                          <p:attrName>style.visibility</p:attrName>
                                        </p:attrNameLst>
                                      </p:cBhvr>
                                      <p:to>
                                        <p:strVal val="hidden"/>
                                      </p:to>
                                    </p:set>
                                  </p:childTnLst>
                                </p:cTn>
                              </p:par>
                              <p:par>
                                <p:cTn id="897" presetID="1" presetClass="entr" presetSubtype="0" fill="hold" grpId="0" nodeType="withEffect">
                                  <p:stCondLst>
                                    <p:cond delay="12892"/>
                                  </p:stCondLst>
                                  <p:childTnLst>
                                    <p:set>
                                      <p:cBhvr>
                                        <p:cTn id="898" dur="1" fill="hold">
                                          <p:stCondLst>
                                            <p:cond delay="0"/>
                                          </p:stCondLst>
                                        </p:cTn>
                                        <p:tgtEl>
                                          <p:spTgt spid="1221"/>
                                        </p:tgtEl>
                                        <p:attrNameLst>
                                          <p:attrName>style.visibility</p:attrName>
                                        </p:attrNameLst>
                                      </p:cBhvr>
                                      <p:to>
                                        <p:strVal val="visible"/>
                                      </p:to>
                                    </p:set>
                                  </p:childTnLst>
                                </p:cTn>
                              </p:par>
                              <p:par>
                                <p:cTn id="899" presetID="1" presetClass="exit" presetSubtype="0" fill="hold" grpId="1" nodeType="withEffect">
                                  <p:stCondLst>
                                    <p:cond delay="12916"/>
                                  </p:stCondLst>
                                  <p:childTnLst>
                                    <p:set>
                                      <p:cBhvr>
                                        <p:cTn id="900" dur="1" fill="hold">
                                          <p:stCondLst>
                                            <p:cond delay="0"/>
                                          </p:stCondLst>
                                        </p:cTn>
                                        <p:tgtEl>
                                          <p:spTgt spid="1221"/>
                                        </p:tgtEl>
                                        <p:attrNameLst>
                                          <p:attrName>style.visibility</p:attrName>
                                        </p:attrNameLst>
                                      </p:cBhvr>
                                      <p:to>
                                        <p:strVal val="hidden"/>
                                      </p:to>
                                    </p:set>
                                  </p:childTnLst>
                                </p:cTn>
                              </p:par>
                              <p:par>
                                <p:cTn id="901" presetID="1" presetClass="entr" presetSubtype="0" fill="hold" grpId="0" nodeType="withEffect">
                                  <p:stCondLst>
                                    <p:cond delay="12916"/>
                                  </p:stCondLst>
                                  <p:childTnLst>
                                    <p:set>
                                      <p:cBhvr>
                                        <p:cTn id="902" dur="1" fill="hold">
                                          <p:stCondLst>
                                            <p:cond delay="0"/>
                                          </p:stCondLst>
                                        </p:cTn>
                                        <p:tgtEl>
                                          <p:spTgt spid="1222"/>
                                        </p:tgtEl>
                                        <p:attrNameLst>
                                          <p:attrName>style.visibility</p:attrName>
                                        </p:attrNameLst>
                                      </p:cBhvr>
                                      <p:to>
                                        <p:strVal val="visible"/>
                                      </p:to>
                                    </p:set>
                                  </p:childTnLst>
                                </p:cTn>
                              </p:par>
                              <p:par>
                                <p:cTn id="903" presetID="1" presetClass="exit" presetSubtype="0" fill="hold" grpId="1" nodeType="withEffect">
                                  <p:stCondLst>
                                    <p:cond delay="12948"/>
                                  </p:stCondLst>
                                  <p:childTnLst>
                                    <p:set>
                                      <p:cBhvr>
                                        <p:cTn id="904" dur="1" fill="hold">
                                          <p:stCondLst>
                                            <p:cond delay="0"/>
                                          </p:stCondLst>
                                        </p:cTn>
                                        <p:tgtEl>
                                          <p:spTgt spid="1222"/>
                                        </p:tgtEl>
                                        <p:attrNameLst>
                                          <p:attrName>style.visibility</p:attrName>
                                        </p:attrNameLst>
                                      </p:cBhvr>
                                      <p:to>
                                        <p:strVal val="hidden"/>
                                      </p:to>
                                    </p:set>
                                  </p:childTnLst>
                                </p:cTn>
                              </p:par>
                              <p:par>
                                <p:cTn id="905" presetID="1" presetClass="entr" presetSubtype="0" fill="hold" grpId="0" nodeType="withEffect">
                                  <p:stCondLst>
                                    <p:cond delay="12948"/>
                                  </p:stCondLst>
                                  <p:childTnLst>
                                    <p:set>
                                      <p:cBhvr>
                                        <p:cTn id="906" dur="1" fill="hold">
                                          <p:stCondLst>
                                            <p:cond delay="0"/>
                                          </p:stCondLst>
                                        </p:cTn>
                                        <p:tgtEl>
                                          <p:spTgt spid="1223"/>
                                        </p:tgtEl>
                                        <p:attrNameLst>
                                          <p:attrName>style.visibility</p:attrName>
                                        </p:attrNameLst>
                                      </p:cBhvr>
                                      <p:to>
                                        <p:strVal val="visible"/>
                                      </p:to>
                                    </p:set>
                                  </p:childTnLst>
                                </p:cTn>
                              </p:par>
                              <p:par>
                                <p:cTn id="907" presetID="1" presetClass="exit" presetSubtype="0" fill="hold" grpId="1" nodeType="withEffect">
                                  <p:stCondLst>
                                    <p:cond delay="12981"/>
                                  </p:stCondLst>
                                  <p:childTnLst>
                                    <p:set>
                                      <p:cBhvr>
                                        <p:cTn id="908" dur="1" fill="hold">
                                          <p:stCondLst>
                                            <p:cond delay="0"/>
                                          </p:stCondLst>
                                        </p:cTn>
                                        <p:tgtEl>
                                          <p:spTgt spid="1223"/>
                                        </p:tgtEl>
                                        <p:attrNameLst>
                                          <p:attrName>style.visibility</p:attrName>
                                        </p:attrNameLst>
                                      </p:cBhvr>
                                      <p:to>
                                        <p:strVal val="hidden"/>
                                      </p:to>
                                    </p:set>
                                  </p:childTnLst>
                                </p:cTn>
                              </p:par>
                              <p:par>
                                <p:cTn id="909" presetID="1" presetClass="entr" presetSubtype="0" fill="hold" grpId="0" nodeType="withEffect">
                                  <p:stCondLst>
                                    <p:cond delay="12981"/>
                                  </p:stCondLst>
                                  <p:childTnLst>
                                    <p:set>
                                      <p:cBhvr>
                                        <p:cTn id="910" dur="1" fill="hold">
                                          <p:stCondLst>
                                            <p:cond delay="0"/>
                                          </p:stCondLst>
                                        </p:cTn>
                                        <p:tgtEl>
                                          <p:spTgt spid="1224"/>
                                        </p:tgtEl>
                                        <p:attrNameLst>
                                          <p:attrName>style.visibility</p:attrName>
                                        </p:attrNameLst>
                                      </p:cBhvr>
                                      <p:to>
                                        <p:strVal val="visible"/>
                                      </p:to>
                                    </p:set>
                                  </p:childTnLst>
                                </p:cTn>
                              </p:par>
                              <p:par>
                                <p:cTn id="911" presetID="1" presetClass="exit" presetSubtype="0" fill="hold" grpId="1" nodeType="withEffect">
                                  <p:stCondLst>
                                    <p:cond delay="13009"/>
                                  </p:stCondLst>
                                  <p:childTnLst>
                                    <p:set>
                                      <p:cBhvr>
                                        <p:cTn id="912" dur="1" fill="hold">
                                          <p:stCondLst>
                                            <p:cond delay="0"/>
                                          </p:stCondLst>
                                        </p:cTn>
                                        <p:tgtEl>
                                          <p:spTgt spid="1224"/>
                                        </p:tgtEl>
                                        <p:attrNameLst>
                                          <p:attrName>style.visibility</p:attrName>
                                        </p:attrNameLst>
                                      </p:cBhvr>
                                      <p:to>
                                        <p:strVal val="hidden"/>
                                      </p:to>
                                    </p:set>
                                  </p:childTnLst>
                                </p:cTn>
                              </p:par>
                              <p:par>
                                <p:cTn id="913" presetID="1" presetClass="entr" presetSubtype="0" fill="hold" grpId="0" nodeType="withEffect">
                                  <p:stCondLst>
                                    <p:cond delay="13009"/>
                                  </p:stCondLst>
                                  <p:childTnLst>
                                    <p:set>
                                      <p:cBhvr>
                                        <p:cTn id="914" dur="1" fill="hold">
                                          <p:stCondLst>
                                            <p:cond delay="0"/>
                                          </p:stCondLst>
                                        </p:cTn>
                                        <p:tgtEl>
                                          <p:spTgt spid="1225"/>
                                        </p:tgtEl>
                                        <p:attrNameLst>
                                          <p:attrName>style.visibility</p:attrName>
                                        </p:attrNameLst>
                                      </p:cBhvr>
                                      <p:to>
                                        <p:strVal val="visible"/>
                                      </p:to>
                                    </p:set>
                                  </p:childTnLst>
                                </p:cTn>
                              </p:par>
                              <p:par>
                                <p:cTn id="915" presetID="1" presetClass="exit" presetSubtype="0" fill="hold" grpId="1" nodeType="withEffect">
                                  <p:stCondLst>
                                    <p:cond delay="13044"/>
                                  </p:stCondLst>
                                  <p:childTnLst>
                                    <p:set>
                                      <p:cBhvr>
                                        <p:cTn id="916" dur="1" fill="hold">
                                          <p:stCondLst>
                                            <p:cond delay="0"/>
                                          </p:stCondLst>
                                        </p:cTn>
                                        <p:tgtEl>
                                          <p:spTgt spid="1225"/>
                                        </p:tgtEl>
                                        <p:attrNameLst>
                                          <p:attrName>style.visibility</p:attrName>
                                        </p:attrNameLst>
                                      </p:cBhvr>
                                      <p:to>
                                        <p:strVal val="hidden"/>
                                      </p:to>
                                    </p:set>
                                  </p:childTnLst>
                                </p:cTn>
                              </p:par>
                              <p:par>
                                <p:cTn id="917" presetID="1" presetClass="entr" presetSubtype="0" fill="hold" grpId="0" nodeType="withEffect">
                                  <p:stCondLst>
                                    <p:cond delay="13044"/>
                                  </p:stCondLst>
                                  <p:childTnLst>
                                    <p:set>
                                      <p:cBhvr>
                                        <p:cTn id="918" dur="1" fill="hold">
                                          <p:stCondLst>
                                            <p:cond delay="0"/>
                                          </p:stCondLst>
                                        </p:cTn>
                                        <p:tgtEl>
                                          <p:spTgt spid="1226"/>
                                        </p:tgtEl>
                                        <p:attrNameLst>
                                          <p:attrName>style.visibility</p:attrName>
                                        </p:attrNameLst>
                                      </p:cBhvr>
                                      <p:to>
                                        <p:strVal val="visible"/>
                                      </p:to>
                                    </p:set>
                                  </p:childTnLst>
                                </p:cTn>
                              </p:par>
                              <p:par>
                                <p:cTn id="919" presetID="1" presetClass="exit" presetSubtype="0" fill="hold" grpId="1" nodeType="withEffect">
                                  <p:stCondLst>
                                    <p:cond delay="13069"/>
                                  </p:stCondLst>
                                  <p:childTnLst>
                                    <p:set>
                                      <p:cBhvr>
                                        <p:cTn id="920" dur="1" fill="hold">
                                          <p:stCondLst>
                                            <p:cond delay="0"/>
                                          </p:stCondLst>
                                        </p:cTn>
                                        <p:tgtEl>
                                          <p:spTgt spid="1226"/>
                                        </p:tgtEl>
                                        <p:attrNameLst>
                                          <p:attrName>style.visibility</p:attrName>
                                        </p:attrNameLst>
                                      </p:cBhvr>
                                      <p:to>
                                        <p:strVal val="hidden"/>
                                      </p:to>
                                    </p:set>
                                  </p:childTnLst>
                                </p:cTn>
                              </p:par>
                              <p:par>
                                <p:cTn id="921" presetID="1" presetClass="entr" presetSubtype="0" fill="hold" grpId="0" nodeType="withEffect">
                                  <p:stCondLst>
                                    <p:cond delay="13069"/>
                                  </p:stCondLst>
                                  <p:childTnLst>
                                    <p:set>
                                      <p:cBhvr>
                                        <p:cTn id="922" dur="1" fill="hold">
                                          <p:stCondLst>
                                            <p:cond delay="0"/>
                                          </p:stCondLst>
                                        </p:cTn>
                                        <p:tgtEl>
                                          <p:spTgt spid="1227"/>
                                        </p:tgtEl>
                                        <p:attrNameLst>
                                          <p:attrName>style.visibility</p:attrName>
                                        </p:attrNameLst>
                                      </p:cBhvr>
                                      <p:to>
                                        <p:strVal val="visible"/>
                                      </p:to>
                                    </p:set>
                                  </p:childTnLst>
                                </p:cTn>
                              </p:par>
                              <p:par>
                                <p:cTn id="923" presetID="1" presetClass="exit" presetSubtype="0" fill="hold" grpId="1" nodeType="withEffect">
                                  <p:stCondLst>
                                    <p:cond delay="13102"/>
                                  </p:stCondLst>
                                  <p:childTnLst>
                                    <p:set>
                                      <p:cBhvr>
                                        <p:cTn id="924" dur="1" fill="hold">
                                          <p:stCondLst>
                                            <p:cond delay="0"/>
                                          </p:stCondLst>
                                        </p:cTn>
                                        <p:tgtEl>
                                          <p:spTgt spid="1227"/>
                                        </p:tgtEl>
                                        <p:attrNameLst>
                                          <p:attrName>style.visibility</p:attrName>
                                        </p:attrNameLst>
                                      </p:cBhvr>
                                      <p:to>
                                        <p:strVal val="hidden"/>
                                      </p:to>
                                    </p:set>
                                  </p:childTnLst>
                                </p:cTn>
                              </p:par>
                              <p:par>
                                <p:cTn id="925" presetID="1" presetClass="entr" presetSubtype="0" fill="hold" grpId="0" nodeType="withEffect">
                                  <p:stCondLst>
                                    <p:cond delay="13102"/>
                                  </p:stCondLst>
                                  <p:childTnLst>
                                    <p:set>
                                      <p:cBhvr>
                                        <p:cTn id="926" dur="1" fill="hold">
                                          <p:stCondLst>
                                            <p:cond delay="0"/>
                                          </p:stCondLst>
                                        </p:cTn>
                                        <p:tgtEl>
                                          <p:spTgt spid="1228"/>
                                        </p:tgtEl>
                                        <p:attrNameLst>
                                          <p:attrName>style.visibility</p:attrName>
                                        </p:attrNameLst>
                                      </p:cBhvr>
                                      <p:to>
                                        <p:strVal val="visible"/>
                                      </p:to>
                                    </p:set>
                                  </p:childTnLst>
                                </p:cTn>
                              </p:par>
                              <p:par>
                                <p:cTn id="927" presetID="1" presetClass="exit" presetSubtype="0" fill="hold" grpId="1" nodeType="withEffect">
                                  <p:stCondLst>
                                    <p:cond delay="13140"/>
                                  </p:stCondLst>
                                  <p:childTnLst>
                                    <p:set>
                                      <p:cBhvr>
                                        <p:cTn id="928" dur="1" fill="hold">
                                          <p:stCondLst>
                                            <p:cond delay="0"/>
                                          </p:stCondLst>
                                        </p:cTn>
                                        <p:tgtEl>
                                          <p:spTgt spid="1228"/>
                                        </p:tgtEl>
                                        <p:attrNameLst>
                                          <p:attrName>style.visibility</p:attrName>
                                        </p:attrNameLst>
                                      </p:cBhvr>
                                      <p:to>
                                        <p:strVal val="hidden"/>
                                      </p:to>
                                    </p:set>
                                  </p:childTnLst>
                                </p:cTn>
                              </p:par>
                              <p:par>
                                <p:cTn id="929" presetID="1" presetClass="entr" presetSubtype="0" fill="hold" grpId="0" nodeType="withEffect">
                                  <p:stCondLst>
                                    <p:cond delay="13140"/>
                                  </p:stCondLst>
                                  <p:childTnLst>
                                    <p:set>
                                      <p:cBhvr>
                                        <p:cTn id="930" dur="1" fill="hold">
                                          <p:stCondLst>
                                            <p:cond delay="0"/>
                                          </p:stCondLst>
                                        </p:cTn>
                                        <p:tgtEl>
                                          <p:spTgt spid="1229"/>
                                        </p:tgtEl>
                                        <p:attrNameLst>
                                          <p:attrName>style.visibility</p:attrName>
                                        </p:attrNameLst>
                                      </p:cBhvr>
                                      <p:to>
                                        <p:strVal val="visible"/>
                                      </p:to>
                                    </p:set>
                                  </p:childTnLst>
                                </p:cTn>
                              </p:par>
                              <p:par>
                                <p:cTn id="931" presetID="1" presetClass="exit" presetSubtype="0" fill="hold" grpId="1" nodeType="withEffect">
                                  <p:stCondLst>
                                    <p:cond delay="13168"/>
                                  </p:stCondLst>
                                  <p:childTnLst>
                                    <p:set>
                                      <p:cBhvr>
                                        <p:cTn id="932" dur="1" fill="hold">
                                          <p:stCondLst>
                                            <p:cond delay="0"/>
                                          </p:stCondLst>
                                        </p:cTn>
                                        <p:tgtEl>
                                          <p:spTgt spid="1229"/>
                                        </p:tgtEl>
                                        <p:attrNameLst>
                                          <p:attrName>style.visibility</p:attrName>
                                        </p:attrNameLst>
                                      </p:cBhvr>
                                      <p:to>
                                        <p:strVal val="hidden"/>
                                      </p:to>
                                    </p:set>
                                  </p:childTnLst>
                                </p:cTn>
                              </p:par>
                              <p:par>
                                <p:cTn id="933" presetID="1" presetClass="entr" presetSubtype="0" fill="hold" grpId="0" nodeType="withEffect">
                                  <p:stCondLst>
                                    <p:cond delay="13168"/>
                                  </p:stCondLst>
                                  <p:childTnLst>
                                    <p:set>
                                      <p:cBhvr>
                                        <p:cTn id="934" dur="1" fill="hold">
                                          <p:stCondLst>
                                            <p:cond delay="0"/>
                                          </p:stCondLst>
                                        </p:cTn>
                                        <p:tgtEl>
                                          <p:spTgt spid="1230"/>
                                        </p:tgtEl>
                                        <p:attrNameLst>
                                          <p:attrName>style.visibility</p:attrName>
                                        </p:attrNameLst>
                                      </p:cBhvr>
                                      <p:to>
                                        <p:strVal val="visible"/>
                                      </p:to>
                                    </p:set>
                                  </p:childTnLst>
                                </p:cTn>
                              </p:par>
                              <p:par>
                                <p:cTn id="935" presetID="1" presetClass="exit" presetSubtype="0" fill="hold" grpId="1" nodeType="withEffect">
                                  <p:stCondLst>
                                    <p:cond delay="13203"/>
                                  </p:stCondLst>
                                  <p:childTnLst>
                                    <p:set>
                                      <p:cBhvr>
                                        <p:cTn id="936" dur="1" fill="hold">
                                          <p:stCondLst>
                                            <p:cond delay="0"/>
                                          </p:stCondLst>
                                        </p:cTn>
                                        <p:tgtEl>
                                          <p:spTgt spid="1230"/>
                                        </p:tgtEl>
                                        <p:attrNameLst>
                                          <p:attrName>style.visibility</p:attrName>
                                        </p:attrNameLst>
                                      </p:cBhvr>
                                      <p:to>
                                        <p:strVal val="hidden"/>
                                      </p:to>
                                    </p:set>
                                  </p:childTnLst>
                                </p:cTn>
                              </p:par>
                              <p:par>
                                <p:cTn id="937" presetID="1" presetClass="entr" presetSubtype="0" fill="hold" grpId="0" nodeType="withEffect">
                                  <p:stCondLst>
                                    <p:cond delay="13203"/>
                                  </p:stCondLst>
                                  <p:childTnLst>
                                    <p:set>
                                      <p:cBhvr>
                                        <p:cTn id="938" dur="1" fill="hold">
                                          <p:stCondLst>
                                            <p:cond delay="0"/>
                                          </p:stCondLst>
                                        </p:cTn>
                                        <p:tgtEl>
                                          <p:spTgt spid="1231"/>
                                        </p:tgtEl>
                                        <p:attrNameLst>
                                          <p:attrName>style.visibility</p:attrName>
                                        </p:attrNameLst>
                                      </p:cBhvr>
                                      <p:to>
                                        <p:strVal val="visible"/>
                                      </p:to>
                                    </p:set>
                                  </p:childTnLst>
                                </p:cTn>
                              </p:par>
                              <p:par>
                                <p:cTn id="939" presetID="1" presetClass="exit" presetSubtype="0" fill="hold" grpId="1" nodeType="withEffect">
                                  <p:stCondLst>
                                    <p:cond delay="13237"/>
                                  </p:stCondLst>
                                  <p:childTnLst>
                                    <p:set>
                                      <p:cBhvr>
                                        <p:cTn id="940" dur="1" fill="hold">
                                          <p:stCondLst>
                                            <p:cond delay="0"/>
                                          </p:stCondLst>
                                        </p:cTn>
                                        <p:tgtEl>
                                          <p:spTgt spid="1231"/>
                                        </p:tgtEl>
                                        <p:attrNameLst>
                                          <p:attrName>style.visibility</p:attrName>
                                        </p:attrNameLst>
                                      </p:cBhvr>
                                      <p:to>
                                        <p:strVal val="hidden"/>
                                      </p:to>
                                    </p:set>
                                  </p:childTnLst>
                                </p:cTn>
                              </p:par>
                              <p:par>
                                <p:cTn id="941" presetID="1" presetClass="entr" presetSubtype="0" fill="hold" grpId="0" nodeType="withEffect">
                                  <p:stCondLst>
                                    <p:cond delay="13237"/>
                                  </p:stCondLst>
                                  <p:childTnLst>
                                    <p:set>
                                      <p:cBhvr>
                                        <p:cTn id="942" dur="1" fill="hold">
                                          <p:stCondLst>
                                            <p:cond delay="0"/>
                                          </p:stCondLst>
                                        </p:cTn>
                                        <p:tgtEl>
                                          <p:spTgt spid="1232"/>
                                        </p:tgtEl>
                                        <p:attrNameLst>
                                          <p:attrName>style.visibility</p:attrName>
                                        </p:attrNameLst>
                                      </p:cBhvr>
                                      <p:to>
                                        <p:strVal val="visible"/>
                                      </p:to>
                                    </p:set>
                                  </p:childTnLst>
                                </p:cTn>
                              </p:par>
                              <p:par>
                                <p:cTn id="943" presetID="1" presetClass="exit" presetSubtype="0" fill="hold" grpId="1" nodeType="withEffect">
                                  <p:stCondLst>
                                    <p:cond delay="13268"/>
                                  </p:stCondLst>
                                  <p:childTnLst>
                                    <p:set>
                                      <p:cBhvr>
                                        <p:cTn id="944" dur="1" fill="hold">
                                          <p:stCondLst>
                                            <p:cond delay="0"/>
                                          </p:stCondLst>
                                        </p:cTn>
                                        <p:tgtEl>
                                          <p:spTgt spid="1232"/>
                                        </p:tgtEl>
                                        <p:attrNameLst>
                                          <p:attrName>style.visibility</p:attrName>
                                        </p:attrNameLst>
                                      </p:cBhvr>
                                      <p:to>
                                        <p:strVal val="hidden"/>
                                      </p:to>
                                    </p:set>
                                  </p:childTnLst>
                                </p:cTn>
                              </p:par>
                              <p:par>
                                <p:cTn id="945" presetID="1" presetClass="entr" presetSubtype="0" fill="hold" grpId="0" nodeType="withEffect">
                                  <p:stCondLst>
                                    <p:cond delay="13268"/>
                                  </p:stCondLst>
                                  <p:childTnLst>
                                    <p:set>
                                      <p:cBhvr>
                                        <p:cTn id="946" dur="1" fill="hold">
                                          <p:stCondLst>
                                            <p:cond delay="0"/>
                                          </p:stCondLst>
                                        </p:cTn>
                                        <p:tgtEl>
                                          <p:spTgt spid="1233"/>
                                        </p:tgtEl>
                                        <p:attrNameLst>
                                          <p:attrName>style.visibility</p:attrName>
                                        </p:attrNameLst>
                                      </p:cBhvr>
                                      <p:to>
                                        <p:strVal val="visible"/>
                                      </p:to>
                                    </p:set>
                                  </p:childTnLst>
                                </p:cTn>
                              </p:par>
                              <p:par>
                                <p:cTn id="947" presetID="1" presetClass="exit" presetSubtype="0" fill="hold" grpId="1" nodeType="withEffect">
                                  <p:stCondLst>
                                    <p:cond delay="13401"/>
                                  </p:stCondLst>
                                  <p:childTnLst>
                                    <p:set>
                                      <p:cBhvr>
                                        <p:cTn id="948" dur="1" fill="hold">
                                          <p:stCondLst>
                                            <p:cond delay="0"/>
                                          </p:stCondLst>
                                        </p:cTn>
                                        <p:tgtEl>
                                          <p:spTgt spid="1233"/>
                                        </p:tgtEl>
                                        <p:attrNameLst>
                                          <p:attrName>style.visibility</p:attrName>
                                        </p:attrNameLst>
                                      </p:cBhvr>
                                      <p:to>
                                        <p:strVal val="hidden"/>
                                      </p:to>
                                    </p:set>
                                  </p:childTnLst>
                                </p:cTn>
                              </p:par>
                              <p:par>
                                <p:cTn id="949" presetID="1" presetClass="entr" presetSubtype="0" fill="hold" grpId="0" nodeType="withEffect">
                                  <p:stCondLst>
                                    <p:cond delay="13401"/>
                                  </p:stCondLst>
                                  <p:childTnLst>
                                    <p:set>
                                      <p:cBhvr>
                                        <p:cTn id="950" dur="1" fill="hold">
                                          <p:stCondLst>
                                            <p:cond delay="0"/>
                                          </p:stCondLst>
                                        </p:cTn>
                                        <p:tgtEl>
                                          <p:spTgt spid="1234"/>
                                        </p:tgtEl>
                                        <p:attrNameLst>
                                          <p:attrName>style.visibility</p:attrName>
                                        </p:attrNameLst>
                                      </p:cBhvr>
                                      <p:to>
                                        <p:strVal val="visible"/>
                                      </p:to>
                                    </p:set>
                                  </p:childTnLst>
                                </p:cTn>
                              </p:par>
                              <p:par>
                                <p:cTn id="951" presetID="1" presetClass="exit" presetSubtype="0" fill="hold" grpId="1" nodeType="withEffect">
                                  <p:stCondLst>
                                    <p:cond delay="13422"/>
                                  </p:stCondLst>
                                  <p:childTnLst>
                                    <p:set>
                                      <p:cBhvr>
                                        <p:cTn id="952" dur="1" fill="hold">
                                          <p:stCondLst>
                                            <p:cond delay="0"/>
                                          </p:stCondLst>
                                        </p:cTn>
                                        <p:tgtEl>
                                          <p:spTgt spid="1234"/>
                                        </p:tgtEl>
                                        <p:attrNameLst>
                                          <p:attrName>style.visibility</p:attrName>
                                        </p:attrNameLst>
                                      </p:cBhvr>
                                      <p:to>
                                        <p:strVal val="hidden"/>
                                      </p:to>
                                    </p:set>
                                  </p:childTnLst>
                                </p:cTn>
                              </p:par>
                              <p:par>
                                <p:cTn id="953" presetID="1" presetClass="entr" presetSubtype="0" fill="hold" grpId="0" nodeType="withEffect">
                                  <p:stCondLst>
                                    <p:cond delay="13422"/>
                                  </p:stCondLst>
                                  <p:childTnLst>
                                    <p:set>
                                      <p:cBhvr>
                                        <p:cTn id="954" dur="1" fill="hold">
                                          <p:stCondLst>
                                            <p:cond delay="0"/>
                                          </p:stCondLst>
                                        </p:cTn>
                                        <p:tgtEl>
                                          <p:spTgt spid="1235"/>
                                        </p:tgtEl>
                                        <p:attrNameLst>
                                          <p:attrName>style.visibility</p:attrName>
                                        </p:attrNameLst>
                                      </p:cBhvr>
                                      <p:to>
                                        <p:strVal val="visible"/>
                                      </p:to>
                                    </p:set>
                                  </p:childTnLst>
                                </p:cTn>
                              </p:par>
                              <p:par>
                                <p:cTn id="955" presetID="1" presetClass="exit" presetSubtype="0" fill="hold" grpId="1" nodeType="withEffect">
                                  <p:stCondLst>
                                    <p:cond delay="13443"/>
                                  </p:stCondLst>
                                  <p:childTnLst>
                                    <p:set>
                                      <p:cBhvr>
                                        <p:cTn id="956" dur="1" fill="hold">
                                          <p:stCondLst>
                                            <p:cond delay="0"/>
                                          </p:stCondLst>
                                        </p:cTn>
                                        <p:tgtEl>
                                          <p:spTgt spid="1235"/>
                                        </p:tgtEl>
                                        <p:attrNameLst>
                                          <p:attrName>style.visibility</p:attrName>
                                        </p:attrNameLst>
                                      </p:cBhvr>
                                      <p:to>
                                        <p:strVal val="hidden"/>
                                      </p:to>
                                    </p:set>
                                  </p:childTnLst>
                                </p:cTn>
                              </p:par>
                              <p:par>
                                <p:cTn id="957" presetID="1" presetClass="entr" presetSubtype="0" fill="hold" grpId="0" nodeType="withEffect">
                                  <p:stCondLst>
                                    <p:cond delay="13443"/>
                                  </p:stCondLst>
                                  <p:childTnLst>
                                    <p:set>
                                      <p:cBhvr>
                                        <p:cTn id="958" dur="1" fill="hold">
                                          <p:stCondLst>
                                            <p:cond delay="0"/>
                                          </p:stCondLst>
                                        </p:cTn>
                                        <p:tgtEl>
                                          <p:spTgt spid="1236"/>
                                        </p:tgtEl>
                                        <p:attrNameLst>
                                          <p:attrName>style.visibility</p:attrName>
                                        </p:attrNameLst>
                                      </p:cBhvr>
                                      <p:to>
                                        <p:strVal val="visible"/>
                                      </p:to>
                                    </p:set>
                                  </p:childTnLst>
                                </p:cTn>
                              </p:par>
                              <p:par>
                                <p:cTn id="959" presetID="1" presetClass="exit" presetSubtype="0" fill="hold" grpId="1" nodeType="withEffect">
                                  <p:stCondLst>
                                    <p:cond delay="13468"/>
                                  </p:stCondLst>
                                  <p:childTnLst>
                                    <p:set>
                                      <p:cBhvr>
                                        <p:cTn id="960" dur="1" fill="hold">
                                          <p:stCondLst>
                                            <p:cond delay="0"/>
                                          </p:stCondLst>
                                        </p:cTn>
                                        <p:tgtEl>
                                          <p:spTgt spid="1236"/>
                                        </p:tgtEl>
                                        <p:attrNameLst>
                                          <p:attrName>style.visibility</p:attrName>
                                        </p:attrNameLst>
                                      </p:cBhvr>
                                      <p:to>
                                        <p:strVal val="hidden"/>
                                      </p:to>
                                    </p:set>
                                  </p:childTnLst>
                                </p:cTn>
                              </p:par>
                              <p:par>
                                <p:cTn id="961" presetID="1" presetClass="entr" presetSubtype="0" fill="hold" grpId="0" nodeType="withEffect">
                                  <p:stCondLst>
                                    <p:cond delay="13468"/>
                                  </p:stCondLst>
                                  <p:childTnLst>
                                    <p:set>
                                      <p:cBhvr>
                                        <p:cTn id="962" dur="1" fill="hold">
                                          <p:stCondLst>
                                            <p:cond delay="0"/>
                                          </p:stCondLst>
                                        </p:cTn>
                                        <p:tgtEl>
                                          <p:spTgt spid="1237"/>
                                        </p:tgtEl>
                                        <p:attrNameLst>
                                          <p:attrName>style.visibility</p:attrName>
                                        </p:attrNameLst>
                                      </p:cBhvr>
                                      <p:to>
                                        <p:strVal val="visible"/>
                                      </p:to>
                                    </p:set>
                                  </p:childTnLst>
                                </p:cTn>
                              </p:par>
                              <p:par>
                                <p:cTn id="963" presetID="1" presetClass="exit" presetSubtype="0" fill="hold" grpId="1" nodeType="withEffect">
                                  <p:stCondLst>
                                    <p:cond delay="13499"/>
                                  </p:stCondLst>
                                  <p:childTnLst>
                                    <p:set>
                                      <p:cBhvr>
                                        <p:cTn id="964" dur="1" fill="hold">
                                          <p:stCondLst>
                                            <p:cond delay="0"/>
                                          </p:stCondLst>
                                        </p:cTn>
                                        <p:tgtEl>
                                          <p:spTgt spid="1237"/>
                                        </p:tgtEl>
                                        <p:attrNameLst>
                                          <p:attrName>style.visibility</p:attrName>
                                        </p:attrNameLst>
                                      </p:cBhvr>
                                      <p:to>
                                        <p:strVal val="hidden"/>
                                      </p:to>
                                    </p:set>
                                  </p:childTnLst>
                                </p:cTn>
                              </p:par>
                              <p:par>
                                <p:cTn id="965" presetID="1" presetClass="entr" presetSubtype="0" fill="hold" grpId="0" nodeType="withEffect">
                                  <p:stCondLst>
                                    <p:cond delay="13499"/>
                                  </p:stCondLst>
                                  <p:childTnLst>
                                    <p:set>
                                      <p:cBhvr>
                                        <p:cTn id="966" dur="1" fill="hold">
                                          <p:stCondLst>
                                            <p:cond delay="0"/>
                                          </p:stCondLst>
                                        </p:cTn>
                                        <p:tgtEl>
                                          <p:spTgt spid="1238"/>
                                        </p:tgtEl>
                                        <p:attrNameLst>
                                          <p:attrName>style.visibility</p:attrName>
                                        </p:attrNameLst>
                                      </p:cBhvr>
                                      <p:to>
                                        <p:strVal val="visible"/>
                                      </p:to>
                                    </p:set>
                                  </p:childTnLst>
                                </p:cTn>
                              </p:par>
                              <p:par>
                                <p:cTn id="967" presetID="1" presetClass="exit" presetSubtype="0" fill="hold" grpId="1" nodeType="withEffect">
                                  <p:stCondLst>
                                    <p:cond delay="13538"/>
                                  </p:stCondLst>
                                  <p:childTnLst>
                                    <p:set>
                                      <p:cBhvr>
                                        <p:cTn id="968" dur="1" fill="hold">
                                          <p:stCondLst>
                                            <p:cond delay="0"/>
                                          </p:stCondLst>
                                        </p:cTn>
                                        <p:tgtEl>
                                          <p:spTgt spid="1238"/>
                                        </p:tgtEl>
                                        <p:attrNameLst>
                                          <p:attrName>style.visibility</p:attrName>
                                        </p:attrNameLst>
                                      </p:cBhvr>
                                      <p:to>
                                        <p:strVal val="hidden"/>
                                      </p:to>
                                    </p:set>
                                  </p:childTnLst>
                                </p:cTn>
                              </p:par>
                              <p:par>
                                <p:cTn id="969" presetID="1" presetClass="entr" presetSubtype="0" fill="hold" grpId="0" nodeType="withEffect">
                                  <p:stCondLst>
                                    <p:cond delay="13538"/>
                                  </p:stCondLst>
                                  <p:childTnLst>
                                    <p:set>
                                      <p:cBhvr>
                                        <p:cTn id="970" dur="1" fill="hold">
                                          <p:stCondLst>
                                            <p:cond delay="0"/>
                                          </p:stCondLst>
                                        </p:cTn>
                                        <p:tgtEl>
                                          <p:spTgt spid="1239"/>
                                        </p:tgtEl>
                                        <p:attrNameLst>
                                          <p:attrName>style.visibility</p:attrName>
                                        </p:attrNameLst>
                                      </p:cBhvr>
                                      <p:to>
                                        <p:strVal val="visible"/>
                                      </p:to>
                                    </p:set>
                                  </p:childTnLst>
                                </p:cTn>
                              </p:par>
                              <p:par>
                                <p:cTn id="971" presetID="1" presetClass="exit" presetSubtype="0" fill="hold" grpId="1" nodeType="withEffect">
                                  <p:stCondLst>
                                    <p:cond delay="13571"/>
                                  </p:stCondLst>
                                  <p:childTnLst>
                                    <p:set>
                                      <p:cBhvr>
                                        <p:cTn id="972" dur="1" fill="hold">
                                          <p:stCondLst>
                                            <p:cond delay="0"/>
                                          </p:stCondLst>
                                        </p:cTn>
                                        <p:tgtEl>
                                          <p:spTgt spid="1239"/>
                                        </p:tgtEl>
                                        <p:attrNameLst>
                                          <p:attrName>style.visibility</p:attrName>
                                        </p:attrNameLst>
                                      </p:cBhvr>
                                      <p:to>
                                        <p:strVal val="hidden"/>
                                      </p:to>
                                    </p:set>
                                  </p:childTnLst>
                                </p:cTn>
                              </p:par>
                              <p:par>
                                <p:cTn id="973" presetID="1" presetClass="entr" presetSubtype="0" fill="hold" grpId="0" nodeType="withEffect">
                                  <p:stCondLst>
                                    <p:cond delay="13571"/>
                                  </p:stCondLst>
                                  <p:childTnLst>
                                    <p:set>
                                      <p:cBhvr>
                                        <p:cTn id="974" dur="1" fill="hold">
                                          <p:stCondLst>
                                            <p:cond delay="0"/>
                                          </p:stCondLst>
                                        </p:cTn>
                                        <p:tgtEl>
                                          <p:spTgt spid="1240"/>
                                        </p:tgtEl>
                                        <p:attrNameLst>
                                          <p:attrName>style.visibility</p:attrName>
                                        </p:attrNameLst>
                                      </p:cBhvr>
                                      <p:to>
                                        <p:strVal val="visible"/>
                                      </p:to>
                                    </p:set>
                                  </p:childTnLst>
                                </p:cTn>
                              </p:par>
                              <p:par>
                                <p:cTn id="975" presetID="1" presetClass="exit" presetSubtype="0" fill="hold" grpId="1" nodeType="withEffect">
                                  <p:stCondLst>
                                    <p:cond delay="13606"/>
                                  </p:stCondLst>
                                  <p:childTnLst>
                                    <p:set>
                                      <p:cBhvr>
                                        <p:cTn id="976" dur="1" fill="hold">
                                          <p:stCondLst>
                                            <p:cond delay="0"/>
                                          </p:stCondLst>
                                        </p:cTn>
                                        <p:tgtEl>
                                          <p:spTgt spid="1240"/>
                                        </p:tgtEl>
                                        <p:attrNameLst>
                                          <p:attrName>style.visibility</p:attrName>
                                        </p:attrNameLst>
                                      </p:cBhvr>
                                      <p:to>
                                        <p:strVal val="hidden"/>
                                      </p:to>
                                    </p:set>
                                  </p:childTnLst>
                                </p:cTn>
                              </p:par>
                              <p:par>
                                <p:cTn id="977" presetID="1" presetClass="entr" presetSubtype="0" fill="hold" grpId="0" nodeType="withEffect">
                                  <p:stCondLst>
                                    <p:cond delay="13606"/>
                                  </p:stCondLst>
                                  <p:childTnLst>
                                    <p:set>
                                      <p:cBhvr>
                                        <p:cTn id="978" dur="1" fill="hold">
                                          <p:stCondLst>
                                            <p:cond delay="0"/>
                                          </p:stCondLst>
                                        </p:cTn>
                                        <p:tgtEl>
                                          <p:spTgt spid="1241"/>
                                        </p:tgtEl>
                                        <p:attrNameLst>
                                          <p:attrName>style.visibility</p:attrName>
                                        </p:attrNameLst>
                                      </p:cBhvr>
                                      <p:to>
                                        <p:strVal val="visible"/>
                                      </p:to>
                                    </p:set>
                                  </p:childTnLst>
                                </p:cTn>
                              </p:par>
                              <p:par>
                                <p:cTn id="979" presetID="1" presetClass="exit" presetSubtype="0" fill="hold" grpId="1" nodeType="withEffect">
                                  <p:stCondLst>
                                    <p:cond delay="13630"/>
                                  </p:stCondLst>
                                  <p:childTnLst>
                                    <p:set>
                                      <p:cBhvr>
                                        <p:cTn id="980" dur="1" fill="hold">
                                          <p:stCondLst>
                                            <p:cond delay="0"/>
                                          </p:stCondLst>
                                        </p:cTn>
                                        <p:tgtEl>
                                          <p:spTgt spid="1241"/>
                                        </p:tgtEl>
                                        <p:attrNameLst>
                                          <p:attrName>style.visibility</p:attrName>
                                        </p:attrNameLst>
                                      </p:cBhvr>
                                      <p:to>
                                        <p:strVal val="hidden"/>
                                      </p:to>
                                    </p:set>
                                  </p:childTnLst>
                                </p:cTn>
                              </p:par>
                              <p:par>
                                <p:cTn id="981" presetID="1" presetClass="entr" presetSubtype="0" fill="hold" grpId="0" nodeType="withEffect">
                                  <p:stCondLst>
                                    <p:cond delay="13630"/>
                                  </p:stCondLst>
                                  <p:childTnLst>
                                    <p:set>
                                      <p:cBhvr>
                                        <p:cTn id="982" dur="1" fill="hold">
                                          <p:stCondLst>
                                            <p:cond delay="0"/>
                                          </p:stCondLst>
                                        </p:cTn>
                                        <p:tgtEl>
                                          <p:spTgt spid="1242"/>
                                        </p:tgtEl>
                                        <p:attrNameLst>
                                          <p:attrName>style.visibility</p:attrName>
                                        </p:attrNameLst>
                                      </p:cBhvr>
                                      <p:to>
                                        <p:strVal val="visible"/>
                                      </p:to>
                                    </p:set>
                                  </p:childTnLst>
                                </p:cTn>
                              </p:par>
                              <p:par>
                                <p:cTn id="983" presetID="1" presetClass="exit" presetSubtype="0" fill="hold" grpId="1" nodeType="withEffect">
                                  <p:stCondLst>
                                    <p:cond delay="13662"/>
                                  </p:stCondLst>
                                  <p:childTnLst>
                                    <p:set>
                                      <p:cBhvr>
                                        <p:cTn id="984" dur="1" fill="hold">
                                          <p:stCondLst>
                                            <p:cond delay="0"/>
                                          </p:stCondLst>
                                        </p:cTn>
                                        <p:tgtEl>
                                          <p:spTgt spid="1242"/>
                                        </p:tgtEl>
                                        <p:attrNameLst>
                                          <p:attrName>style.visibility</p:attrName>
                                        </p:attrNameLst>
                                      </p:cBhvr>
                                      <p:to>
                                        <p:strVal val="hidden"/>
                                      </p:to>
                                    </p:set>
                                  </p:childTnLst>
                                </p:cTn>
                              </p:par>
                              <p:par>
                                <p:cTn id="985" presetID="1" presetClass="entr" presetSubtype="0" fill="hold" grpId="0" nodeType="withEffect">
                                  <p:stCondLst>
                                    <p:cond delay="13662"/>
                                  </p:stCondLst>
                                  <p:childTnLst>
                                    <p:set>
                                      <p:cBhvr>
                                        <p:cTn id="986" dur="1" fill="hold">
                                          <p:stCondLst>
                                            <p:cond delay="0"/>
                                          </p:stCondLst>
                                        </p:cTn>
                                        <p:tgtEl>
                                          <p:spTgt spid="1243"/>
                                        </p:tgtEl>
                                        <p:attrNameLst>
                                          <p:attrName>style.visibility</p:attrName>
                                        </p:attrNameLst>
                                      </p:cBhvr>
                                      <p:to>
                                        <p:strVal val="visible"/>
                                      </p:to>
                                    </p:set>
                                  </p:childTnLst>
                                </p:cTn>
                              </p:par>
                              <p:par>
                                <p:cTn id="987" presetID="1" presetClass="exit" presetSubtype="0" fill="hold" grpId="1" nodeType="withEffect">
                                  <p:stCondLst>
                                    <p:cond delay="13700"/>
                                  </p:stCondLst>
                                  <p:childTnLst>
                                    <p:set>
                                      <p:cBhvr>
                                        <p:cTn id="988" dur="1" fill="hold">
                                          <p:stCondLst>
                                            <p:cond delay="0"/>
                                          </p:stCondLst>
                                        </p:cTn>
                                        <p:tgtEl>
                                          <p:spTgt spid="1243"/>
                                        </p:tgtEl>
                                        <p:attrNameLst>
                                          <p:attrName>style.visibility</p:attrName>
                                        </p:attrNameLst>
                                      </p:cBhvr>
                                      <p:to>
                                        <p:strVal val="hidden"/>
                                      </p:to>
                                    </p:set>
                                  </p:childTnLst>
                                </p:cTn>
                              </p:par>
                              <p:par>
                                <p:cTn id="989" presetID="1" presetClass="entr" presetSubtype="0" fill="hold" grpId="0" nodeType="withEffect">
                                  <p:stCondLst>
                                    <p:cond delay="13700"/>
                                  </p:stCondLst>
                                  <p:childTnLst>
                                    <p:set>
                                      <p:cBhvr>
                                        <p:cTn id="990" dur="1" fill="hold">
                                          <p:stCondLst>
                                            <p:cond delay="0"/>
                                          </p:stCondLst>
                                        </p:cTn>
                                        <p:tgtEl>
                                          <p:spTgt spid="1244"/>
                                        </p:tgtEl>
                                        <p:attrNameLst>
                                          <p:attrName>style.visibility</p:attrName>
                                        </p:attrNameLst>
                                      </p:cBhvr>
                                      <p:to>
                                        <p:strVal val="visible"/>
                                      </p:to>
                                    </p:set>
                                  </p:childTnLst>
                                </p:cTn>
                              </p:par>
                              <p:par>
                                <p:cTn id="991" presetID="1" presetClass="exit" presetSubtype="0" fill="hold" grpId="1" nodeType="withEffect">
                                  <p:stCondLst>
                                    <p:cond delay="13728"/>
                                  </p:stCondLst>
                                  <p:childTnLst>
                                    <p:set>
                                      <p:cBhvr>
                                        <p:cTn id="992" dur="1" fill="hold">
                                          <p:stCondLst>
                                            <p:cond delay="0"/>
                                          </p:stCondLst>
                                        </p:cTn>
                                        <p:tgtEl>
                                          <p:spTgt spid="1244"/>
                                        </p:tgtEl>
                                        <p:attrNameLst>
                                          <p:attrName>style.visibility</p:attrName>
                                        </p:attrNameLst>
                                      </p:cBhvr>
                                      <p:to>
                                        <p:strVal val="hidden"/>
                                      </p:to>
                                    </p:set>
                                  </p:childTnLst>
                                </p:cTn>
                              </p:par>
                              <p:par>
                                <p:cTn id="993" presetID="1" presetClass="entr" presetSubtype="0" fill="hold" grpId="0" nodeType="withEffect">
                                  <p:stCondLst>
                                    <p:cond delay="13728"/>
                                  </p:stCondLst>
                                  <p:childTnLst>
                                    <p:set>
                                      <p:cBhvr>
                                        <p:cTn id="994" dur="1" fill="hold">
                                          <p:stCondLst>
                                            <p:cond delay="0"/>
                                          </p:stCondLst>
                                        </p:cTn>
                                        <p:tgtEl>
                                          <p:spTgt spid="1245"/>
                                        </p:tgtEl>
                                        <p:attrNameLst>
                                          <p:attrName>style.visibility</p:attrName>
                                        </p:attrNameLst>
                                      </p:cBhvr>
                                      <p:to>
                                        <p:strVal val="visible"/>
                                      </p:to>
                                    </p:set>
                                  </p:childTnLst>
                                </p:cTn>
                              </p:par>
                              <p:par>
                                <p:cTn id="995" presetID="1" presetClass="exit" presetSubtype="0" fill="hold" grpId="1" nodeType="withEffect">
                                  <p:stCondLst>
                                    <p:cond delay="13763"/>
                                  </p:stCondLst>
                                  <p:childTnLst>
                                    <p:set>
                                      <p:cBhvr>
                                        <p:cTn id="996" dur="1" fill="hold">
                                          <p:stCondLst>
                                            <p:cond delay="0"/>
                                          </p:stCondLst>
                                        </p:cTn>
                                        <p:tgtEl>
                                          <p:spTgt spid="1245"/>
                                        </p:tgtEl>
                                        <p:attrNameLst>
                                          <p:attrName>style.visibility</p:attrName>
                                        </p:attrNameLst>
                                      </p:cBhvr>
                                      <p:to>
                                        <p:strVal val="hidden"/>
                                      </p:to>
                                    </p:set>
                                  </p:childTnLst>
                                </p:cTn>
                              </p:par>
                              <p:par>
                                <p:cTn id="997" presetID="1" presetClass="entr" presetSubtype="0" fill="hold" grpId="0" nodeType="withEffect">
                                  <p:stCondLst>
                                    <p:cond delay="13763"/>
                                  </p:stCondLst>
                                  <p:childTnLst>
                                    <p:set>
                                      <p:cBhvr>
                                        <p:cTn id="998" dur="1" fill="hold">
                                          <p:stCondLst>
                                            <p:cond delay="0"/>
                                          </p:stCondLst>
                                        </p:cTn>
                                        <p:tgtEl>
                                          <p:spTgt spid="1246"/>
                                        </p:tgtEl>
                                        <p:attrNameLst>
                                          <p:attrName>style.visibility</p:attrName>
                                        </p:attrNameLst>
                                      </p:cBhvr>
                                      <p:to>
                                        <p:strVal val="visible"/>
                                      </p:to>
                                    </p:set>
                                  </p:childTnLst>
                                </p:cTn>
                              </p:par>
                              <p:par>
                                <p:cTn id="999" presetID="1" presetClass="exit" presetSubtype="0" fill="hold" grpId="1" nodeType="withEffect">
                                  <p:stCondLst>
                                    <p:cond delay="13788"/>
                                  </p:stCondLst>
                                  <p:childTnLst>
                                    <p:set>
                                      <p:cBhvr>
                                        <p:cTn id="1000" dur="1" fill="hold">
                                          <p:stCondLst>
                                            <p:cond delay="0"/>
                                          </p:stCondLst>
                                        </p:cTn>
                                        <p:tgtEl>
                                          <p:spTgt spid="1246"/>
                                        </p:tgtEl>
                                        <p:attrNameLst>
                                          <p:attrName>style.visibility</p:attrName>
                                        </p:attrNameLst>
                                      </p:cBhvr>
                                      <p:to>
                                        <p:strVal val="hidden"/>
                                      </p:to>
                                    </p:set>
                                  </p:childTnLst>
                                </p:cTn>
                              </p:par>
                              <p:par>
                                <p:cTn id="1001" presetID="1" presetClass="entr" presetSubtype="0" fill="hold" grpId="0" nodeType="withEffect">
                                  <p:stCondLst>
                                    <p:cond delay="13788"/>
                                  </p:stCondLst>
                                  <p:childTnLst>
                                    <p:set>
                                      <p:cBhvr>
                                        <p:cTn id="1002" dur="1" fill="hold">
                                          <p:stCondLst>
                                            <p:cond delay="0"/>
                                          </p:stCondLst>
                                        </p:cTn>
                                        <p:tgtEl>
                                          <p:spTgt spid="1247"/>
                                        </p:tgtEl>
                                        <p:attrNameLst>
                                          <p:attrName>style.visibility</p:attrName>
                                        </p:attrNameLst>
                                      </p:cBhvr>
                                      <p:to>
                                        <p:strVal val="visible"/>
                                      </p:to>
                                    </p:set>
                                  </p:childTnLst>
                                </p:cTn>
                              </p:par>
                              <p:par>
                                <p:cTn id="1003" presetID="1" presetClass="exit" presetSubtype="0" fill="hold" grpId="1" nodeType="withEffect">
                                  <p:stCondLst>
                                    <p:cond delay="13819"/>
                                  </p:stCondLst>
                                  <p:childTnLst>
                                    <p:set>
                                      <p:cBhvr>
                                        <p:cTn id="1004" dur="1" fill="hold">
                                          <p:stCondLst>
                                            <p:cond delay="0"/>
                                          </p:stCondLst>
                                        </p:cTn>
                                        <p:tgtEl>
                                          <p:spTgt spid="1247"/>
                                        </p:tgtEl>
                                        <p:attrNameLst>
                                          <p:attrName>style.visibility</p:attrName>
                                        </p:attrNameLst>
                                      </p:cBhvr>
                                      <p:to>
                                        <p:strVal val="hidden"/>
                                      </p:to>
                                    </p:set>
                                  </p:childTnLst>
                                </p:cTn>
                              </p:par>
                              <p:par>
                                <p:cTn id="1005" presetID="1" presetClass="entr" presetSubtype="0" fill="hold" grpId="0" nodeType="withEffect">
                                  <p:stCondLst>
                                    <p:cond delay="13819"/>
                                  </p:stCondLst>
                                  <p:childTnLst>
                                    <p:set>
                                      <p:cBhvr>
                                        <p:cTn id="1006" dur="1" fill="hold">
                                          <p:stCondLst>
                                            <p:cond delay="0"/>
                                          </p:stCondLst>
                                        </p:cTn>
                                        <p:tgtEl>
                                          <p:spTgt spid="1248"/>
                                        </p:tgtEl>
                                        <p:attrNameLst>
                                          <p:attrName>style.visibility</p:attrName>
                                        </p:attrNameLst>
                                      </p:cBhvr>
                                      <p:to>
                                        <p:strVal val="visible"/>
                                      </p:to>
                                    </p:set>
                                  </p:childTnLst>
                                </p:cTn>
                              </p:par>
                              <p:par>
                                <p:cTn id="1007" presetID="1" presetClass="exit" presetSubtype="0" fill="hold" grpId="1" nodeType="withEffect">
                                  <p:stCondLst>
                                    <p:cond delay="13853"/>
                                  </p:stCondLst>
                                  <p:childTnLst>
                                    <p:set>
                                      <p:cBhvr>
                                        <p:cTn id="1008" dur="1" fill="hold">
                                          <p:stCondLst>
                                            <p:cond delay="0"/>
                                          </p:stCondLst>
                                        </p:cTn>
                                        <p:tgtEl>
                                          <p:spTgt spid="1248"/>
                                        </p:tgtEl>
                                        <p:attrNameLst>
                                          <p:attrName>style.visibility</p:attrName>
                                        </p:attrNameLst>
                                      </p:cBhvr>
                                      <p:to>
                                        <p:strVal val="hidden"/>
                                      </p:to>
                                    </p:set>
                                  </p:childTnLst>
                                </p:cTn>
                              </p:par>
                              <p:par>
                                <p:cTn id="1009" presetID="1" presetClass="entr" presetSubtype="0" fill="hold" grpId="0" nodeType="withEffect">
                                  <p:stCondLst>
                                    <p:cond delay="13853"/>
                                  </p:stCondLst>
                                  <p:childTnLst>
                                    <p:set>
                                      <p:cBhvr>
                                        <p:cTn id="1010" dur="1" fill="hold">
                                          <p:stCondLst>
                                            <p:cond delay="0"/>
                                          </p:stCondLst>
                                        </p:cTn>
                                        <p:tgtEl>
                                          <p:spTgt spid="1249"/>
                                        </p:tgtEl>
                                        <p:attrNameLst>
                                          <p:attrName>style.visibility</p:attrName>
                                        </p:attrNameLst>
                                      </p:cBhvr>
                                      <p:to>
                                        <p:strVal val="visible"/>
                                      </p:to>
                                    </p:set>
                                  </p:childTnLst>
                                </p:cTn>
                              </p:par>
                              <p:par>
                                <p:cTn id="1011" presetID="1" presetClass="exit" presetSubtype="0" fill="hold" grpId="1" nodeType="withEffect">
                                  <p:stCondLst>
                                    <p:cond delay="13881"/>
                                  </p:stCondLst>
                                  <p:childTnLst>
                                    <p:set>
                                      <p:cBhvr>
                                        <p:cTn id="1012" dur="1" fill="hold">
                                          <p:stCondLst>
                                            <p:cond delay="0"/>
                                          </p:stCondLst>
                                        </p:cTn>
                                        <p:tgtEl>
                                          <p:spTgt spid="1249"/>
                                        </p:tgtEl>
                                        <p:attrNameLst>
                                          <p:attrName>style.visibility</p:attrName>
                                        </p:attrNameLst>
                                      </p:cBhvr>
                                      <p:to>
                                        <p:strVal val="hidden"/>
                                      </p:to>
                                    </p:set>
                                  </p:childTnLst>
                                </p:cTn>
                              </p:par>
                              <p:par>
                                <p:cTn id="1013" presetID="1" presetClass="entr" presetSubtype="0" fill="hold" grpId="0" nodeType="withEffect">
                                  <p:stCondLst>
                                    <p:cond delay="13881"/>
                                  </p:stCondLst>
                                  <p:childTnLst>
                                    <p:set>
                                      <p:cBhvr>
                                        <p:cTn id="1014" dur="1" fill="hold">
                                          <p:stCondLst>
                                            <p:cond delay="0"/>
                                          </p:stCondLst>
                                        </p:cTn>
                                        <p:tgtEl>
                                          <p:spTgt spid="1250"/>
                                        </p:tgtEl>
                                        <p:attrNameLst>
                                          <p:attrName>style.visibility</p:attrName>
                                        </p:attrNameLst>
                                      </p:cBhvr>
                                      <p:to>
                                        <p:strVal val="visible"/>
                                      </p:to>
                                    </p:set>
                                  </p:childTnLst>
                                </p:cTn>
                              </p:par>
                              <p:par>
                                <p:cTn id="1015" presetID="1" presetClass="exit" presetSubtype="0" fill="hold" grpId="1" nodeType="withEffect">
                                  <p:stCondLst>
                                    <p:cond delay="14014"/>
                                  </p:stCondLst>
                                  <p:childTnLst>
                                    <p:set>
                                      <p:cBhvr>
                                        <p:cTn id="1016" dur="1" fill="hold">
                                          <p:stCondLst>
                                            <p:cond delay="0"/>
                                          </p:stCondLst>
                                        </p:cTn>
                                        <p:tgtEl>
                                          <p:spTgt spid="1250"/>
                                        </p:tgtEl>
                                        <p:attrNameLst>
                                          <p:attrName>style.visibility</p:attrName>
                                        </p:attrNameLst>
                                      </p:cBhvr>
                                      <p:to>
                                        <p:strVal val="hidden"/>
                                      </p:to>
                                    </p:set>
                                  </p:childTnLst>
                                </p:cTn>
                              </p:par>
                              <p:par>
                                <p:cTn id="1017" presetID="1" presetClass="entr" presetSubtype="0" fill="hold" grpId="0" nodeType="withEffect">
                                  <p:stCondLst>
                                    <p:cond delay="14014"/>
                                  </p:stCondLst>
                                  <p:childTnLst>
                                    <p:set>
                                      <p:cBhvr>
                                        <p:cTn id="1018" dur="1" fill="hold">
                                          <p:stCondLst>
                                            <p:cond delay="0"/>
                                          </p:stCondLst>
                                        </p:cTn>
                                        <p:tgtEl>
                                          <p:spTgt spid="1251"/>
                                        </p:tgtEl>
                                        <p:attrNameLst>
                                          <p:attrName>style.visibility</p:attrName>
                                        </p:attrNameLst>
                                      </p:cBhvr>
                                      <p:to>
                                        <p:strVal val="visible"/>
                                      </p:to>
                                    </p:set>
                                  </p:childTnLst>
                                </p:cTn>
                              </p:par>
                              <p:par>
                                <p:cTn id="1019" presetID="1" presetClass="exit" presetSubtype="0" fill="hold" grpId="1" nodeType="withEffect">
                                  <p:stCondLst>
                                    <p:cond delay="14035"/>
                                  </p:stCondLst>
                                  <p:childTnLst>
                                    <p:set>
                                      <p:cBhvr>
                                        <p:cTn id="1020" dur="1" fill="hold">
                                          <p:stCondLst>
                                            <p:cond delay="0"/>
                                          </p:stCondLst>
                                        </p:cTn>
                                        <p:tgtEl>
                                          <p:spTgt spid="1251"/>
                                        </p:tgtEl>
                                        <p:attrNameLst>
                                          <p:attrName>style.visibility</p:attrName>
                                        </p:attrNameLst>
                                      </p:cBhvr>
                                      <p:to>
                                        <p:strVal val="hidden"/>
                                      </p:to>
                                    </p:set>
                                  </p:childTnLst>
                                </p:cTn>
                              </p:par>
                              <p:par>
                                <p:cTn id="1021" presetID="1" presetClass="entr" presetSubtype="0" fill="hold" grpId="0" nodeType="withEffect">
                                  <p:stCondLst>
                                    <p:cond delay="14035"/>
                                  </p:stCondLst>
                                  <p:childTnLst>
                                    <p:set>
                                      <p:cBhvr>
                                        <p:cTn id="1022" dur="1" fill="hold">
                                          <p:stCondLst>
                                            <p:cond delay="0"/>
                                          </p:stCondLst>
                                        </p:cTn>
                                        <p:tgtEl>
                                          <p:spTgt spid="1252"/>
                                        </p:tgtEl>
                                        <p:attrNameLst>
                                          <p:attrName>style.visibility</p:attrName>
                                        </p:attrNameLst>
                                      </p:cBhvr>
                                      <p:to>
                                        <p:strVal val="visible"/>
                                      </p:to>
                                    </p:set>
                                  </p:childTnLst>
                                </p:cTn>
                              </p:par>
                              <p:par>
                                <p:cTn id="1023" presetID="1" presetClass="exit" presetSubtype="0" fill="hold" grpId="1" nodeType="withEffect">
                                  <p:stCondLst>
                                    <p:cond delay="14056"/>
                                  </p:stCondLst>
                                  <p:childTnLst>
                                    <p:set>
                                      <p:cBhvr>
                                        <p:cTn id="1024" dur="1" fill="hold">
                                          <p:stCondLst>
                                            <p:cond delay="0"/>
                                          </p:stCondLst>
                                        </p:cTn>
                                        <p:tgtEl>
                                          <p:spTgt spid="1252"/>
                                        </p:tgtEl>
                                        <p:attrNameLst>
                                          <p:attrName>style.visibility</p:attrName>
                                        </p:attrNameLst>
                                      </p:cBhvr>
                                      <p:to>
                                        <p:strVal val="hidden"/>
                                      </p:to>
                                    </p:set>
                                  </p:childTnLst>
                                </p:cTn>
                              </p:par>
                              <p:par>
                                <p:cTn id="1025" presetID="1" presetClass="entr" presetSubtype="0" fill="hold" grpId="0" nodeType="withEffect">
                                  <p:stCondLst>
                                    <p:cond delay="14056"/>
                                  </p:stCondLst>
                                  <p:childTnLst>
                                    <p:set>
                                      <p:cBhvr>
                                        <p:cTn id="1026" dur="1" fill="hold">
                                          <p:stCondLst>
                                            <p:cond delay="0"/>
                                          </p:stCondLst>
                                        </p:cTn>
                                        <p:tgtEl>
                                          <p:spTgt spid="1253"/>
                                        </p:tgtEl>
                                        <p:attrNameLst>
                                          <p:attrName>style.visibility</p:attrName>
                                        </p:attrNameLst>
                                      </p:cBhvr>
                                      <p:to>
                                        <p:strVal val="visible"/>
                                      </p:to>
                                    </p:set>
                                  </p:childTnLst>
                                </p:cTn>
                              </p:par>
                              <p:par>
                                <p:cTn id="1027" presetID="1" presetClass="exit" presetSubtype="0" fill="hold" grpId="1" nodeType="withEffect">
                                  <p:stCondLst>
                                    <p:cond delay="14094"/>
                                  </p:stCondLst>
                                  <p:childTnLst>
                                    <p:set>
                                      <p:cBhvr>
                                        <p:cTn id="1028" dur="1" fill="hold">
                                          <p:stCondLst>
                                            <p:cond delay="0"/>
                                          </p:stCondLst>
                                        </p:cTn>
                                        <p:tgtEl>
                                          <p:spTgt spid="1253"/>
                                        </p:tgtEl>
                                        <p:attrNameLst>
                                          <p:attrName>style.visibility</p:attrName>
                                        </p:attrNameLst>
                                      </p:cBhvr>
                                      <p:to>
                                        <p:strVal val="hidden"/>
                                      </p:to>
                                    </p:set>
                                  </p:childTnLst>
                                </p:cTn>
                              </p:par>
                              <p:par>
                                <p:cTn id="1029" presetID="1" presetClass="entr" presetSubtype="0" fill="hold" grpId="0" nodeType="withEffect">
                                  <p:stCondLst>
                                    <p:cond delay="14094"/>
                                  </p:stCondLst>
                                  <p:childTnLst>
                                    <p:set>
                                      <p:cBhvr>
                                        <p:cTn id="1030" dur="1" fill="hold">
                                          <p:stCondLst>
                                            <p:cond delay="0"/>
                                          </p:stCondLst>
                                        </p:cTn>
                                        <p:tgtEl>
                                          <p:spTgt spid="1254"/>
                                        </p:tgtEl>
                                        <p:attrNameLst>
                                          <p:attrName>style.visibility</p:attrName>
                                        </p:attrNameLst>
                                      </p:cBhvr>
                                      <p:to>
                                        <p:strVal val="visible"/>
                                      </p:to>
                                    </p:set>
                                  </p:childTnLst>
                                </p:cTn>
                              </p:par>
                              <p:par>
                                <p:cTn id="1031" presetID="1" presetClass="exit" presetSubtype="0" fill="hold" grpId="1" nodeType="withEffect">
                                  <p:stCondLst>
                                    <p:cond delay="14122"/>
                                  </p:stCondLst>
                                  <p:childTnLst>
                                    <p:set>
                                      <p:cBhvr>
                                        <p:cTn id="1032" dur="1" fill="hold">
                                          <p:stCondLst>
                                            <p:cond delay="0"/>
                                          </p:stCondLst>
                                        </p:cTn>
                                        <p:tgtEl>
                                          <p:spTgt spid="1254"/>
                                        </p:tgtEl>
                                        <p:attrNameLst>
                                          <p:attrName>style.visibility</p:attrName>
                                        </p:attrNameLst>
                                      </p:cBhvr>
                                      <p:to>
                                        <p:strVal val="hidden"/>
                                      </p:to>
                                    </p:set>
                                  </p:childTnLst>
                                </p:cTn>
                              </p:par>
                              <p:par>
                                <p:cTn id="1033" presetID="1" presetClass="entr" presetSubtype="0" fill="hold" grpId="0" nodeType="withEffect">
                                  <p:stCondLst>
                                    <p:cond delay="14122"/>
                                  </p:stCondLst>
                                  <p:childTnLst>
                                    <p:set>
                                      <p:cBhvr>
                                        <p:cTn id="1034" dur="1" fill="hold">
                                          <p:stCondLst>
                                            <p:cond delay="0"/>
                                          </p:stCondLst>
                                        </p:cTn>
                                        <p:tgtEl>
                                          <p:spTgt spid="1255"/>
                                        </p:tgtEl>
                                        <p:attrNameLst>
                                          <p:attrName>style.visibility</p:attrName>
                                        </p:attrNameLst>
                                      </p:cBhvr>
                                      <p:to>
                                        <p:strVal val="visible"/>
                                      </p:to>
                                    </p:set>
                                  </p:childTnLst>
                                </p:cTn>
                              </p:par>
                              <p:par>
                                <p:cTn id="1035" presetID="1" presetClass="exit" presetSubtype="0" fill="hold" grpId="1" nodeType="withEffect">
                                  <p:stCondLst>
                                    <p:cond delay="14155"/>
                                  </p:stCondLst>
                                  <p:childTnLst>
                                    <p:set>
                                      <p:cBhvr>
                                        <p:cTn id="1036" dur="1" fill="hold">
                                          <p:stCondLst>
                                            <p:cond delay="0"/>
                                          </p:stCondLst>
                                        </p:cTn>
                                        <p:tgtEl>
                                          <p:spTgt spid="1255"/>
                                        </p:tgtEl>
                                        <p:attrNameLst>
                                          <p:attrName>style.visibility</p:attrName>
                                        </p:attrNameLst>
                                      </p:cBhvr>
                                      <p:to>
                                        <p:strVal val="hidden"/>
                                      </p:to>
                                    </p:set>
                                  </p:childTnLst>
                                </p:cTn>
                              </p:par>
                              <p:par>
                                <p:cTn id="1037" presetID="1" presetClass="entr" presetSubtype="0" fill="hold" grpId="0" nodeType="withEffect">
                                  <p:stCondLst>
                                    <p:cond delay="14155"/>
                                  </p:stCondLst>
                                  <p:childTnLst>
                                    <p:set>
                                      <p:cBhvr>
                                        <p:cTn id="1038" dur="1" fill="hold">
                                          <p:stCondLst>
                                            <p:cond delay="0"/>
                                          </p:stCondLst>
                                        </p:cTn>
                                        <p:tgtEl>
                                          <p:spTgt spid="1256"/>
                                        </p:tgtEl>
                                        <p:attrNameLst>
                                          <p:attrName>style.visibility</p:attrName>
                                        </p:attrNameLst>
                                      </p:cBhvr>
                                      <p:to>
                                        <p:strVal val="visible"/>
                                      </p:to>
                                    </p:set>
                                  </p:childTnLst>
                                </p:cTn>
                              </p:par>
                              <p:par>
                                <p:cTn id="1039" presetID="1" presetClass="exit" presetSubtype="0" fill="hold" grpId="1" nodeType="withEffect">
                                  <p:stCondLst>
                                    <p:cond delay="14180"/>
                                  </p:stCondLst>
                                  <p:childTnLst>
                                    <p:set>
                                      <p:cBhvr>
                                        <p:cTn id="1040" dur="1" fill="hold">
                                          <p:stCondLst>
                                            <p:cond delay="0"/>
                                          </p:stCondLst>
                                        </p:cTn>
                                        <p:tgtEl>
                                          <p:spTgt spid="1256"/>
                                        </p:tgtEl>
                                        <p:attrNameLst>
                                          <p:attrName>style.visibility</p:attrName>
                                        </p:attrNameLst>
                                      </p:cBhvr>
                                      <p:to>
                                        <p:strVal val="hidden"/>
                                      </p:to>
                                    </p:set>
                                  </p:childTnLst>
                                </p:cTn>
                              </p:par>
                              <p:par>
                                <p:cTn id="1041" presetID="1" presetClass="entr" presetSubtype="0" fill="hold" grpId="0" nodeType="withEffect">
                                  <p:stCondLst>
                                    <p:cond delay="14180"/>
                                  </p:stCondLst>
                                  <p:childTnLst>
                                    <p:set>
                                      <p:cBhvr>
                                        <p:cTn id="1042" dur="1" fill="hold">
                                          <p:stCondLst>
                                            <p:cond delay="0"/>
                                          </p:stCondLst>
                                        </p:cTn>
                                        <p:tgtEl>
                                          <p:spTgt spid="1257"/>
                                        </p:tgtEl>
                                        <p:attrNameLst>
                                          <p:attrName>style.visibility</p:attrName>
                                        </p:attrNameLst>
                                      </p:cBhvr>
                                      <p:to>
                                        <p:strVal val="visible"/>
                                      </p:to>
                                    </p:set>
                                  </p:childTnLst>
                                </p:cTn>
                              </p:par>
                              <p:par>
                                <p:cTn id="1043" presetID="1" presetClass="exit" presetSubtype="0" fill="hold" grpId="1" nodeType="withEffect">
                                  <p:stCondLst>
                                    <p:cond delay="14211"/>
                                  </p:stCondLst>
                                  <p:childTnLst>
                                    <p:set>
                                      <p:cBhvr>
                                        <p:cTn id="1044" dur="1" fill="hold">
                                          <p:stCondLst>
                                            <p:cond delay="0"/>
                                          </p:stCondLst>
                                        </p:cTn>
                                        <p:tgtEl>
                                          <p:spTgt spid="1257"/>
                                        </p:tgtEl>
                                        <p:attrNameLst>
                                          <p:attrName>style.visibility</p:attrName>
                                        </p:attrNameLst>
                                      </p:cBhvr>
                                      <p:to>
                                        <p:strVal val="hidden"/>
                                      </p:to>
                                    </p:set>
                                  </p:childTnLst>
                                </p:cTn>
                              </p:par>
                              <p:par>
                                <p:cTn id="1045" presetID="1" presetClass="entr" presetSubtype="0" fill="hold" grpId="0" nodeType="withEffect">
                                  <p:stCondLst>
                                    <p:cond delay="14211"/>
                                  </p:stCondLst>
                                  <p:childTnLst>
                                    <p:set>
                                      <p:cBhvr>
                                        <p:cTn id="1046" dur="1" fill="hold">
                                          <p:stCondLst>
                                            <p:cond delay="0"/>
                                          </p:stCondLst>
                                        </p:cTn>
                                        <p:tgtEl>
                                          <p:spTgt spid="1258"/>
                                        </p:tgtEl>
                                        <p:attrNameLst>
                                          <p:attrName>style.visibility</p:attrName>
                                        </p:attrNameLst>
                                      </p:cBhvr>
                                      <p:to>
                                        <p:strVal val="visible"/>
                                      </p:to>
                                    </p:set>
                                  </p:childTnLst>
                                </p:cTn>
                              </p:par>
                              <p:par>
                                <p:cTn id="1047" presetID="1" presetClass="exit" presetSubtype="0" fill="hold" grpId="1" nodeType="withEffect">
                                  <p:stCondLst>
                                    <p:cond delay="14250"/>
                                  </p:stCondLst>
                                  <p:childTnLst>
                                    <p:set>
                                      <p:cBhvr>
                                        <p:cTn id="1048" dur="1" fill="hold">
                                          <p:stCondLst>
                                            <p:cond delay="0"/>
                                          </p:stCondLst>
                                        </p:cTn>
                                        <p:tgtEl>
                                          <p:spTgt spid="1258"/>
                                        </p:tgtEl>
                                        <p:attrNameLst>
                                          <p:attrName>style.visibility</p:attrName>
                                        </p:attrNameLst>
                                      </p:cBhvr>
                                      <p:to>
                                        <p:strVal val="hidden"/>
                                      </p:to>
                                    </p:set>
                                  </p:childTnLst>
                                </p:cTn>
                              </p:par>
                              <p:par>
                                <p:cTn id="1049" presetID="1" presetClass="entr" presetSubtype="0" fill="hold" grpId="0" nodeType="withEffect">
                                  <p:stCondLst>
                                    <p:cond delay="14250"/>
                                  </p:stCondLst>
                                  <p:childTnLst>
                                    <p:set>
                                      <p:cBhvr>
                                        <p:cTn id="1050" dur="1" fill="hold">
                                          <p:stCondLst>
                                            <p:cond delay="0"/>
                                          </p:stCondLst>
                                        </p:cTn>
                                        <p:tgtEl>
                                          <p:spTgt spid="1259"/>
                                        </p:tgtEl>
                                        <p:attrNameLst>
                                          <p:attrName>style.visibility</p:attrName>
                                        </p:attrNameLst>
                                      </p:cBhvr>
                                      <p:to>
                                        <p:strVal val="visible"/>
                                      </p:to>
                                    </p:set>
                                  </p:childTnLst>
                                </p:cTn>
                              </p:par>
                              <p:par>
                                <p:cTn id="1051" presetID="1" presetClass="exit" presetSubtype="0" fill="hold" grpId="1" nodeType="withEffect">
                                  <p:stCondLst>
                                    <p:cond delay="14278"/>
                                  </p:stCondLst>
                                  <p:childTnLst>
                                    <p:set>
                                      <p:cBhvr>
                                        <p:cTn id="1052" dur="1" fill="hold">
                                          <p:stCondLst>
                                            <p:cond delay="0"/>
                                          </p:stCondLst>
                                        </p:cTn>
                                        <p:tgtEl>
                                          <p:spTgt spid="1259"/>
                                        </p:tgtEl>
                                        <p:attrNameLst>
                                          <p:attrName>style.visibility</p:attrName>
                                        </p:attrNameLst>
                                      </p:cBhvr>
                                      <p:to>
                                        <p:strVal val="hidden"/>
                                      </p:to>
                                    </p:set>
                                  </p:childTnLst>
                                </p:cTn>
                              </p:par>
                              <p:par>
                                <p:cTn id="1053" presetID="1" presetClass="entr" presetSubtype="0" fill="hold" grpId="0" nodeType="withEffect">
                                  <p:stCondLst>
                                    <p:cond delay="14278"/>
                                  </p:stCondLst>
                                  <p:childTnLst>
                                    <p:set>
                                      <p:cBhvr>
                                        <p:cTn id="1054" dur="1" fill="hold">
                                          <p:stCondLst>
                                            <p:cond delay="0"/>
                                          </p:stCondLst>
                                        </p:cTn>
                                        <p:tgtEl>
                                          <p:spTgt spid="95"/>
                                        </p:tgtEl>
                                        <p:attrNameLst>
                                          <p:attrName>style.visibility</p:attrName>
                                        </p:attrNameLst>
                                      </p:cBhvr>
                                      <p:to>
                                        <p:strVal val="visible"/>
                                      </p:to>
                                    </p:set>
                                  </p:childTnLst>
                                </p:cTn>
                              </p:par>
                              <p:par>
                                <p:cTn id="1055" presetID="1" presetClass="entr" presetSubtype="0" fill="hold" grpId="0" nodeType="withEffect">
                                  <p:stCondLst>
                                    <p:cond delay="14400"/>
                                  </p:stCondLst>
                                  <p:childTnLst>
                                    <p:set>
                                      <p:cBhvr>
                                        <p:cTn id="1056" dur="1" fill="hold">
                                          <p:stCondLst>
                                            <p:cond delay="0"/>
                                          </p:stCondLst>
                                        </p:cTn>
                                        <p:tgtEl>
                                          <p:spTgt spid="1260"/>
                                        </p:tgtEl>
                                        <p:attrNameLst>
                                          <p:attrName>style.visibility</p:attrName>
                                        </p:attrNameLst>
                                      </p:cBhvr>
                                      <p:to>
                                        <p:strVal val="visible"/>
                                      </p:to>
                                    </p:set>
                                  </p:childTnLst>
                                </p:cTn>
                              </p:par>
                              <p:par>
                                <p:cTn id="1057" presetID="1" presetClass="exit" presetSubtype="0" fill="hold" grpId="1" nodeType="withEffect">
                                  <p:stCondLst>
                                    <p:cond delay="14421"/>
                                  </p:stCondLst>
                                  <p:childTnLst>
                                    <p:set>
                                      <p:cBhvr>
                                        <p:cTn id="1058" dur="1" fill="hold">
                                          <p:stCondLst>
                                            <p:cond delay="0"/>
                                          </p:stCondLst>
                                        </p:cTn>
                                        <p:tgtEl>
                                          <p:spTgt spid="1260"/>
                                        </p:tgtEl>
                                        <p:attrNameLst>
                                          <p:attrName>style.visibility</p:attrName>
                                        </p:attrNameLst>
                                      </p:cBhvr>
                                      <p:to>
                                        <p:strVal val="hidden"/>
                                      </p:to>
                                    </p:set>
                                  </p:childTnLst>
                                </p:cTn>
                              </p:par>
                              <p:par>
                                <p:cTn id="1059" presetID="1" presetClass="entr" presetSubtype="0" fill="hold" grpId="0" nodeType="withEffect">
                                  <p:stCondLst>
                                    <p:cond delay="14421"/>
                                  </p:stCondLst>
                                  <p:childTnLst>
                                    <p:set>
                                      <p:cBhvr>
                                        <p:cTn id="1060" dur="1" fill="hold">
                                          <p:stCondLst>
                                            <p:cond delay="0"/>
                                          </p:stCondLst>
                                        </p:cTn>
                                        <p:tgtEl>
                                          <p:spTgt spid="1261"/>
                                        </p:tgtEl>
                                        <p:attrNameLst>
                                          <p:attrName>style.visibility</p:attrName>
                                        </p:attrNameLst>
                                      </p:cBhvr>
                                      <p:to>
                                        <p:strVal val="visible"/>
                                      </p:to>
                                    </p:set>
                                  </p:childTnLst>
                                </p:cTn>
                              </p:par>
                              <p:par>
                                <p:cTn id="1061" presetID="1" presetClass="exit" presetSubtype="0" fill="hold" grpId="1" nodeType="withEffect">
                                  <p:stCondLst>
                                    <p:cond delay="14448"/>
                                  </p:stCondLst>
                                  <p:childTnLst>
                                    <p:set>
                                      <p:cBhvr>
                                        <p:cTn id="1062" dur="1" fill="hold">
                                          <p:stCondLst>
                                            <p:cond delay="0"/>
                                          </p:stCondLst>
                                        </p:cTn>
                                        <p:tgtEl>
                                          <p:spTgt spid="1261"/>
                                        </p:tgtEl>
                                        <p:attrNameLst>
                                          <p:attrName>style.visibility</p:attrName>
                                        </p:attrNameLst>
                                      </p:cBhvr>
                                      <p:to>
                                        <p:strVal val="hidden"/>
                                      </p:to>
                                    </p:set>
                                  </p:childTnLst>
                                </p:cTn>
                              </p:par>
                              <p:par>
                                <p:cTn id="1063" presetID="1" presetClass="entr" presetSubtype="0" fill="hold" grpId="0" nodeType="withEffect">
                                  <p:stCondLst>
                                    <p:cond delay="14448"/>
                                  </p:stCondLst>
                                  <p:childTnLst>
                                    <p:set>
                                      <p:cBhvr>
                                        <p:cTn id="1064" dur="1" fill="hold">
                                          <p:stCondLst>
                                            <p:cond delay="0"/>
                                          </p:stCondLst>
                                        </p:cTn>
                                        <p:tgtEl>
                                          <p:spTgt spid="1262"/>
                                        </p:tgtEl>
                                        <p:attrNameLst>
                                          <p:attrName>style.visibility</p:attrName>
                                        </p:attrNameLst>
                                      </p:cBhvr>
                                      <p:to>
                                        <p:strVal val="visible"/>
                                      </p:to>
                                    </p:set>
                                  </p:childTnLst>
                                </p:cTn>
                              </p:par>
                              <p:par>
                                <p:cTn id="1065" presetID="1" presetClass="exit" presetSubtype="0" fill="hold" grpId="1" nodeType="withEffect">
                                  <p:stCondLst>
                                    <p:cond delay="14481"/>
                                  </p:stCondLst>
                                  <p:childTnLst>
                                    <p:set>
                                      <p:cBhvr>
                                        <p:cTn id="1066" dur="1" fill="hold">
                                          <p:stCondLst>
                                            <p:cond delay="0"/>
                                          </p:stCondLst>
                                        </p:cTn>
                                        <p:tgtEl>
                                          <p:spTgt spid="1262"/>
                                        </p:tgtEl>
                                        <p:attrNameLst>
                                          <p:attrName>style.visibility</p:attrName>
                                        </p:attrNameLst>
                                      </p:cBhvr>
                                      <p:to>
                                        <p:strVal val="hidden"/>
                                      </p:to>
                                    </p:set>
                                  </p:childTnLst>
                                </p:cTn>
                              </p:par>
                              <p:par>
                                <p:cTn id="1067" presetID="1" presetClass="entr" presetSubtype="0" fill="hold" grpId="0" nodeType="withEffect">
                                  <p:stCondLst>
                                    <p:cond delay="14481"/>
                                  </p:stCondLst>
                                  <p:childTnLst>
                                    <p:set>
                                      <p:cBhvr>
                                        <p:cTn id="1068" dur="1" fill="hold">
                                          <p:stCondLst>
                                            <p:cond delay="0"/>
                                          </p:stCondLst>
                                        </p:cTn>
                                        <p:tgtEl>
                                          <p:spTgt spid="1263"/>
                                        </p:tgtEl>
                                        <p:attrNameLst>
                                          <p:attrName>style.visibility</p:attrName>
                                        </p:attrNameLst>
                                      </p:cBhvr>
                                      <p:to>
                                        <p:strVal val="visible"/>
                                      </p:to>
                                    </p:set>
                                  </p:childTnLst>
                                </p:cTn>
                              </p:par>
                              <p:par>
                                <p:cTn id="1069" presetID="1" presetClass="exit" presetSubtype="0" fill="hold" grpId="1" nodeType="withEffect">
                                  <p:stCondLst>
                                    <p:cond delay="14505"/>
                                  </p:stCondLst>
                                  <p:childTnLst>
                                    <p:set>
                                      <p:cBhvr>
                                        <p:cTn id="1070" dur="1" fill="hold">
                                          <p:stCondLst>
                                            <p:cond delay="0"/>
                                          </p:stCondLst>
                                        </p:cTn>
                                        <p:tgtEl>
                                          <p:spTgt spid="1263"/>
                                        </p:tgtEl>
                                        <p:attrNameLst>
                                          <p:attrName>style.visibility</p:attrName>
                                        </p:attrNameLst>
                                      </p:cBhvr>
                                      <p:to>
                                        <p:strVal val="hidden"/>
                                      </p:to>
                                    </p:set>
                                  </p:childTnLst>
                                </p:cTn>
                              </p:par>
                              <p:par>
                                <p:cTn id="1071" presetID="1" presetClass="entr" presetSubtype="0" fill="hold" grpId="0" nodeType="withEffect">
                                  <p:stCondLst>
                                    <p:cond delay="14505"/>
                                  </p:stCondLst>
                                  <p:childTnLst>
                                    <p:set>
                                      <p:cBhvr>
                                        <p:cTn id="1072" dur="1" fill="hold">
                                          <p:stCondLst>
                                            <p:cond delay="0"/>
                                          </p:stCondLst>
                                        </p:cTn>
                                        <p:tgtEl>
                                          <p:spTgt spid="1264"/>
                                        </p:tgtEl>
                                        <p:attrNameLst>
                                          <p:attrName>style.visibility</p:attrName>
                                        </p:attrNameLst>
                                      </p:cBhvr>
                                      <p:to>
                                        <p:strVal val="visible"/>
                                      </p:to>
                                    </p:set>
                                  </p:childTnLst>
                                </p:cTn>
                              </p:par>
                              <p:par>
                                <p:cTn id="1073" presetID="1" presetClass="exit" presetSubtype="0" fill="hold" grpId="1" nodeType="withEffect">
                                  <p:stCondLst>
                                    <p:cond delay="14534"/>
                                  </p:stCondLst>
                                  <p:childTnLst>
                                    <p:set>
                                      <p:cBhvr>
                                        <p:cTn id="1074" dur="1" fill="hold">
                                          <p:stCondLst>
                                            <p:cond delay="0"/>
                                          </p:stCondLst>
                                        </p:cTn>
                                        <p:tgtEl>
                                          <p:spTgt spid="1264"/>
                                        </p:tgtEl>
                                        <p:attrNameLst>
                                          <p:attrName>style.visibility</p:attrName>
                                        </p:attrNameLst>
                                      </p:cBhvr>
                                      <p:to>
                                        <p:strVal val="hidden"/>
                                      </p:to>
                                    </p:set>
                                  </p:childTnLst>
                                </p:cTn>
                              </p:par>
                              <p:par>
                                <p:cTn id="1075" presetID="1" presetClass="entr" presetSubtype="0" fill="hold" grpId="0" nodeType="withEffect">
                                  <p:stCondLst>
                                    <p:cond delay="14534"/>
                                  </p:stCondLst>
                                  <p:childTnLst>
                                    <p:set>
                                      <p:cBhvr>
                                        <p:cTn id="1076" dur="1" fill="hold">
                                          <p:stCondLst>
                                            <p:cond delay="0"/>
                                          </p:stCondLst>
                                        </p:cTn>
                                        <p:tgtEl>
                                          <p:spTgt spid="1265"/>
                                        </p:tgtEl>
                                        <p:attrNameLst>
                                          <p:attrName>style.visibility</p:attrName>
                                        </p:attrNameLst>
                                      </p:cBhvr>
                                      <p:to>
                                        <p:strVal val="visible"/>
                                      </p:to>
                                    </p:set>
                                  </p:childTnLst>
                                </p:cTn>
                              </p:par>
                              <p:par>
                                <p:cTn id="1077" presetID="1" presetClass="exit" presetSubtype="0" fill="hold" grpId="1" nodeType="withEffect">
                                  <p:stCondLst>
                                    <p:cond delay="14555"/>
                                  </p:stCondLst>
                                  <p:childTnLst>
                                    <p:set>
                                      <p:cBhvr>
                                        <p:cTn id="1078" dur="1" fill="hold">
                                          <p:stCondLst>
                                            <p:cond delay="0"/>
                                          </p:stCondLst>
                                        </p:cTn>
                                        <p:tgtEl>
                                          <p:spTgt spid="1265"/>
                                        </p:tgtEl>
                                        <p:attrNameLst>
                                          <p:attrName>style.visibility</p:attrName>
                                        </p:attrNameLst>
                                      </p:cBhvr>
                                      <p:to>
                                        <p:strVal val="hidden"/>
                                      </p:to>
                                    </p:set>
                                  </p:childTnLst>
                                </p:cTn>
                              </p:par>
                              <p:par>
                                <p:cTn id="1079" presetID="1" presetClass="entr" presetSubtype="0" fill="hold" grpId="0" nodeType="withEffect">
                                  <p:stCondLst>
                                    <p:cond delay="14555"/>
                                  </p:stCondLst>
                                  <p:childTnLst>
                                    <p:set>
                                      <p:cBhvr>
                                        <p:cTn id="1080" dur="1" fill="hold">
                                          <p:stCondLst>
                                            <p:cond delay="0"/>
                                          </p:stCondLst>
                                        </p:cTn>
                                        <p:tgtEl>
                                          <p:spTgt spid="1266"/>
                                        </p:tgtEl>
                                        <p:attrNameLst>
                                          <p:attrName>style.visibility</p:attrName>
                                        </p:attrNameLst>
                                      </p:cBhvr>
                                      <p:to>
                                        <p:strVal val="visible"/>
                                      </p:to>
                                    </p:set>
                                  </p:childTnLst>
                                </p:cTn>
                              </p:par>
                              <p:par>
                                <p:cTn id="1081" presetID="1" presetClass="exit" presetSubtype="0" fill="hold" grpId="1" nodeType="withEffect">
                                  <p:stCondLst>
                                    <p:cond delay="14582"/>
                                  </p:stCondLst>
                                  <p:childTnLst>
                                    <p:set>
                                      <p:cBhvr>
                                        <p:cTn id="1082" dur="1" fill="hold">
                                          <p:stCondLst>
                                            <p:cond delay="0"/>
                                          </p:stCondLst>
                                        </p:cTn>
                                        <p:tgtEl>
                                          <p:spTgt spid="1266"/>
                                        </p:tgtEl>
                                        <p:attrNameLst>
                                          <p:attrName>style.visibility</p:attrName>
                                        </p:attrNameLst>
                                      </p:cBhvr>
                                      <p:to>
                                        <p:strVal val="hidden"/>
                                      </p:to>
                                    </p:set>
                                  </p:childTnLst>
                                </p:cTn>
                              </p:par>
                              <p:par>
                                <p:cTn id="1083" presetID="1" presetClass="entr" presetSubtype="0" fill="hold" grpId="0" nodeType="withEffect">
                                  <p:stCondLst>
                                    <p:cond delay="14582"/>
                                  </p:stCondLst>
                                  <p:childTnLst>
                                    <p:set>
                                      <p:cBhvr>
                                        <p:cTn id="1084" dur="1" fill="hold">
                                          <p:stCondLst>
                                            <p:cond delay="0"/>
                                          </p:stCondLst>
                                        </p:cTn>
                                        <p:tgtEl>
                                          <p:spTgt spid="1267"/>
                                        </p:tgtEl>
                                        <p:attrNameLst>
                                          <p:attrName>style.visibility</p:attrName>
                                        </p:attrNameLst>
                                      </p:cBhvr>
                                      <p:to>
                                        <p:strVal val="visible"/>
                                      </p:to>
                                    </p:set>
                                  </p:childTnLst>
                                </p:cTn>
                              </p:par>
                              <p:par>
                                <p:cTn id="1085" presetID="1" presetClass="exit" presetSubtype="0" fill="hold" grpId="1" nodeType="withEffect">
                                  <p:stCondLst>
                                    <p:cond delay="14615"/>
                                  </p:stCondLst>
                                  <p:childTnLst>
                                    <p:set>
                                      <p:cBhvr>
                                        <p:cTn id="1086" dur="1" fill="hold">
                                          <p:stCondLst>
                                            <p:cond delay="0"/>
                                          </p:stCondLst>
                                        </p:cTn>
                                        <p:tgtEl>
                                          <p:spTgt spid="1267"/>
                                        </p:tgtEl>
                                        <p:attrNameLst>
                                          <p:attrName>style.visibility</p:attrName>
                                        </p:attrNameLst>
                                      </p:cBhvr>
                                      <p:to>
                                        <p:strVal val="hidden"/>
                                      </p:to>
                                    </p:set>
                                  </p:childTnLst>
                                </p:cTn>
                              </p:par>
                              <p:par>
                                <p:cTn id="1087" presetID="1" presetClass="entr" presetSubtype="0" fill="hold" grpId="0" nodeType="withEffect">
                                  <p:stCondLst>
                                    <p:cond delay="14615"/>
                                  </p:stCondLst>
                                  <p:childTnLst>
                                    <p:set>
                                      <p:cBhvr>
                                        <p:cTn id="1088" dur="1" fill="hold">
                                          <p:stCondLst>
                                            <p:cond delay="0"/>
                                          </p:stCondLst>
                                        </p:cTn>
                                        <p:tgtEl>
                                          <p:spTgt spid="1268"/>
                                        </p:tgtEl>
                                        <p:attrNameLst>
                                          <p:attrName>style.visibility</p:attrName>
                                        </p:attrNameLst>
                                      </p:cBhvr>
                                      <p:to>
                                        <p:strVal val="visible"/>
                                      </p:to>
                                    </p:set>
                                  </p:childTnLst>
                                </p:cTn>
                              </p:par>
                              <p:par>
                                <p:cTn id="1089" presetID="1" presetClass="exit" presetSubtype="0" fill="hold" grpId="1" nodeType="withEffect">
                                  <p:stCondLst>
                                    <p:cond delay="14639"/>
                                  </p:stCondLst>
                                  <p:childTnLst>
                                    <p:set>
                                      <p:cBhvr>
                                        <p:cTn id="1090" dur="1" fill="hold">
                                          <p:stCondLst>
                                            <p:cond delay="0"/>
                                          </p:stCondLst>
                                        </p:cTn>
                                        <p:tgtEl>
                                          <p:spTgt spid="1268"/>
                                        </p:tgtEl>
                                        <p:attrNameLst>
                                          <p:attrName>style.visibility</p:attrName>
                                        </p:attrNameLst>
                                      </p:cBhvr>
                                      <p:to>
                                        <p:strVal val="hidden"/>
                                      </p:to>
                                    </p:set>
                                  </p:childTnLst>
                                </p:cTn>
                              </p:par>
                              <p:par>
                                <p:cTn id="1091" presetID="1" presetClass="entr" presetSubtype="0" fill="hold" grpId="0" nodeType="withEffect">
                                  <p:stCondLst>
                                    <p:cond delay="14639"/>
                                  </p:stCondLst>
                                  <p:childTnLst>
                                    <p:set>
                                      <p:cBhvr>
                                        <p:cTn id="1092" dur="1" fill="hold">
                                          <p:stCondLst>
                                            <p:cond delay="0"/>
                                          </p:stCondLst>
                                        </p:cTn>
                                        <p:tgtEl>
                                          <p:spTgt spid="1269"/>
                                        </p:tgtEl>
                                        <p:attrNameLst>
                                          <p:attrName>style.visibility</p:attrName>
                                        </p:attrNameLst>
                                      </p:cBhvr>
                                      <p:to>
                                        <p:strVal val="visible"/>
                                      </p:to>
                                    </p:set>
                                  </p:childTnLst>
                                </p:cTn>
                              </p:par>
                              <p:par>
                                <p:cTn id="1093" presetID="1" presetClass="exit" presetSubtype="0" fill="hold" grpId="1" nodeType="withEffect">
                                  <p:stCondLst>
                                    <p:cond delay="14669"/>
                                  </p:stCondLst>
                                  <p:childTnLst>
                                    <p:set>
                                      <p:cBhvr>
                                        <p:cTn id="1094" dur="1" fill="hold">
                                          <p:stCondLst>
                                            <p:cond delay="0"/>
                                          </p:stCondLst>
                                        </p:cTn>
                                        <p:tgtEl>
                                          <p:spTgt spid="1269"/>
                                        </p:tgtEl>
                                        <p:attrNameLst>
                                          <p:attrName>style.visibility</p:attrName>
                                        </p:attrNameLst>
                                      </p:cBhvr>
                                      <p:to>
                                        <p:strVal val="hidden"/>
                                      </p:to>
                                    </p:set>
                                  </p:childTnLst>
                                </p:cTn>
                              </p:par>
                              <p:par>
                                <p:cTn id="1095" presetID="1" presetClass="entr" presetSubtype="0" fill="hold" grpId="0" nodeType="withEffect">
                                  <p:stCondLst>
                                    <p:cond delay="14669"/>
                                  </p:stCondLst>
                                  <p:childTnLst>
                                    <p:set>
                                      <p:cBhvr>
                                        <p:cTn id="1096" dur="1" fill="hold">
                                          <p:stCondLst>
                                            <p:cond delay="0"/>
                                          </p:stCondLst>
                                        </p:cTn>
                                        <p:tgtEl>
                                          <p:spTgt spid="1270"/>
                                        </p:tgtEl>
                                        <p:attrNameLst>
                                          <p:attrName>style.visibility</p:attrName>
                                        </p:attrNameLst>
                                      </p:cBhvr>
                                      <p:to>
                                        <p:strVal val="visible"/>
                                      </p:to>
                                    </p:set>
                                  </p:childTnLst>
                                </p:cTn>
                              </p:par>
                              <p:par>
                                <p:cTn id="1097" presetID="1" presetClass="exit" presetSubtype="0" fill="hold" grpId="1" nodeType="withEffect">
                                  <p:stCondLst>
                                    <p:cond delay="14690"/>
                                  </p:stCondLst>
                                  <p:childTnLst>
                                    <p:set>
                                      <p:cBhvr>
                                        <p:cTn id="1098" dur="1" fill="hold">
                                          <p:stCondLst>
                                            <p:cond delay="0"/>
                                          </p:stCondLst>
                                        </p:cTn>
                                        <p:tgtEl>
                                          <p:spTgt spid="1270"/>
                                        </p:tgtEl>
                                        <p:attrNameLst>
                                          <p:attrName>style.visibility</p:attrName>
                                        </p:attrNameLst>
                                      </p:cBhvr>
                                      <p:to>
                                        <p:strVal val="hidden"/>
                                      </p:to>
                                    </p:set>
                                  </p:childTnLst>
                                </p:cTn>
                              </p:par>
                              <p:par>
                                <p:cTn id="1099" presetID="1" presetClass="entr" presetSubtype="0" fill="hold" grpId="0" nodeType="withEffect">
                                  <p:stCondLst>
                                    <p:cond delay="14690"/>
                                  </p:stCondLst>
                                  <p:childTnLst>
                                    <p:set>
                                      <p:cBhvr>
                                        <p:cTn id="1100" dur="1" fill="hold">
                                          <p:stCondLst>
                                            <p:cond delay="0"/>
                                          </p:stCondLst>
                                        </p:cTn>
                                        <p:tgtEl>
                                          <p:spTgt spid="1271"/>
                                        </p:tgtEl>
                                        <p:attrNameLst>
                                          <p:attrName>style.visibility</p:attrName>
                                        </p:attrNameLst>
                                      </p:cBhvr>
                                      <p:to>
                                        <p:strVal val="visible"/>
                                      </p:to>
                                    </p:set>
                                  </p:childTnLst>
                                </p:cTn>
                              </p:par>
                              <p:par>
                                <p:cTn id="1101" presetID="1" presetClass="exit" presetSubtype="0" fill="hold" grpId="1" nodeType="withEffect">
                                  <p:stCondLst>
                                    <p:cond delay="14717"/>
                                  </p:stCondLst>
                                  <p:childTnLst>
                                    <p:set>
                                      <p:cBhvr>
                                        <p:cTn id="1102" dur="1" fill="hold">
                                          <p:stCondLst>
                                            <p:cond delay="0"/>
                                          </p:stCondLst>
                                        </p:cTn>
                                        <p:tgtEl>
                                          <p:spTgt spid="1271"/>
                                        </p:tgtEl>
                                        <p:attrNameLst>
                                          <p:attrName>style.visibility</p:attrName>
                                        </p:attrNameLst>
                                      </p:cBhvr>
                                      <p:to>
                                        <p:strVal val="hidden"/>
                                      </p:to>
                                    </p:set>
                                  </p:childTnLst>
                                </p:cTn>
                              </p:par>
                              <p:par>
                                <p:cTn id="1103" presetID="1" presetClass="entr" presetSubtype="0" fill="hold" grpId="0" nodeType="withEffect">
                                  <p:stCondLst>
                                    <p:cond delay="14717"/>
                                  </p:stCondLst>
                                  <p:childTnLst>
                                    <p:set>
                                      <p:cBhvr>
                                        <p:cTn id="1104" dur="1" fill="hold">
                                          <p:stCondLst>
                                            <p:cond delay="0"/>
                                          </p:stCondLst>
                                        </p:cTn>
                                        <p:tgtEl>
                                          <p:spTgt spid="1272"/>
                                        </p:tgtEl>
                                        <p:attrNameLst>
                                          <p:attrName>style.visibility</p:attrName>
                                        </p:attrNameLst>
                                      </p:cBhvr>
                                      <p:to>
                                        <p:strVal val="visible"/>
                                      </p:to>
                                    </p:set>
                                  </p:childTnLst>
                                </p:cTn>
                              </p:par>
                              <p:par>
                                <p:cTn id="1105" presetID="1" presetClass="exit" presetSubtype="0" fill="hold" grpId="1" nodeType="withEffect">
                                  <p:stCondLst>
                                    <p:cond delay="14750"/>
                                  </p:stCondLst>
                                  <p:childTnLst>
                                    <p:set>
                                      <p:cBhvr>
                                        <p:cTn id="1106" dur="1" fill="hold">
                                          <p:stCondLst>
                                            <p:cond delay="0"/>
                                          </p:stCondLst>
                                        </p:cTn>
                                        <p:tgtEl>
                                          <p:spTgt spid="1272"/>
                                        </p:tgtEl>
                                        <p:attrNameLst>
                                          <p:attrName>style.visibility</p:attrName>
                                        </p:attrNameLst>
                                      </p:cBhvr>
                                      <p:to>
                                        <p:strVal val="hidden"/>
                                      </p:to>
                                    </p:set>
                                  </p:childTnLst>
                                </p:cTn>
                              </p:par>
                              <p:par>
                                <p:cTn id="1107" presetID="1" presetClass="entr" presetSubtype="0" fill="hold" grpId="0" nodeType="withEffect">
                                  <p:stCondLst>
                                    <p:cond delay="14750"/>
                                  </p:stCondLst>
                                  <p:childTnLst>
                                    <p:set>
                                      <p:cBhvr>
                                        <p:cTn id="1108" dur="1" fill="hold">
                                          <p:stCondLst>
                                            <p:cond delay="0"/>
                                          </p:stCondLst>
                                        </p:cTn>
                                        <p:tgtEl>
                                          <p:spTgt spid="1273"/>
                                        </p:tgtEl>
                                        <p:attrNameLst>
                                          <p:attrName>style.visibility</p:attrName>
                                        </p:attrNameLst>
                                      </p:cBhvr>
                                      <p:to>
                                        <p:strVal val="visible"/>
                                      </p:to>
                                    </p:set>
                                  </p:childTnLst>
                                </p:cTn>
                              </p:par>
                              <p:par>
                                <p:cTn id="1109" presetID="1" presetClass="exit" presetSubtype="0" fill="hold" grpId="1" nodeType="withEffect">
                                  <p:stCondLst>
                                    <p:cond delay="14778"/>
                                  </p:stCondLst>
                                  <p:childTnLst>
                                    <p:set>
                                      <p:cBhvr>
                                        <p:cTn id="1110" dur="1" fill="hold">
                                          <p:stCondLst>
                                            <p:cond delay="0"/>
                                          </p:stCondLst>
                                        </p:cTn>
                                        <p:tgtEl>
                                          <p:spTgt spid="1273"/>
                                        </p:tgtEl>
                                        <p:attrNameLst>
                                          <p:attrName>style.visibility</p:attrName>
                                        </p:attrNameLst>
                                      </p:cBhvr>
                                      <p:to>
                                        <p:strVal val="hidden"/>
                                      </p:to>
                                    </p:set>
                                  </p:childTnLst>
                                </p:cTn>
                              </p:par>
                              <p:par>
                                <p:cTn id="1111" presetID="1" presetClass="entr" presetSubtype="0" fill="hold" grpId="0" nodeType="withEffect">
                                  <p:stCondLst>
                                    <p:cond delay="14778"/>
                                  </p:stCondLst>
                                  <p:childTnLst>
                                    <p:set>
                                      <p:cBhvr>
                                        <p:cTn id="1112" dur="1" fill="hold">
                                          <p:stCondLst>
                                            <p:cond delay="0"/>
                                          </p:stCondLst>
                                        </p:cTn>
                                        <p:tgtEl>
                                          <p:spTgt spid="1274"/>
                                        </p:tgtEl>
                                        <p:attrNameLst>
                                          <p:attrName>style.visibility</p:attrName>
                                        </p:attrNameLst>
                                      </p:cBhvr>
                                      <p:to>
                                        <p:strVal val="visible"/>
                                      </p:to>
                                    </p:set>
                                  </p:childTnLst>
                                </p:cTn>
                              </p:par>
                              <p:par>
                                <p:cTn id="1113" presetID="1" presetClass="exit" presetSubtype="0" fill="hold" grpId="1" nodeType="withEffect">
                                  <p:stCondLst>
                                    <p:cond delay="14808"/>
                                  </p:stCondLst>
                                  <p:childTnLst>
                                    <p:set>
                                      <p:cBhvr>
                                        <p:cTn id="1114" dur="1" fill="hold">
                                          <p:stCondLst>
                                            <p:cond delay="0"/>
                                          </p:stCondLst>
                                        </p:cTn>
                                        <p:tgtEl>
                                          <p:spTgt spid="1274"/>
                                        </p:tgtEl>
                                        <p:attrNameLst>
                                          <p:attrName>style.visibility</p:attrName>
                                        </p:attrNameLst>
                                      </p:cBhvr>
                                      <p:to>
                                        <p:strVal val="hidden"/>
                                      </p:to>
                                    </p:set>
                                  </p:childTnLst>
                                </p:cTn>
                              </p:par>
                              <p:par>
                                <p:cTn id="1115" presetID="1" presetClass="entr" presetSubtype="0" fill="hold" grpId="0" nodeType="withEffect">
                                  <p:stCondLst>
                                    <p:cond delay="14808"/>
                                  </p:stCondLst>
                                  <p:childTnLst>
                                    <p:set>
                                      <p:cBhvr>
                                        <p:cTn id="1116" dur="1" fill="hold">
                                          <p:stCondLst>
                                            <p:cond delay="0"/>
                                          </p:stCondLst>
                                        </p:cTn>
                                        <p:tgtEl>
                                          <p:spTgt spid="1275"/>
                                        </p:tgtEl>
                                        <p:attrNameLst>
                                          <p:attrName>style.visibility</p:attrName>
                                        </p:attrNameLst>
                                      </p:cBhvr>
                                      <p:to>
                                        <p:strVal val="visible"/>
                                      </p:to>
                                    </p:set>
                                  </p:childTnLst>
                                </p:cTn>
                              </p:par>
                              <p:par>
                                <p:cTn id="1117" presetID="1" presetClass="exit" presetSubtype="0" fill="hold" grpId="1" nodeType="withEffect">
                                  <p:stCondLst>
                                    <p:cond delay="14829"/>
                                  </p:stCondLst>
                                  <p:childTnLst>
                                    <p:set>
                                      <p:cBhvr>
                                        <p:cTn id="1118" dur="1" fill="hold">
                                          <p:stCondLst>
                                            <p:cond delay="0"/>
                                          </p:stCondLst>
                                        </p:cTn>
                                        <p:tgtEl>
                                          <p:spTgt spid="1275"/>
                                        </p:tgtEl>
                                        <p:attrNameLst>
                                          <p:attrName>style.visibility</p:attrName>
                                        </p:attrNameLst>
                                      </p:cBhvr>
                                      <p:to>
                                        <p:strVal val="hidden"/>
                                      </p:to>
                                    </p:set>
                                  </p:childTnLst>
                                </p:cTn>
                              </p:par>
                              <p:par>
                                <p:cTn id="1119" presetID="1" presetClass="entr" presetSubtype="0" fill="hold" grpId="0" nodeType="withEffect">
                                  <p:stCondLst>
                                    <p:cond delay="14829"/>
                                  </p:stCondLst>
                                  <p:childTnLst>
                                    <p:set>
                                      <p:cBhvr>
                                        <p:cTn id="1120" dur="1" fill="hold">
                                          <p:stCondLst>
                                            <p:cond delay="0"/>
                                          </p:stCondLst>
                                        </p:cTn>
                                        <p:tgtEl>
                                          <p:spTgt spid="1276"/>
                                        </p:tgtEl>
                                        <p:attrNameLst>
                                          <p:attrName>style.visibility</p:attrName>
                                        </p:attrNameLst>
                                      </p:cBhvr>
                                      <p:to>
                                        <p:strVal val="visible"/>
                                      </p:to>
                                    </p:set>
                                  </p:childTnLst>
                                </p:cTn>
                              </p:par>
                              <p:par>
                                <p:cTn id="1121" presetID="1" presetClass="exit" presetSubtype="0" fill="hold" grpId="1" nodeType="withEffect">
                                  <p:stCondLst>
                                    <p:cond delay="14856"/>
                                  </p:stCondLst>
                                  <p:childTnLst>
                                    <p:set>
                                      <p:cBhvr>
                                        <p:cTn id="1122" dur="1" fill="hold">
                                          <p:stCondLst>
                                            <p:cond delay="0"/>
                                          </p:stCondLst>
                                        </p:cTn>
                                        <p:tgtEl>
                                          <p:spTgt spid="1276"/>
                                        </p:tgtEl>
                                        <p:attrNameLst>
                                          <p:attrName>style.visibility</p:attrName>
                                        </p:attrNameLst>
                                      </p:cBhvr>
                                      <p:to>
                                        <p:strVal val="hidden"/>
                                      </p:to>
                                    </p:set>
                                  </p:childTnLst>
                                </p:cTn>
                              </p:par>
                              <p:par>
                                <p:cTn id="1123" presetID="1" presetClass="entr" presetSubtype="0" fill="hold" grpId="0" nodeType="withEffect">
                                  <p:stCondLst>
                                    <p:cond delay="14856"/>
                                  </p:stCondLst>
                                  <p:childTnLst>
                                    <p:set>
                                      <p:cBhvr>
                                        <p:cTn id="1124" dur="1" fill="hold">
                                          <p:stCondLst>
                                            <p:cond delay="0"/>
                                          </p:stCondLst>
                                        </p:cTn>
                                        <p:tgtEl>
                                          <p:spTgt spid="1277"/>
                                        </p:tgtEl>
                                        <p:attrNameLst>
                                          <p:attrName>style.visibility</p:attrName>
                                        </p:attrNameLst>
                                      </p:cBhvr>
                                      <p:to>
                                        <p:strVal val="visible"/>
                                      </p:to>
                                    </p:set>
                                  </p:childTnLst>
                                </p:cTn>
                              </p:par>
                              <p:par>
                                <p:cTn id="1125" presetID="1" presetClass="exit" presetSubtype="0" fill="hold" grpId="1" nodeType="withEffect">
                                  <p:stCondLst>
                                    <p:cond delay="14885"/>
                                  </p:stCondLst>
                                  <p:childTnLst>
                                    <p:set>
                                      <p:cBhvr>
                                        <p:cTn id="1126" dur="1" fill="hold">
                                          <p:stCondLst>
                                            <p:cond delay="0"/>
                                          </p:stCondLst>
                                        </p:cTn>
                                        <p:tgtEl>
                                          <p:spTgt spid="1277"/>
                                        </p:tgtEl>
                                        <p:attrNameLst>
                                          <p:attrName>style.visibility</p:attrName>
                                        </p:attrNameLst>
                                      </p:cBhvr>
                                      <p:to>
                                        <p:strVal val="hidden"/>
                                      </p:to>
                                    </p:set>
                                  </p:childTnLst>
                                </p:cTn>
                              </p:par>
                              <p:par>
                                <p:cTn id="1127" presetID="1" presetClass="entr" presetSubtype="0" fill="hold" grpId="0" nodeType="withEffect">
                                  <p:stCondLst>
                                    <p:cond delay="14885"/>
                                  </p:stCondLst>
                                  <p:childTnLst>
                                    <p:set>
                                      <p:cBhvr>
                                        <p:cTn id="1128" dur="1" fill="hold">
                                          <p:stCondLst>
                                            <p:cond delay="0"/>
                                          </p:stCondLst>
                                        </p:cTn>
                                        <p:tgtEl>
                                          <p:spTgt spid="1278"/>
                                        </p:tgtEl>
                                        <p:attrNameLst>
                                          <p:attrName>style.visibility</p:attrName>
                                        </p:attrNameLst>
                                      </p:cBhvr>
                                      <p:to>
                                        <p:strVal val="visible"/>
                                      </p:to>
                                    </p:set>
                                  </p:childTnLst>
                                </p:cTn>
                              </p:par>
                              <p:par>
                                <p:cTn id="1129" presetID="1" presetClass="exit" presetSubtype="0" fill="hold" grpId="1" nodeType="withEffect">
                                  <p:stCondLst>
                                    <p:cond delay="14909"/>
                                  </p:stCondLst>
                                  <p:childTnLst>
                                    <p:set>
                                      <p:cBhvr>
                                        <p:cTn id="1130" dur="1" fill="hold">
                                          <p:stCondLst>
                                            <p:cond delay="0"/>
                                          </p:stCondLst>
                                        </p:cTn>
                                        <p:tgtEl>
                                          <p:spTgt spid="1278"/>
                                        </p:tgtEl>
                                        <p:attrNameLst>
                                          <p:attrName>style.visibility</p:attrName>
                                        </p:attrNameLst>
                                      </p:cBhvr>
                                      <p:to>
                                        <p:strVal val="hidden"/>
                                      </p:to>
                                    </p:set>
                                  </p:childTnLst>
                                </p:cTn>
                              </p:par>
                              <p:par>
                                <p:cTn id="1131" presetID="1" presetClass="entr" presetSubtype="0" fill="hold" grpId="0" nodeType="withEffect">
                                  <p:stCondLst>
                                    <p:cond delay="14909"/>
                                  </p:stCondLst>
                                  <p:childTnLst>
                                    <p:set>
                                      <p:cBhvr>
                                        <p:cTn id="1132" dur="1" fill="hold">
                                          <p:stCondLst>
                                            <p:cond delay="0"/>
                                          </p:stCondLst>
                                        </p:cTn>
                                        <p:tgtEl>
                                          <p:spTgt spid="1279"/>
                                        </p:tgtEl>
                                        <p:attrNameLst>
                                          <p:attrName>style.visibility</p:attrName>
                                        </p:attrNameLst>
                                      </p:cBhvr>
                                      <p:to>
                                        <p:strVal val="visible"/>
                                      </p:to>
                                    </p:set>
                                  </p:childTnLst>
                                </p:cTn>
                              </p:par>
                              <p:par>
                                <p:cTn id="1133" presetID="1" presetClass="exit" presetSubtype="0" fill="hold" grpId="1" nodeType="withEffect">
                                  <p:stCondLst>
                                    <p:cond delay="14939"/>
                                  </p:stCondLst>
                                  <p:childTnLst>
                                    <p:set>
                                      <p:cBhvr>
                                        <p:cTn id="1134" dur="1" fill="hold">
                                          <p:stCondLst>
                                            <p:cond delay="0"/>
                                          </p:stCondLst>
                                        </p:cTn>
                                        <p:tgtEl>
                                          <p:spTgt spid="1279"/>
                                        </p:tgtEl>
                                        <p:attrNameLst>
                                          <p:attrName>style.visibility</p:attrName>
                                        </p:attrNameLst>
                                      </p:cBhvr>
                                      <p:to>
                                        <p:strVal val="hidden"/>
                                      </p:to>
                                    </p:set>
                                  </p:childTnLst>
                                </p:cTn>
                              </p:par>
                              <p:par>
                                <p:cTn id="1135" presetID="1" presetClass="entr" presetSubtype="0" fill="hold" grpId="0" nodeType="withEffect">
                                  <p:stCondLst>
                                    <p:cond delay="14939"/>
                                  </p:stCondLst>
                                  <p:childTnLst>
                                    <p:set>
                                      <p:cBhvr>
                                        <p:cTn id="1136" dur="1" fill="hold">
                                          <p:stCondLst>
                                            <p:cond delay="0"/>
                                          </p:stCondLst>
                                        </p:cTn>
                                        <p:tgtEl>
                                          <p:spTgt spid="1280"/>
                                        </p:tgtEl>
                                        <p:attrNameLst>
                                          <p:attrName>style.visibility</p:attrName>
                                        </p:attrNameLst>
                                      </p:cBhvr>
                                      <p:to>
                                        <p:strVal val="visible"/>
                                      </p:to>
                                    </p:set>
                                  </p:childTnLst>
                                </p:cTn>
                              </p:par>
                              <p:par>
                                <p:cTn id="1137" presetID="1" presetClass="exit" presetSubtype="0" fill="hold" grpId="1" nodeType="withEffect">
                                  <p:stCondLst>
                                    <p:cond delay="14960"/>
                                  </p:stCondLst>
                                  <p:childTnLst>
                                    <p:set>
                                      <p:cBhvr>
                                        <p:cTn id="1138" dur="1" fill="hold">
                                          <p:stCondLst>
                                            <p:cond delay="0"/>
                                          </p:stCondLst>
                                        </p:cTn>
                                        <p:tgtEl>
                                          <p:spTgt spid="1280"/>
                                        </p:tgtEl>
                                        <p:attrNameLst>
                                          <p:attrName>style.visibility</p:attrName>
                                        </p:attrNameLst>
                                      </p:cBhvr>
                                      <p:to>
                                        <p:strVal val="hidden"/>
                                      </p:to>
                                    </p:set>
                                  </p:childTnLst>
                                </p:cTn>
                              </p:par>
                              <p:par>
                                <p:cTn id="1139" presetID="1" presetClass="entr" presetSubtype="0" fill="hold" grpId="0" nodeType="withEffect">
                                  <p:stCondLst>
                                    <p:cond delay="14960"/>
                                  </p:stCondLst>
                                  <p:childTnLst>
                                    <p:set>
                                      <p:cBhvr>
                                        <p:cTn id="1140" dur="1" fill="hold">
                                          <p:stCondLst>
                                            <p:cond delay="0"/>
                                          </p:stCondLst>
                                        </p:cTn>
                                        <p:tgtEl>
                                          <p:spTgt spid="1281"/>
                                        </p:tgtEl>
                                        <p:attrNameLst>
                                          <p:attrName>style.visibility</p:attrName>
                                        </p:attrNameLst>
                                      </p:cBhvr>
                                      <p:to>
                                        <p:strVal val="visible"/>
                                      </p:to>
                                    </p:set>
                                  </p:childTnLst>
                                </p:cTn>
                              </p:par>
                              <p:par>
                                <p:cTn id="1141" presetID="1" presetClass="exit" presetSubtype="0" fill="hold" grpId="1" nodeType="withEffect">
                                  <p:stCondLst>
                                    <p:cond delay="14988"/>
                                  </p:stCondLst>
                                  <p:childTnLst>
                                    <p:set>
                                      <p:cBhvr>
                                        <p:cTn id="1142" dur="1" fill="hold">
                                          <p:stCondLst>
                                            <p:cond delay="0"/>
                                          </p:stCondLst>
                                        </p:cTn>
                                        <p:tgtEl>
                                          <p:spTgt spid="1281"/>
                                        </p:tgtEl>
                                        <p:attrNameLst>
                                          <p:attrName>style.visibility</p:attrName>
                                        </p:attrNameLst>
                                      </p:cBhvr>
                                      <p:to>
                                        <p:strVal val="hidden"/>
                                      </p:to>
                                    </p:set>
                                  </p:childTnLst>
                                </p:cTn>
                              </p:par>
                              <p:par>
                                <p:cTn id="1143" presetID="1" presetClass="entr" presetSubtype="0" fill="hold" grpId="0" nodeType="withEffect">
                                  <p:stCondLst>
                                    <p:cond delay="14988"/>
                                  </p:stCondLst>
                                  <p:childTnLst>
                                    <p:set>
                                      <p:cBhvr>
                                        <p:cTn id="1144" dur="1" fill="hold">
                                          <p:stCondLst>
                                            <p:cond delay="0"/>
                                          </p:stCondLst>
                                        </p:cTn>
                                        <p:tgtEl>
                                          <p:spTgt spid="1282"/>
                                        </p:tgtEl>
                                        <p:attrNameLst>
                                          <p:attrName>style.visibility</p:attrName>
                                        </p:attrNameLst>
                                      </p:cBhvr>
                                      <p:to>
                                        <p:strVal val="visible"/>
                                      </p:to>
                                    </p:set>
                                  </p:childTnLst>
                                </p:cTn>
                              </p:par>
                              <p:par>
                                <p:cTn id="1145" presetID="1" presetClass="exit" presetSubtype="0" fill="hold" grpId="1" nodeType="withEffect">
                                  <p:stCondLst>
                                    <p:cond delay="15021"/>
                                  </p:stCondLst>
                                  <p:childTnLst>
                                    <p:set>
                                      <p:cBhvr>
                                        <p:cTn id="1146" dur="1" fill="hold">
                                          <p:stCondLst>
                                            <p:cond delay="0"/>
                                          </p:stCondLst>
                                        </p:cTn>
                                        <p:tgtEl>
                                          <p:spTgt spid="1282"/>
                                        </p:tgtEl>
                                        <p:attrNameLst>
                                          <p:attrName>style.visibility</p:attrName>
                                        </p:attrNameLst>
                                      </p:cBhvr>
                                      <p:to>
                                        <p:strVal val="hidden"/>
                                      </p:to>
                                    </p:set>
                                  </p:childTnLst>
                                </p:cTn>
                              </p:par>
                              <p:par>
                                <p:cTn id="1147" presetID="1" presetClass="entr" presetSubtype="0" fill="hold" grpId="0" nodeType="withEffect">
                                  <p:stCondLst>
                                    <p:cond delay="15021"/>
                                  </p:stCondLst>
                                  <p:childTnLst>
                                    <p:set>
                                      <p:cBhvr>
                                        <p:cTn id="1148" dur="1" fill="hold">
                                          <p:stCondLst>
                                            <p:cond delay="0"/>
                                          </p:stCondLst>
                                        </p:cTn>
                                        <p:tgtEl>
                                          <p:spTgt spid="1283"/>
                                        </p:tgtEl>
                                        <p:attrNameLst>
                                          <p:attrName>style.visibility</p:attrName>
                                        </p:attrNameLst>
                                      </p:cBhvr>
                                      <p:to>
                                        <p:strVal val="visible"/>
                                      </p:to>
                                    </p:set>
                                  </p:childTnLst>
                                </p:cTn>
                              </p:par>
                              <p:par>
                                <p:cTn id="1149" presetID="1" presetClass="exit" presetSubtype="0" fill="hold" grpId="1" nodeType="withEffect">
                                  <p:stCondLst>
                                    <p:cond delay="15045"/>
                                  </p:stCondLst>
                                  <p:childTnLst>
                                    <p:set>
                                      <p:cBhvr>
                                        <p:cTn id="1150" dur="1" fill="hold">
                                          <p:stCondLst>
                                            <p:cond delay="0"/>
                                          </p:stCondLst>
                                        </p:cTn>
                                        <p:tgtEl>
                                          <p:spTgt spid="1283"/>
                                        </p:tgtEl>
                                        <p:attrNameLst>
                                          <p:attrName>style.visibility</p:attrName>
                                        </p:attrNameLst>
                                      </p:cBhvr>
                                      <p:to>
                                        <p:strVal val="hidden"/>
                                      </p:to>
                                    </p:set>
                                  </p:childTnLst>
                                </p:cTn>
                              </p:par>
                              <p:par>
                                <p:cTn id="1151" presetID="1" presetClass="entr" presetSubtype="0" fill="hold" grpId="0" nodeType="withEffect">
                                  <p:stCondLst>
                                    <p:cond delay="15045"/>
                                  </p:stCondLst>
                                  <p:childTnLst>
                                    <p:set>
                                      <p:cBhvr>
                                        <p:cTn id="1152" dur="1" fill="hold">
                                          <p:stCondLst>
                                            <p:cond delay="0"/>
                                          </p:stCondLst>
                                        </p:cTn>
                                        <p:tgtEl>
                                          <p:spTgt spid="1284"/>
                                        </p:tgtEl>
                                        <p:attrNameLst>
                                          <p:attrName>style.visibility</p:attrName>
                                        </p:attrNameLst>
                                      </p:cBhvr>
                                      <p:to>
                                        <p:strVal val="visible"/>
                                      </p:to>
                                    </p:set>
                                  </p:childTnLst>
                                </p:cTn>
                              </p:par>
                              <p:par>
                                <p:cTn id="1153" presetID="1" presetClass="exit" presetSubtype="0" fill="hold" grpId="1" nodeType="withEffect">
                                  <p:stCondLst>
                                    <p:cond delay="15075"/>
                                  </p:stCondLst>
                                  <p:childTnLst>
                                    <p:set>
                                      <p:cBhvr>
                                        <p:cTn id="1154" dur="1" fill="hold">
                                          <p:stCondLst>
                                            <p:cond delay="0"/>
                                          </p:stCondLst>
                                        </p:cTn>
                                        <p:tgtEl>
                                          <p:spTgt spid="1284"/>
                                        </p:tgtEl>
                                        <p:attrNameLst>
                                          <p:attrName>style.visibility</p:attrName>
                                        </p:attrNameLst>
                                      </p:cBhvr>
                                      <p:to>
                                        <p:strVal val="hidden"/>
                                      </p:to>
                                    </p:set>
                                  </p:childTnLst>
                                </p:cTn>
                              </p:par>
                              <p:par>
                                <p:cTn id="1155" presetID="1" presetClass="entr" presetSubtype="0" fill="hold" grpId="0" nodeType="withEffect">
                                  <p:stCondLst>
                                    <p:cond delay="15075"/>
                                  </p:stCondLst>
                                  <p:childTnLst>
                                    <p:set>
                                      <p:cBhvr>
                                        <p:cTn id="1156" dur="1" fill="hold">
                                          <p:stCondLst>
                                            <p:cond delay="0"/>
                                          </p:stCondLst>
                                        </p:cTn>
                                        <p:tgtEl>
                                          <p:spTgt spid="1285"/>
                                        </p:tgtEl>
                                        <p:attrNameLst>
                                          <p:attrName>style.visibility</p:attrName>
                                        </p:attrNameLst>
                                      </p:cBhvr>
                                      <p:to>
                                        <p:strVal val="visible"/>
                                      </p:to>
                                    </p:set>
                                  </p:childTnLst>
                                </p:cTn>
                              </p:par>
                              <p:par>
                                <p:cTn id="1157" presetID="1" presetClass="exit" presetSubtype="0" fill="hold" grpId="1" nodeType="withEffect">
                                  <p:stCondLst>
                                    <p:cond delay="15104"/>
                                  </p:stCondLst>
                                  <p:childTnLst>
                                    <p:set>
                                      <p:cBhvr>
                                        <p:cTn id="1158" dur="1" fill="hold">
                                          <p:stCondLst>
                                            <p:cond delay="0"/>
                                          </p:stCondLst>
                                        </p:cTn>
                                        <p:tgtEl>
                                          <p:spTgt spid="1285"/>
                                        </p:tgtEl>
                                        <p:attrNameLst>
                                          <p:attrName>style.visibility</p:attrName>
                                        </p:attrNameLst>
                                      </p:cBhvr>
                                      <p:to>
                                        <p:strVal val="hidden"/>
                                      </p:to>
                                    </p:set>
                                  </p:childTnLst>
                                </p:cTn>
                              </p:par>
                              <p:par>
                                <p:cTn id="1159" presetID="1" presetClass="entr" presetSubtype="0" fill="hold" grpId="0" nodeType="withEffect">
                                  <p:stCondLst>
                                    <p:cond delay="15104"/>
                                  </p:stCondLst>
                                  <p:childTnLst>
                                    <p:set>
                                      <p:cBhvr>
                                        <p:cTn id="1160" dur="1" fill="hold">
                                          <p:stCondLst>
                                            <p:cond delay="0"/>
                                          </p:stCondLst>
                                        </p:cTn>
                                        <p:tgtEl>
                                          <p:spTgt spid="1286"/>
                                        </p:tgtEl>
                                        <p:attrNameLst>
                                          <p:attrName>style.visibility</p:attrName>
                                        </p:attrNameLst>
                                      </p:cBhvr>
                                      <p:to>
                                        <p:strVal val="visible"/>
                                      </p:to>
                                    </p:set>
                                  </p:childTnLst>
                                </p:cTn>
                              </p:par>
                              <p:par>
                                <p:cTn id="1161" presetID="1" presetClass="exit" presetSubtype="0" fill="hold" grpId="1" nodeType="withEffect">
                                  <p:stCondLst>
                                    <p:cond delay="15131"/>
                                  </p:stCondLst>
                                  <p:childTnLst>
                                    <p:set>
                                      <p:cBhvr>
                                        <p:cTn id="1162" dur="1" fill="hold">
                                          <p:stCondLst>
                                            <p:cond delay="0"/>
                                          </p:stCondLst>
                                        </p:cTn>
                                        <p:tgtEl>
                                          <p:spTgt spid="1286"/>
                                        </p:tgtEl>
                                        <p:attrNameLst>
                                          <p:attrName>style.visibility</p:attrName>
                                        </p:attrNameLst>
                                      </p:cBhvr>
                                      <p:to>
                                        <p:strVal val="hidden"/>
                                      </p:to>
                                    </p:set>
                                  </p:childTnLst>
                                </p:cTn>
                              </p:par>
                              <p:par>
                                <p:cTn id="1163" presetID="1" presetClass="entr" presetSubtype="0" fill="hold" grpId="0" nodeType="withEffect">
                                  <p:stCondLst>
                                    <p:cond delay="15131"/>
                                  </p:stCondLst>
                                  <p:childTnLst>
                                    <p:set>
                                      <p:cBhvr>
                                        <p:cTn id="1164" dur="1" fill="hold">
                                          <p:stCondLst>
                                            <p:cond delay="0"/>
                                          </p:stCondLst>
                                        </p:cTn>
                                        <p:tgtEl>
                                          <p:spTgt spid="1287"/>
                                        </p:tgtEl>
                                        <p:attrNameLst>
                                          <p:attrName>style.visibility</p:attrName>
                                        </p:attrNameLst>
                                      </p:cBhvr>
                                      <p:to>
                                        <p:strVal val="visible"/>
                                      </p:to>
                                    </p:set>
                                  </p:childTnLst>
                                </p:cTn>
                              </p:par>
                              <p:par>
                                <p:cTn id="1165" presetID="1" presetClass="exit" presetSubtype="0" fill="hold" grpId="1" nodeType="withEffect">
                                  <p:stCondLst>
                                    <p:cond delay="15164"/>
                                  </p:stCondLst>
                                  <p:childTnLst>
                                    <p:set>
                                      <p:cBhvr>
                                        <p:cTn id="1166" dur="1" fill="hold">
                                          <p:stCondLst>
                                            <p:cond delay="0"/>
                                          </p:stCondLst>
                                        </p:cTn>
                                        <p:tgtEl>
                                          <p:spTgt spid="1287"/>
                                        </p:tgtEl>
                                        <p:attrNameLst>
                                          <p:attrName>style.visibility</p:attrName>
                                        </p:attrNameLst>
                                      </p:cBhvr>
                                      <p:to>
                                        <p:strVal val="hidden"/>
                                      </p:to>
                                    </p:set>
                                  </p:childTnLst>
                                </p:cTn>
                              </p:par>
                              <p:par>
                                <p:cTn id="1167" presetID="1" presetClass="entr" presetSubtype="0" fill="hold" grpId="0" nodeType="withEffect">
                                  <p:stCondLst>
                                    <p:cond delay="15164"/>
                                  </p:stCondLst>
                                  <p:childTnLst>
                                    <p:set>
                                      <p:cBhvr>
                                        <p:cTn id="1168" dur="1" fill="hold">
                                          <p:stCondLst>
                                            <p:cond delay="0"/>
                                          </p:stCondLst>
                                        </p:cTn>
                                        <p:tgtEl>
                                          <p:spTgt spid="1288"/>
                                        </p:tgtEl>
                                        <p:attrNameLst>
                                          <p:attrName>style.visibility</p:attrName>
                                        </p:attrNameLst>
                                      </p:cBhvr>
                                      <p:to>
                                        <p:strVal val="visible"/>
                                      </p:to>
                                    </p:set>
                                  </p:childTnLst>
                                </p:cTn>
                              </p:par>
                              <p:par>
                                <p:cTn id="1169" presetID="1" presetClass="exit" presetSubtype="0" fill="hold" grpId="1" nodeType="withEffect">
                                  <p:stCondLst>
                                    <p:cond delay="15188"/>
                                  </p:stCondLst>
                                  <p:childTnLst>
                                    <p:set>
                                      <p:cBhvr>
                                        <p:cTn id="1170" dur="1" fill="hold">
                                          <p:stCondLst>
                                            <p:cond delay="0"/>
                                          </p:stCondLst>
                                        </p:cTn>
                                        <p:tgtEl>
                                          <p:spTgt spid="1288"/>
                                        </p:tgtEl>
                                        <p:attrNameLst>
                                          <p:attrName>style.visibility</p:attrName>
                                        </p:attrNameLst>
                                      </p:cBhvr>
                                      <p:to>
                                        <p:strVal val="hidden"/>
                                      </p:to>
                                    </p:set>
                                  </p:childTnLst>
                                </p:cTn>
                              </p:par>
                              <p:par>
                                <p:cTn id="1171" presetID="1" presetClass="entr" presetSubtype="0" fill="hold" grpId="0" nodeType="withEffect">
                                  <p:stCondLst>
                                    <p:cond delay="15188"/>
                                  </p:stCondLst>
                                  <p:childTnLst>
                                    <p:set>
                                      <p:cBhvr>
                                        <p:cTn id="1172" dur="1" fill="hold">
                                          <p:stCondLst>
                                            <p:cond delay="0"/>
                                          </p:stCondLst>
                                        </p:cTn>
                                        <p:tgtEl>
                                          <p:spTgt spid="1289"/>
                                        </p:tgtEl>
                                        <p:attrNameLst>
                                          <p:attrName>style.visibility</p:attrName>
                                        </p:attrNameLst>
                                      </p:cBhvr>
                                      <p:to>
                                        <p:strVal val="visible"/>
                                      </p:to>
                                    </p:set>
                                  </p:childTnLst>
                                </p:cTn>
                              </p:par>
                              <p:par>
                                <p:cTn id="1173" presetID="1" presetClass="exit" presetSubtype="0" fill="hold" grpId="1" nodeType="withEffect">
                                  <p:stCondLst>
                                    <p:cond delay="15216"/>
                                  </p:stCondLst>
                                  <p:childTnLst>
                                    <p:set>
                                      <p:cBhvr>
                                        <p:cTn id="1174" dur="1" fill="hold">
                                          <p:stCondLst>
                                            <p:cond delay="0"/>
                                          </p:stCondLst>
                                        </p:cTn>
                                        <p:tgtEl>
                                          <p:spTgt spid="1289"/>
                                        </p:tgtEl>
                                        <p:attrNameLst>
                                          <p:attrName>style.visibility</p:attrName>
                                        </p:attrNameLst>
                                      </p:cBhvr>
                                      <p:to>
                                        <p:strVal val="hidden"/>
                                      </p:to>
                                    </p:set>
                                  </p:childTnLst>
                                </p:cTn>
                              </p:par>
                              <p:par>
                                <p:cTn id="1175" presetID="1" presetClass="entr" presetSubtype="0" fill="hold" grpId="0" nodeType="withEffect">
                                  <p:stCondLst>
                                    <p:cond delay="15216"/>
                                  </p:stCondLst>
                                  <p:childTnLst>
                                    <p:set>
                                      <p:cBhvr>
                                        <p:cTn id="1176" dur="1" fill="hold">
                                          <p:stCondLst>
                                            <p:cond delay="0"/>
                                          </p:stCondLst>
                                        </p:cTn>
                                        <p:tgtEl>
                                          <p:spTgt spid="1290"/>
                                        </p:tgtEl>
                                        <p:attrNameLst>
                                          <p:attrName>style.visibility</p:attrName>
                                        </p:attrNameLst>
                                      </p:cBhvr>
                                      <p:to>
                                        <p:strVal val="visible"/>
                                      </p:to>
                                    </p:set>
                                  </p:childTnLst>
                                </p:cTn>
                              </p:par>
                              <p:par>
                                <p:cTn id="1177" presetID="1" presetClass="exit" presetSubtype="0" fill="hold" grpId="1" nodeType="withEffect">
                                  <p:stCondLst>
                                    <p:cond delay="15237"/>
                                  </p:stCondLst>
                                  <p:childTnLst>
                                    <p:set>
                                      <p:cBhvr>
                                        <p:cTn id="1178" dur="1" fill="hold">
                                          <p:stCondLst>
                                            <p:cond delay="0"/>
                                          </p:stCondLst>
                                        </p:cTn>
                                        <p:tgtEl>
                                          <p:spTgt spid="1290"/>
                                        </p:tgtEl>
                                        <p:attrNameLst>
                                          <p:attrName>style.visibility</p:attrName>
                                        </p:attrNameLst>
                                      </p:cBhvr>
                                      <p:to>
                                        <p:strVal val="hidden"/>
                                      </p:to>
                                    </p:set>
                                  </p:childTnLst>
                                </p:cTn>
                              </p:par>
                              <p:par>
                                <p:cTn id="1179" presetID="1" presetClass="entr" presetSubtype="0" fill="hold" grpId="0" nodeType="withEffect">
                                  <p:stCondLst>
                                    <p:cond delay="15237"/>
                                  </p:stCondLst>
                                  <p:childTnLst>
                                    <p:set>
                                      <p:cBhvr>
                                        <p:cTn id="1180" dur="1" fill="hold">
                                          <p:stCondLst>
                                            <p:cond delay="0"/>
                                          </p:stCondLst>
                                        </p:cTn>
                                        <p:tgtEl>
                                          <p:spTgt spid="1291"/>
                                        </p:tgtEl>
                                        <p:attrNameLst>
                                          <p:attrName>style.visibility</p:attrName>
                                        </p:attrNameLst>
                                      </p:cBhvr>
                                      <p:to>
                                        <p:strVal val="visible"/>
                                      </p:to>
                                    </p:set>
                                  </p:childTnLst>
                                </p:cTn>
                              </p:par>
                              <p:par>
                                <p:cTn id="1181" presetID="1" presetClass="exit" presetSubtype="0" fill="hold" grpId="1" nodeType="withEffect">
                                  <p:stCondLst>
                                    <p:cond delay="15264"/>
                                  </p:stCondLst>
                                  <p:childTnLst>
                                    <p:set>
                                      <p:cBhvr>
                                        <p:cTn id="1182" dur="1" fill="hold">
                                          <p:stCondLst>
                                            <p:cond delay="0"/>
                                          </p:stCondLst>
                                        </p:cTn>
                                        <p:tgtEl>
                                          <p:spTgt spid="1291"/>
                                        </p:tgtEl>
                                        <p:attrNameLst>
                                          <p:attrName>style.visibility</p:attrName>
                                        </p:attrNameLst>
                                      </p:cBhvr>
                                      <p:to>
                                        <p:strVal val="hidden"/>
                                      </p:to>
                                    </p:set>
                                  </p:childTnLst>
                                </p:cTn>
                              </p:par>
                              <p:par>
                                <p:cTn id="1183" presetID="1" presetClass="entr" presetSubtype="0" fill="hold" grpId="0" nodeType="withEffect">
                                  <p:stCondLst>
                                    <p:cond delay="15264"/>
                                  </p:stCondLst>
                                  <p:childTnLst>
                                    <p:set>
                                      <p:cBhvr>
                                        <p:cTn id="1184" dur="1" fill="hold">
                                          <p:stCondLst>
                                            <p:cond delay="0"/>
                                          </p:stCondLst>
                                        </p:cTn>
                                        <p:tgtEl>
                                          <p:spTgt spid="1292"/>
                                        </p:tgtEl>
                                        <p:attrNameLst>
                                          <p:attrName>style.visibility</p:attrName>
                                        </p:attrNameLst>
                                      </p:cBhvr>
                                      <p:to>
                                        <p:strVal val="visible"/>
                                      </p:to>
                                    </p:set>
                                  </p:childTnLst>
                                </p:cTn>
                              </p:par>
                              <p:par>
                                <p:cTn id="1185" presetID="1" presetClass="exit" presetSubtype="0" fill="hold" grpId="1" nodeType="withEffect">
                                  <p:stCondLst>
                                    <p:cond delay="15297"/>
                                  </p:stCondLst>
                                  <p:childTnLst>
                                    <p:set>
                                      <p:cBhvr>
                                        <p:cTn id="1186" dur="1" fill="hold">
                                          <p:stCondLst>
                                            <p:cond delay="0"/>
                                          </p:stCondLst>
                                        </p:cTn>
                                        <p:tgtEl>
                                          <p:spTgt spid="1292"/>
                                        </p:tgtEl>
                                        <p:attrNameLst>
                                          <p:attrName>style.visibility</p:attrName>
                                        </p:attrNameLst>
                                      </p:cBhvr>
                                      <p:to>
                                        <p:strVal val="hidden"/>
                                      </p:to>
                                    </p:set>
                                  </p:childTnLst>
                                </p:cTn>
                              </p:par>
                              <p:par>
                                <p:cTn id="1187" presetID="1" presetClass="entr" presetSubtype="0" fill="hold" grpId="0" nodeType="withEffect">
                                  <p:stCondLst>
                                    <p:cond delay="15297"/>
                                  </p:stCondLst>
                                  <p:childTnLst>
                                    <p:set>
                                      <p:cBhvr>
                                        <p:cTn id="1188" dur="1" fill="hold">
                                          <p:stCondLst>
                                            <p:cond delay="0"/>
                                          </p:stCondLst>
                                        </p:cTn>
                                        <p:tgtEl>
                                          <p:spTgt spid="1293"/>
                                        </p:tgtEl>
                                        <p:attrNameLst>
                                          <p:attrName>style.visibility</p:attrName>
                                        </p:attrNameLst>
                                      </p:cBhvr>
                                      <p:to>
                                        <p:strVal val="visible"/>
                                      </p:to>
                                    </p:set>
                                  </p:childTnLst>
                                </p:cTn>
                              </p:par>
                              <p:par>
                                <p:cTn id="1189" presetID="1" presetClass="exit" presetSubtype="0" fill="hold" grpId="1" nodeType="withEffect">
                                  <p:stCondLst>
                                    <p:cond delay="15321"/>
                                  </p:stCondLst>
                                  <p:childTnLst>
                                    <p:set>
                                      <p:cBhvr>
                                        <p:cTn id="1190" dur="1" fill="hold">
                                          <p:stCondLst>
                                            <p:cond delay="0"/>
                                          </p:stCondLst>
                                        </p:cTn>
                                        <p:tgtEl>
                                          <p:spTgt spid="1293"/>
                                        </p:tgtEl>
                                        <p:attrNameLst>
                                          <p:attrName>style.visibility</p:attrName>
                                        </p:attrNameLst>
                                      </p:cBhvr>
                                      <p:to>
                                        <p:strVal val="hidden"/>
                                      </p:to>
                                    </p:set>
                                  </p:childTnLst>
                                </p:cTn>
                              </p:par>
                              <p:par>
                                <p:cTn id="1191" presetID="1" presetClass="entr" presetSubtype="0" fill="hold" grpId="0" nodeType="withEffect">
                                  <p:stCondLst>
                                    <p:cond delay="15321"/>
                                  </p:stCondLst>
                                  <p:childTnLst>
                                    <p:set>
                                      <p:cBhvr>
                                        <p:cTn id="1192" dur="1" fill="hold">
                                          <p:stCondLst>
                                            <p:cond delay="0"/>
                                          </p:stCondLst>
                                        </p:cTn>
                                        <p:tgtEl>
                                          <p:spTgt spid="1294"/>
                                        </p:tgtEl>
                                        <p:attrNameLst>
                                          <p:attrName>style.visibility</p:attrName>
                                        </p:attrNameLst>
                                      </p:cBhvr>
                                      <p:to>
                                        <p:strVal val="visible"/>
                                      </p:to>
                                    </p:set>
                                  </p:childTnLst>
                                </p:cTn>
                              </p:par>
                              <p:par>
                                <p:cTn id="1193" presetID="1" presetClass="exit" presetSubtype="0" fill="hold" grpId="1" nodeType="withEffect">
                                  <p:stCondLst>
                                    <p:cond delay="15351"/>
                                  </p:stCondLst>
                                  <p:childTnLst>
                                    <p:set>
                                      <p:cBhvr>
                                        <p:cTn id="1194" dur="1" fill="hold">
                                          <p:stCondLst>
                                            <p:cond delay="0"/>
                                          </p:stCondLst>
                                        </p:cTn>
                                        <p:tgtEl>
                                          <p:spTgt spid="1294"/>
                                        </p:tgtEl>
                                        <p:attrNameLst>
                                          <p:attrName>style.visibility</p:attrName>
                                        </p:attrNameLst>
                                      </p:cBhvr>
                                      <p:to>
                                        <p:strVal val="hidden"/>
                                      </p:to>
                                    </p:set>
                                  </p:childTnLst>
                                </p:cTn>
                              </p:par>
                              <p:par>
                                <p:cTn id="1195" presetID="1" presetClass="entr" presetSubtype="0" fill="hold" grpId="0" nodeType="withEffect">
                                  <p:stCondLst>
                                    <p:cond delay="15351"/>
                                  </p:stCondLst>
                                  <p:childTnLst>
                                    <p:set>
                                      <p:cBhvr>
                                        <p:cTn id="1196" dur="1" fill="hold">
                                          <p:stCondLst>
                                            <p:cond delay="0"/>
                                          </p:stCondLst>
                                        </p:cTn>
                                        <p:tgtEl>
                                          <p:spTgt spid="1295"/>
                                        </p:tgtEl>
                                        <p:attrNameLst>
                                          <p:attrName>style.visibility</p:attrName>
                                        </p:attrNameLst>
                                      </p:cBhvr>
                                      <p:to>
                                        <p:strVal val="visible"/>
                                      </p:to>
                                    </p:set>
                                  </p:childTnLst>
                                </p:cTn>
                              </p:par>
                              <p:par>
                                <p:cTn id="1197" presetID="1" presetClass="exit" presetSubtype="0" fill="hold" grpId="1" nodeType="withEffect">
                                  <p:stCondLst>
                                    <p:cond delay="15465"/>
                                  </p:stCondLst>
                                  <p:childTnLst>
                                    <p:set>
                                      <p:cBhvr>
                                        <p:cTn id="1198" dur="1" fill="hold">
                                          <p:stCondLst>
                                            <p:cond delay="0"/>
                                          </p:stCondLst>
                                        </p:cTn>
                                        <p:tgtEl>
                                          <p:spTgt spid="1295"/>
                                        </p:tgtEl>
                                        <p:attrNameLst>
                                          <p:attrName>style.visibility</p:attrName>
                                        </p:attrNameLst>
                                      </p:cBhvr>
                                      <p:to>
                                        <p:strVal val="hidden"/>
                                      </p:to>
                                    </p:set>
                                  </p:childTnLst>
                                </p:cTn>
                              </p:par>
                              <p:par>
                                <p:cTn id="1199" presetID="1" presetClass="entr" presetSubtype="0" fill="hold" grpId="0" nodeType="withEffect">
                                  <p:stCondLst>
                                    <p:cond delay="15465"/>
                                  </p:stCondLst>
                                  <p:childTnLst>
                                    <p:set>
                                      <p:cBhvr>
                                        <p:cTn id="1200" dur="1" fill="hold">
                                          <p:stCondLst>
                                            <p:cond delay="0"/>
                                          </p:stCondLst>
                                        </p:cTn>
                                        <p:tgtEl>
                                          <p:spTgt spid="1296"/>
                                        </p:tgtEl>
                                        <p:attrNameLst>
                                          <p:attrName>style.visibility</p:attrName>
                                        </p:attrNameLst>
                                      </p:cBhvr>
                                      <p:to>
                                        <p:strVal val="visible"/>
                                      </p:to>
                                    </p:set>
                                  </p:childTnLst>
                                </p:cTn>
                              </p:par>
                              <p:par>
                                <p:cTn id="1201" presetID="1" presetClass="exit" presetSubtype="0" fill="hold" grpId="1" nodeType="withEffect">
                                  <p:stCondLst>
                                    <p:cond delay="15483"/>
                                  </p:stCondLst>
                                  <p:childTnLst>
                                    <p:set>
                                      <p:cBhvr>
                                        <p:cTn id="1202" dur="1" fill="hold">
                                          <p:stCondLst>
                                            <p:cond delay="0"/>
                                          </p:stCondLst>
                                        </p:cTn>
                                        <p:tgtEl>
                                          <p:spTgt spid="1296"/>
                                        </p:tgtEl>
                                        <p:attrNameLst>
                                          <p:attrName>style.visibility</p:attrName>
                                        </p:attrNameLst>
                                      </p:cBhvr>
                                      <p:to>
                                        <p:strVal val="hidden"/>
                                      </p:to>
                                    </p:set>
                                  </p:childTnLst>
                                </p:cTn>
                              </p:par>
                              <p:par>
                                <p:cTn id="1203" presetID="1" presetClass="entr" presetSubtype="0" fill="hold" grpId="0" nodeType="withEffect">
                                  <p:stCondLst>
                                    <p:cond delay="15483"/>
                                  </p:stCondLst>
                                  <p:childTnLst>
                                    <p:set>
                                      <p:cBhvr>
                                        <p:cTn id="1204" dur="1" fill="hold">
                                          <p:stCondLst>
                                            <p:cond delay="0"/>
                                          </p:stCondLst>
                                        </p:cTn>
                                        <p:tgtEl>
                                          <p:spTgt spid="1297"/>
                                        </p:tgtEl>
                                        <p:attrNameLst>
                                          <p:attrName>style.visibility</p:attrName>
                                        </p:attrNameLst>
                                      </p:cBhvr>
                                      <p:to>
                                        <p:strVal val="visible"/>
                                      </p:to>
                                    </p:set>
                                  </p:childTnLst>
                                </p:cTn>
                              </p:par>
                              <p:par>
                                <p:cTn id="1205" presetID="1" presetClass="exit" presetSubtype="0" fill="hold" grpId="1" nodeType="withEffect">
                                  <p:stCondLst>
                                    <p:cond delay="15501"/>
                                  </p:stCondLst>
                                  <p:childTnLst>
                                    <p:set>
                                      <p:cBhvr>
                                        <p:cTn id="1206" dur="1" fill="hold">
                                          <p:stCondLst>
                                            <p:cond delay="0"/>
                                          </p:stCondLst>
                                        </p:cTn>
                                        <p:tgtEl>
                                          <p:spTgt spid="1297"/>
                                        </p:tgtEl>
                                        <p:attrNameLst>
                                          <p:attrName>style.visibility</p:attrName>
                                        </p:attrNameLst>
                                      </p:cBhvr>
                                      <p:to>
                                        <p:strVal val="hidden"/>
                                      </p:to>
                                    </p:set>
                                  </p:childTnLst>
                                </p:cTn>
                              </p:par>
                              <p:par>
                                <p:cTn id="1207" presetID="1" presetClass="entr" presetSubtype="0" fill="hold" grpId="0" nodeType="withEffect">
                                  <p:stCondLst>
                                    <p:cond delay="15501"/>
                                  </p:stCondLst>
                                  <p:childTnLst>
                                    <p:set>
                                      <p:cBhvr>
                                        <p:cTn id="1208" dur="1" fill="hold">
                                          <p:stCondLst>
                                            <p:cond delay="0"/>
                                          </p:stCondLst>
                                        </p:cTn>
                                        <p:tgtEl>
                                          <p:spTgt spid="1298"/>
                                        </p:tgtEl>
                                        <p:attrNameLst>
                                          <p:attrName>style.visibility</p:attrName>
                                        </p:attrNameLst>
                                      </p:cBhvr>
                                      <p:to>
                                        <p:strVal val="visible"/>
                                      </p:to>
                                    </p:set>
                                  </p:childTnLst>
                                </p:cTn>
                              </p:par>
                              <p:par>
                                <p:cTn id="1209" presetID="1" presetClass="exit" presetSubtype="0" fill="hold" grpId="1" nodeType="withEffect">
                                  <p:stCondLst>
                                    <p:cond delay="15525"/>
                                  </p:stCondLst>
                                  <p:childTnLst>
                                    <p:set>
                                      <p:cBhvr>
                                        <p:cTn id="1210" dur="1" fill="hold">
                                          <p:stCondLst>
                                            <p:cond delay="0"/>
                                          </p:stCondLst>
                                        </p:cTn>
                                        <p:tgtEl>
                                          <p:spTgt spid="1298"/>
                                        </p:tgtEl>
                                        <p:attrNameLst>
                                          <p:attrName>style.visibility</p:attrName>
                                        </p:attrNameLst>
                                      </p:cBhvr>
                                      <p:to>
                                        <p:strVal val="hidden"/>
                                      </p:to>
                                    </p:set>
                                  </p:childTnLst>
                                </p:cTn>
                              </p:par>
                              <p:par>
                                <p:cTn id="1211" presetID="1" presetClass="entr" presetSubtype="0" fill="hold" grpId="0" nodeType="withEffect">
                                  <p:stCondLst>
                                    <p:cond delay="15525"/>
                                  </p:stCondLst>
                                  <p:childTnLst>
                                    <p:set>
                                      <p:cBhvr>
                                        <p:cTn id="1212" dur="1" fill="hold">
                                          <p:stCondLst>
                                            <p:cond delay="0"/>
                                          </p:stCondLst>
                                        </p:cTn>
                                        <p:tgtEl>
                                          <p:spTgt spid="1299"/>
                                        </p:tgtEl>
                                        <p:attrNameLst>
                                          <p:attrName>style.visibility</p:attrName>
                                        </p:attrNameLst>
                                      </p:cBhvr>
                                      <p:to>
                                        <p:strVal val="visible"/>
                                      </p:to>
                                    </p:set>
                                  </p:childTnLst>
                                </p:cTn>
                              </p:par>
                              <p:par>
                                <p:cTn id="1213" presetID="1" presetClass="exit" presetSubtype="0" fill="hold" grpId="1" nodeType="withEffect">
                                  <p:stCondLst>
                                    <p:cond delay="15555"/>
                                  </p:stCondLst>
                                  <p:childTnLst>
                                    <p:set>
                                      <p:cBhvr>
                                        <p:cTn id="1214" dur="1" fill="hold">
                                          <p:stCondLst>
                                            <p:cond delay="0"/>
                                          </p:stCondLst>
                                        </p:cTn>
                                        <p:tgtEl>
                                          <p:spTgt spid="1299"/>
                                        </p:tgtEl>
                                        <p:attrNameLst>
                                          <p:attrName>style.visibility</p:attrName>
                                        </p:attrNameLst>
                                      </p:cBhvr>
                                      <p:to>
                                        <p:strVal val="hidden"/>
                                      </p:to>
                                    </p:set>
                                  </p:childTnLst>
                                </p:cTn>
                              </p:par>
                              <p:par>
                                <p:cTn id="1215" presetID="1" presetClass="entr" presetSubtype="0" fill="hold" grpId="0" nodeType="withEffect">
                                  <p:stCondLst>
                                    <p:cond delay="15555"/>
                                  </p:stCondLst>
                                  <p:childTnLst>
                                    <p:set>
                                      <p:cBhvr>
                                        <p:cTn id="1216" dur="1" fill="hold">
                                          <p:stCondLst>
                                            <p:cond delay="0"/>
                                          </p:stCondLst>
                                        </p:cTn>
                                        <p:tgtEl>
                                          <p:spTgt spid="1300"/>
                                        </p:tgtEl>
                                        <p:attrNameLst>
                                          <p:attrName>style.visibility</p:attrName>
                                        </p:attrNameLst>
                                      </p:cBhvr>
                                      <p:to>
                                        <p:strVal val="visible"/>
                                      </p:to>
                                    </p:set>
                                  </p:childTnLst>
                                </p:cTn>
                              </p:par>
                              <p:par>
                                <p:cTn id="1217" presetID="1" presetClass="exit" presetSubtype="0" fill="hold" grpId="1" nodeType="withEffect">
                                  <p:stCondLst>
                                    <p:cond delay="15576"/>
                                  </p:stCondLst>
                                  <p:childTnLst>
                                    <p:set>
                                      <p:cBhvr>
                                        <p:cTn id="1218" dur="1" fill="hold">
                                          <p:stCondLst>
                                            <p:cond delay="0"/>
                                          </p:stCondLst>
                                        </p:cTn>
                                        <p:tgtEl>
                                          <p:spTgt spid="1300"/>
                                        </p:tgtEl>
                                        <p:attrNameLst>
                                          <p:attrName>style.visibility</p:attrName>
                                        </p:attrNameLst>
                                      </p:cBhvr>
                                      <p:to>
                                        <p:strVal val="hidden"/>
                                      </p:to>
                                    </p:set>
                                  </p:childTnLst>
                                </p:cTn>
                              </p:par>
                              <p:par>
                                <p:cTn id="1219" presetID="1" presetClass="entr" presetSubtype="0" fill="hold" grpId="0" nodeType="withEffect">
                                  <p:stCondLst>
                                    <p:cond delay="15576"/>
                                  </p:stCondLst>
                                  <p:childTnLst>
                                    <p:set>
                                      <p:cBhvr>
                                        <p:cTn id="1220" dur="1" fill="hold">
                                          <p:stCondLst>
                                            <p:cond delay="0"/>
                                          </p:stCondLst>
                                        </p:cTn>
                                        <p:tgtEl>
                                          <p:spTgt spid="1301"/>
                                        </p:tgtEl>
                                        <p:attrNameLst>
                                          <p:attrName>style.visibility</p:attrName>
                                        </p:attrNameLst>
                                      </p:cBhvr>
                                      <p:to>
                                        <p:strVal val="visible"/>
                                      </p:to>
                                    </p:set>
                                  </p:childTnLst>
                                </p:cTn>
                              </p:par>
                              <p:par>
                                <p:cTn id="1221" presetID="1" presetClass="exit" presetSubtype="0" fill="hold" grpId="1" nodeType="withEffect">
                                  <p:stCondLst>
                                    <p:cond delay="15603"/>
                                  </p:stCondLst>
                                  <p:childTnLst>
                                    <p:set>
                                      <p:cBhvr>
                                        <p:cTn id="1222" dur="1" fill="hold">
                                          <p:stCondLst>
                                            <p:cond delay="0"/>
                                          </p:stCondLst>
                                        </p:cTn>
                                        <p:tgtEl>
                                          <p:spTgt spid="1301"/>
                                        </p:tgtEl>
                                        <p:attrNameLst>
                                          <p:attrName>style.visibility</p:attrName>
                                        </p:attrNameLst>
                                      </p:cBhvr>
                                      <p:to>
                                        <p:strVal val="hidden"/>
                                      </p:to>
                                    </p:set>
                                  </p:childTnLst>
                                </p:cTn>
                              </p:par>
                              <p:par>
                                <p:cTn id="1223" presetID="1" presetClass="entr" presetSubtype="0" fill="hold" grpId="0" nodeType="withEffect">
                                  <p:stCondLst>
                                    <p:cond delay="15603"/>
                                  </p:stCondLst>
                                  <p:childTnLst>
                                    <p:set>
                                      <p:cBhvr>
                                        <p:cTn id="1224" dur="1" fill="hold">
                                          <p:stCondLst>
                                            <p:cond delay="0"/>
                                          </p:stCondLst>
                                        </p:cTn>
                                        <p:tgtEl>
                                          <p:spTgt spid="1302"/>
                                        </p:tgtEl>
                                        <p:attrNameLst>
                                          <p:attrName>style.visibility</p:attrName>
                                        </p:attrNameLst>
                                      </p:cBhvr>
                                      <p:to>
                                        <p:strVal val="visible"/>
                                      </p:to>
                                    </p:set>
                                  </p:childTnLst>
                                </p:cTn>
                              </p:par>
                              <p:par>
                                <p:cTn id="1225" presetID="1" presetClass="exit" presetSubtype="0" fill="hold" grpId="1" nodeType="withEffect">
                                  <p:stCondLst>
                                    <p:cond delay="15632"/>
                                  </p:stCondLst>
                                  <p:childTnLst>
                                    <p:set>
                                      <p:cBhvr>
                                        <p:cTn id="1226" dur="1" fill="hold">
                                          <p:stCondLst>
                                            <p:cond delay="0"/>
                                          </p:stCondLst>
                                        </p:cTn>
                                        <p:tgtEl>
                                          <p:spTgt spid="1302"/>
                                        </p:tgtEl>
                                        <p:attrNameLst>
                                          <p:attrName>style.visibility</p:attrName>
                                        </p:attrNameLst>
                                      </p:cBhvr>
                                      <p:to>
                                        <p:strVal val="hidden"/>
                                      </p:to>
                                    </p:set>
                                  </p:childTnLst>
                                </p:cTn>
                              </p:par>
                              <p:par>
                                <p:cTn id="1227" presetID="1" presetClass="entr" presetSubtype="0" fill="hold" grpId="0" nodeType="withEffect">
                                  <p:stCondLst>
                                    <p:cond delay="15632"/>
                                  </p:stCondLst>
                                  <p:childTnLst>
                                    <p:set>
                                      <p:cBhvr>
                                        <p:cTn id="1228" dur="1" fill="hold">
                                          <p:stCondLst>
                                            <p:cond delay="0"/>
                                          </p:stCondLst>
                                        </p:cTn>
                                        <p:tgtEl>
                                          <p:spTgt spid="1303"/>
                                        </p:tgtEl>
                                        <p:attrNameLst>
                                          <p:attrName>style.visibility</p:attrName>
                                        </p:attrNameLst>
                                      </p:cBhvr>
                                      <p:to>
                                        <p:strVal val="visible"/>
                                      </p:to>
                                    </p:set>
                                  </p:childTnLst>
                                </p:cTn>
                              </p:par>
                              <p:par>
                                <p:cTn id="1229" presetID="1" presetClass="exit" presetSubtype="0" fill="hold" grpId="1" nodeType="withEffect">
                                  <p:stCondLst>
                                    <p:cond delay="15656"/>
                                  </p:stCondLst>
                                  <p:childTnLst>
                                    <p:set>
                                      <p:cBhvr>
                                        <p:cTn id="1230" dur="1" fill="hold">
                                          <p:stCondLst>
                                            <p:cond delay="0"/>
                                          </p:stCondLst>
                                        </p:cTn>
                                        <p:tgtEl>
                                          <p:spTgt spid="1303"/>
                                        </p:tgtEl>
                                        <p:attrNameLst>
                                          <p:attrName>style.visibility</p:attrName>
                                        </p:attrNameLst>
                                      </p:cBhvr>
                                      <p:to>
                                        <p:strVal val="hidden"/>
                                      </p:to>
                                    </p:set>
                                  </p:childTnLst>
                                </p:cTn>
                              </p:par>
                              <p:par>
                                <p:cTn id="1231" presetID="1" presetClass="entr" presetSubtype="0" fill="hold" grpId="0" nodeType="withEffect">
                                  <p:stCondLst>
                                    <p:cond delay="15656"/>
                                  </p:stCondLst>
                                  <p:childTnLst>
                                    <p:set>
                                      <p:cBhvr>
                                        <p:cTn id="1232" dur="1" fill="hold">
                                          <p:stCondLst>
                                            <p:cond delay="0"/>
                                          </p:stCondLst>
                                        </p:cTn>
                                        <p:tgtEl>
                                          <p:spTgt spid="1304"/>
                                        </p:tgtEl>
                                        <p:attrNameLst>
                                          <p:attrName>style.visibility</p:attrName>
                                        </p:attrNameLst>
                                      </p:cBhvr>
                                      <p:to>
                                        <p:strVal val="visible"/>
                                      </p:to>
                                    </p:set>
                                  </p:childTnLst>
                                </p:cTn>
                              </p:par>
                              <p:par>
                                <p:cTn id="1233" presetID="1" presetClass="exit" presetSubtype="0" fill="hold" grpId="1" nodeType="withEffect">
                                  <p:stCondLst>
                                    <p:cond delay="15686"/>
                                  </p:stCondLst>
                                  <p:childTnLst>
                                    <p:set>
                                      <p:cBhvr>
                                        <p:cTn id="1234" dur="1" fill="hold">
                                          <p:stCondLst>
                                            <p:cond delay="0"/>
                                          </p:stCondLst>
                                        </p:cTn>
                                        <p:tgtEl>
                                          <p:spTgt spid="1304"/>
                                        </p:tgtEl>
                                        <p:attrNameLst>
                                          <p:attrName>style.visibility</p:attrName>
                                        </p:attrNameLst>
                                      </p:cBhvr>
                                      <p:to>
                                        <p:strVal val="hidden"/>
                                      </p:to>
                                    </p:set>
                                  </p:childTnLst>
                                </p:cTn>
                              </p:par>
                              <p:par>
                                <p:cTn id="1235" presetID="1" presetClass="entr" presetSubtype="0" fill="hold" grpId="0" nodeType="withEffect">
                                  <p:stCondLst>
                                    <p:cond delay="15686"/>
                                  </p:stCondLst>
                                  <p:childTnLst>
                                    <p:set>
                                      <p:cBhvr>
                                        <p:cTn id="1236" dur="1" fill="hold">
                                          <p:stCondLst>
                                            <p:cond delay="0"/>
                                          </p:stCondLst>
                                        </p:cTn>
                                        <p:tgtEl>
                                          <p:spTgt spid="1305"/>
                                        </p:tgtEl>
                                        <p:attrNameLst>
                                          <p:attrName>style.visibility</p:attrName>
                                        </p:attrNameLst>
                                      </p:cBhvr>
                                      <p:to>
                                        <p:strVal val="visible"/>
                                      </p:to>
                                    </p:set>
                                  </p:childTnLst>
                                </p:cTn>
                              </p:par>
                              <p:par>
                                <p:cTn id="1237" presetID="1" presetClass="exit" presetSubtype="0" fill="hold" grpId="1" nodeType="withEffect">
                                  <p:stCondLst>
                                    <p:cond delay="15714"/>
                                  </p:stCondLst>
                                  <p:childTnLst>
                                    <p:set>
                                      <p:cBhvr>
                                        <p:cTn id="1238" dur="1" fill="hold">
                                          <p:stCondLst>
                                            <p:cond delay="0"/>
                                          </p:stCondLst>
                                        </p:cTn>
                                        <p:tgtEl>
                                          <p:spTgt spid="1305"/>
                                        </p:tgtEl>
                                        <p:attrNameLst>
                                          <p:attrName>style.visibility</p:attrName>
                                        </p:attrNameLst>
                                      </p:cBhvr>
                                      <p:to>
                                        <p:strVal val="hidden"/>
                                      </p:to>
                                    </p:set>
                                  </p:childTnLst>
                                </p:cTn>
                              </p:par>
                              <p:par>
                                <p:cTn id="1239" presetID="1" presetClass="entr" presetSubtype="0" fill="hold" grpId="0" nodeType="withEffect">
                                  <p:stCondLst>
                                    <p:cond delay="15714"/>
                                  </p:stCondLst>
                                  <p:childTnLst>
                                    <p:set>
                                      <p:cBhvr>
                                        <p:cTn id="1240" dur="1" fill="hold">
                                          <p:stCondLst>
                                            <p:cond delay="0"/>
                                          </p:stCondLst>
                                        </p:cTn>
                                        <p:tgtEl>
                                          <p:spTgt spid="1306"/>
                                        </p:tgtEl>
                                        <p:attrNameLst>
                                          <p:attrName>style.visibility</p:attrName>
                                        </p:attrNameLst>
                                      </p:cBhvr>
                                      <p:to>
                                        <p:strVal val="visible"/>
                                      </p:to>
                                    </p:set>
                                  </p:childTnLst>
                                </p:cTn>
                              </p:par>
                              <p:par>
                                <p:cTn id="1241" presetID="1" presetClass="exit" presetSubtype="0" fill="hold" grpId="1" nodeType="withEffect">
                                  <p:stCondLst>
                                    <p:cond delay="15741"/>
                                  </p:stCondLst>
                                  <p:childTnLst>
                                    <p:set>
                                      <p:cBhvr>
                                        <p:cTn id="1242" dur="1" fill="hold">
                                          <p:stCondLst>
                                            <p:cond delay="0"/>
                                          </p:stCondLst>
                                        </p:cTn>
                                        <p:tgtEl>
                                          <p:spTgt spid="1306"/>
                                        </p:tgtEl>
                                        <p:attrNameLst>
                                          <p:attrName>style.visibility</p:attrName>
                                        </p:attrNameLst>
                                      </p:cBhvr>
                                      <p:to>
                                        <p:strVal val="hidden"/>
                                      </p:to>
                                    </p:set>
                                  </p:childTnLst>
                                </p:cTn>
                              </p:par>
                              <p:par>
                                <p:cTn id="1243" presetID="1" presetClass="entr" presetSubtype="0" fill="hold" grpId="0" nodeType="withEffect">
                                  <p:stCondLst>
                                    <p:cond delay="15741"/>
                                  </p:stCondLst>
                                  <p:childTnLst>
                                    <p:set>
                                      <p:cBhvr>
                                        <p:cTn id="1244" dur="1" fill="hold">
                                          <p:stCondLst>
                                            <p:cond delay="0"/>
                                          </p:stCondLst>
                                        </p:cTn>
                                        <p:tgtEl>
                                          <p:spTgt spid="1307"/>
                                        </p:tgtEl>
                                        <p:attrNameLst>
                                          <p:attrName>style.visibility</p:attrName>
                                        </p:attrNameLst>
                                      </p:cBhvr>
                                      <p:to>
                                        <p:strVal val="visible"/>
                                      </p:to>
                                    </p:set>
                                  </p:childTnLst>
                                </p:cTn>
                              </p:par>
                              <p:par>
                                <p:cTn id="1245" presetID="1" presetClass="exit" presetSubtype="0" fill="hold" grpId="1" nodeType="withEffect">
                                  <p:stCondLst>
                                    <p:cond delay="15774"/>
                                  </p:stCondLst>
                                  <p:childTnLst>
                                    <p:set>
                                      <p:cBhvr>
                                        <p:cTn id="1246" dur="1" fill="hold">
                                          <p:stCondLst>
                                            <p:cond delay="0"/>
                                          </p:stCondLst>
                                        </p:cTn>
                                        <p:tgtEl>
                                          <p:spTgt spid="1307"/>
                                        </p:tgtEl>
                                        <p:attrNameLst>
                                          <p:attrName>style.visibility</p:attrName>
                                        </p:attrNameLst>
                                      </p:cBhvr>
                                      <p:to>
                                        <p:strVal val="hidden"/>
                                      </p:to>
                                    </p:set>
                                  </p:childTnLst>
                                </p:cTn>
                              </p:par>
                              <p:par>
                                <p:cTn id="1247" presetID="1" presetClass="entr" presetSubtype="0" fill="hold" grpId="0" nodeType="withEffect">
                                  <p:stCondLst>
                                    <p:cond delay="15774"/>
                                  </p:stCondLst>
                                  <p:childTnLst>
                                    <p:set>
                                      <p:cBhvr>
                                        <p:cTn id="1248" dur="1" fill="hold">
                                          <p:stCondLst>
                                            <p:cond delay="0"/>
                                          </p:stCondLst>
                                        </p:cTn>
                                        <p:tgtEl>
                                          <p:spTgt spid="1308"/>
                                        </p:tgtEl>
                                        <p:attrNameLst>
                                          <p:attrName>style.visibility</p:attrName>
                                        </p:attrNameLst>
                                      </p:cBhvr>
                                      <p:to>
                                        <p:strVal val="visible"/>
                                      </p:to>
                                    </p:set>
                                  </p:childTnLst>
                                </p:cTn>
                              </p:par>
                              <p:par>
                                <p:cTn id="1249" presetID="1" presetClass="exit" presetSubtype="0" fill="hold" grpId="1" nodeType="withEffect">
                                  <p:stCondLst>
                                    <p:cond delay="15798"/>
                                  </p:stCondLst>
                                  <p:childTnLst>
                                    <p:set>
                                      <p:cBhvr>
                                        <p:cTn id="1250" dur="1" fill="hold">
                                          <p:stCondLst>
                                            <p:cond delay="0"/>
                                          </p:stCondLst>
                                        </p:cTn>
                                        <p:tgtEl>
                                          <p:spTgt spid="1308"/>
                                        </p:tgtEl>
                                        <p:attrNameLst>
                                          <p:attrName>style.visibility</p:attrName>
                                        </p:attrNameLst>
                                      </p:cBhvr>
                                      <p:to>
                                        <p:strVal val="hidden"/>
                                      </p:to>
                                    </p:set>
                                  </p:childTnLst>
                                </p:cTn>
                              </p:par>
                              <p:par>
                                <p:cTn id="1251" presetID="1" presetClass="entr" presetSubtype="0" fill="hold" grpId="0" nodeType="withEffect">
                                  <p:stCondLst>
                                    <p:cond delay="15798"/>
                                  </p:stCondLst>
                                  <p:childTnLst>
                                    <p:set>
                                      <p:cBhvr>
                                        <p:cTn id="1252" dur="1" fill="hold">
                                          <p:stCondLst>
                                            <p:cond delay="0"/>
                                          </p:stCondLst>
                                        </p:cTn>
                                        <p:tgtEl>
                                          <p:spTgt spid="1309"/>
                                        </p:tgtEl>
                                        <p:attrNameLst>
                                          <p:attrName>style.visibility</p:attrName>
                                        </p:attrNameLst>
                                      </p:cBhvr>
                                      <p:to>
                                        <p:strVal val="visible"/>
                                      </p:to>
                                    </p:set>
                                  </p:childTnLst>
                                </p:cTn>
                              </p:par>
                              <p:par>
                                <p:cTn id="1253" presetID="1" presetClass="exit" presetSubtype="0" fill="hold" grpId="1" nodeType="withEffect">
                                  <p:stCondLst>
                                    <p:cond delay="15828"/>
                                  </p:stCondLst>
                                  <p:childTnLst>
                                    <p:set>
                                      <p:cBhvr>
                                        <p:cTn id="1254" dur="1" fill="hold">
                                          <p:stCondLst>
                                            <p:cond delay="0"/>
                                          </p:stCondLst>
                                        </p:cTn>
                                        <p:tgtEl>
                                          <p:spTgt spid="1309"/>
                                        </p:tgtEl>
                                        <p:attrNameLst>
                                          <p:attrName>style.visibility</p:attrName>
                                        </p:attrNameLst>
                                      </p:cBhvr>
                                      <p:to>
                                        <p:strVal val="hidden"/>
                                      </p:to>
                                    </p:set>
                                  </p:childTnLst>
                                </p:cTn>
                              </p:par>
                              <p:par>
                                <p:cTn id="1255" presetID="1" presetClass="entr" presetSubtype="0" fill="hold" grpId="0" nodeType="withEffect">
                                  <p:stCondLst>
                                    <p:cond delay="15828"/>
                                  </p:stCondLst>
                                  <p:childTnLst>
                                    <p:set>
                                      <p:cBhvr>
                                        <p:cTn id="1256"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1000" grpId="0"/>
      <p:bldP spid="1000" grpId="1"/>
      <p:bldP spid="1001" grpId="0"/>
      <p:bldP spid="1001" grpId="1"/>
      <p:bldP spid="1002" grpId="0"/>
      <p:bldP spid="1002" grpId="1"/>
      <p:bldP spid="1003" grpId="0"/>
      <p:bldP spid="1003" grpId="1"/>
      <p:bldP spid="1004" grpId="0"/>
      <p:bldP spid="1004" grpId="1"/>
      <p:bldP spid="1005" grpId="0"/>
      <p:bldP spid="1005" grpId="1"/>
      <p:bldP spid="1006" grpId="0"/>
      <p:bldP spid="1006" grpId="1"/>
      <p:bldP spid="1007" grpId="0"/>
      <p:bldP spid="1007" grpId="1"/>
      <p:bldP spid="1008" grpId="0"/>
      <p:bldP spid="1008" grpId="1"/>
      <p:bldP spid="1009" grpId="0"/>
      <p:bldP spid="1009" grpId="1"/>
      <p:bldP spid="1010" grpId="0"/>
      <p:bldP spid="1010" grpId="1"/>
      <p:bldP spid="1011" grpId="0"/>
      <p:bldP spid="1011" grpId="1"/>
      <p:bldP spid="1012" grpId="0"/>
      <p:bldP spid="1012" grpId="1"/>
      <p:bldP spid="1013" grpId="0"/>
      <p:bldP spid="1013" grpId="1"/>
      <p:bldP spid="1014" grpId="0"/>
      <p:bldP spid="1014" grpId="1"/>
      <p:bldP spid="1015" grpId="0"/>
      <p:bldP spid="1015" grpId="1"/>
      <p:bldP spid="1016" grpId="0"/>
      <p:bldP spid="1016" grpId="1"/>
      <p:bldP spid="1017" grpId="0"/>
      <p:bldP spid="1017" grpId="1"/>
      <p:bldP spid="1018" grpId="0"/>
      <p:bldP spid="1018" grpId="1"/>
      <p:bldP spid="1019" grpId="0"/>
      <p:bldP spid="1019" grpId="1"/>
      <p:bldP spid="1020" grpId="0"/>
      <p:bldP spid="1020" grpId="1"/>
      <p:bldP spid="1021" grpId="0"/>
      <p:bldP spid="1021" grpId="1"/>
      <p:bldP spid="1022" grpId="0"/>
      <p:bldP spid="1022" grpId="1"/>
      <p:bldP spid="1023" grpId="0"/>
      <p:bldP spid="1023" grpId="1"/>
      <p:bldP spid="1024" grpId="0"/>
      <p:bldP spid="1024" grpId="1"/>
      <p:bldP spid="1025" grpId="0"/>
      <p:bldP spid="1025" grpId="1"/>
      <p:bldP spid="1026" grpId="0"/>
      <p:bldP spid="1026" grpId="1"/>
      <p:bldP spid="1027" grpId="0"/>
      <p:bldP spid="1027" grpId="1"/>
      <p:bldP spid="1028" grpId="0"/>
      <p:bldP spid="1028" grpId="1"/>
      <p:bldP spid="1029" grpId="0"/>
      <p:bldP spid="1029" grpId="1"/>
      <p:bldP spid="1030" grpId="0"/>
      <p:bldP spid="1030" grpId="1"/>
      <p:bldP spid="1031" grpId="0"/>
      <p:bldP spid="1031" grpId="1"/>
      <p:bldP spid="1032" grpId="0"/>
      <p:bldP spid="1032" grpId="1"/>
      <p:bldP spid="1033" grpId="0"/>
      <p:bldP spid="1033" grpId="1"/>
      <p:bldP spid="1034" grpId="0"/>
      <p:bldP spid="1034" grpId="1"/>
      <p:bldP spid="1035" grpId="0"/>
      <p:bldP spid="1035" grpId="1"/>
      <p:bldP spid="1036" grpId="0"/>
      <p:bldP spid="1036" grpId="1"/>
      <p:bldP spid="1037" grpId="0"/>
      <p:bldP spid="1037" grpId="1"/>
      <p:bldP spid="1038" grpId="0"/>
      <p:bldP spid="1038" grpId="1"/>
      <p:bldP spid="1039" grpId="0"/>
      <p:bldP spid="1039" grpId="1"/>
      <p:bldP spid="1040" grpId="0"/>
      <p:bldP spid="1040" grpId="1"/>
      <p:bldP spid="1041" grpId="0"/>
      <p:bldP spid="1041" grpId="1"/>
      <p:bldP spid="1042" grpId="0"/>
      <p:bldP spid="1042" grpId="1"/>
      <p:bldP spid="1043" grpId="0"/>
      <p:bldP spid="1043" grpId="1"/>
      <p:bldP spid="1044" grpId="0"/>
      <p:bldP spid="1044" grpId="1"/>
      <p:bldP spid="1045" grpId="0"/>
      <p:bldP spid="1045" grpId="1"/>
      <p:bldP spid="1046" grpId="0"/>
      <p:bldP spid="1046" grpId="1"/>
      <p:bldP spid="1047" grpId="0"/>
      <p:bldP spid="1047" grpId="1"/>
      <p:bldP spid="1048" grpId="0"/>
      <p:bldP spid="1048" grpId="1"/>
      <p:bldP spid="1049" grpId="0"/>
      <p:bldP spid="1049" grpId="1"/>
      <p:bldP spid="86" grpId="0"/>
      <p:bldP spid="1050" grpId="0"/>
      <p:bldP spid="1050" grpId="1"/>
      <p:bldP spid="1051" grpId="0"/>
      <p:bldP spid="1051" grpId="1"/>
      <p:bldP spid="1052" grpId="0"/>
      <p:bldP spid="1052" grpId="1"/>
      <p:bldP spid="1053" grpId="0"/>
      <p:bldP spid="1053" grpId="1"/>
      <p:bldP spid="1054" grpId="0"/>
      <p:bldP spid="1054" grpId="1"/>
      <p:bldP spid="1055" grpId="0"/>
      <p:bldP spid="1055" grpId="1"/>
      <p:bldP spid="1056" grpId="0"/>
      <p:bldP spid="1056" grpId="1"/>
      <p:bldP spid="1057" grpId="0"/>
      <p:bldP spid="1057" grpId="1"/>
      <p:bldP spid="1058" grpId="0"/>
      <p:bldP spid="1058" grpId="1"/>
      <p:bldP spid="1059" grpId="0"/>
      <p:bldP spid="1059" grpId="1"/>
      <p:bldP spid="1060" grpId="0"/>
      <p:bldP spid="1060" grpId="1"/>
      <p:bldP spid="1061" grpId="0"/>
      <p:bldP spid="1061" grpId="1"/>
      <p:bldP spid="1062" grpId="0"/>
      <p:bldP spid="1062" grpId="1"/>
      <p:bldP spid="1063" grpId="0"/>
      <p:bldP spid="1063" grpId="1"/>
      <p:bldP spid="1064" grpId="0"/>
      <p:bldP spid="1064" grpId="1"/>
      <p:bldP spid="1065" grpId="0"/>
      <p:bldP spid="1065" grpId="1"/>
      <p:bldP spid="1066" grpId="0"/>
      <p:bldP spid="1066" grpId="1"/>
      <p:bldP spid="1067" grpId="0"/>
      <p:bldP spid="1067" grpId="1"/>
      <p:bldP spid="1068" grpId="0"/>
      <p:bldP spid="1068" grpId="1"/>
      <p:bldP spid="1069" grpId="0"/>
      <p:bldP spid="1069" grpId="1"/>
      <p:bldP spid="1070" grpId="0"/>
      <p:bldP spid="1070" grpId="1"/>
      <p:bldP spid="1071" grpId="0"/>
      <p:bldP spid="1071" grpId="1"/>
      <p:bldP spid="1072" grpId="0"/>
      <p:bldP spid="1072" grpId="1"/>
      <p:bldP spid="1073" grpId="0"/>
      <p:bldP spid="1073" grpId="1"/>
      <p:bldP spid="1074" grpId="0"/>
      <p:bldP spid="1074" grpId="1"/>
      <p:bldP spid="1075" grpId="0"/>
      <p:bldP spid="1075" grpId="1"/>
      <p:bldP spid="1076" grpId="0"/>
      <p:bldP spid="1076" grpId="1"/>
      <p:bldP spid="1077" grpId="0"/>
      <p:bldP spid="1077" grpId="1"/>
      <p:bldP spid="1078" grpId="0"/>
      <p:bldP spid="1078" grpId="1"/>
      <p:bldP spid="1079" grpId="0"/>
      <p:bldP spid="1079" grpId="1"/>
      <p:bldP spid="1080" grpId="0"/>
      <p:bldP spid="1080" grpId="1"/>
      <p:bldP spid="1081" grpId="0"/>
      <p:bldP spid="1081" grpId="1"/>
      <p:bldP spid="1082" grpId="0"/>
      <p:bldP spid="1082" grpId="1"/>
      <p:bldP spid="1083" grpId="0"/>
      <p:bldP spid="1083" grpId="1"/>
      <p:bldP spid="1084" grpId="0"/>
      <p:bldP spid="1084" grpId="1"/>
      <p:bldP spid="1085" grpId="0"/>
      <p:bldP spid="1085" grpId="1"/>
      <p:bldP spid="1086" grpId="0"/>
      <p:bldP spid="1086" grpId="1"/>
      <p:bldP spid="1087" grpId="0"/>
      <p:bldP spid="1087" grpId="1"/>
      <p:bldP spid="1088" grpId="0"/>
      <p:bldP spid="1088" grpId="1"/>
      <p:bldP spid="1089" grpId="0"/>
      <p:bldP spid="1089" grpId="1"/>
      <p:bldP spid="1090" grpId="0"/>
      <p:bldP spid="1090" grpId="1"/>
      <p:bldP spid="1091" grpId="0"/>
      <p:bldP spid="1091" grpId="1"/>
      <p:bldP spid="1092" grpId="0"/>
      <p:bldP spid="1092" grpId="1"/>
      <p:bldP spid="1093" grpId="0"/>
      <p:bldP spid="1093" grpId="1"/>
      <p:bldP spid="1094" grpId="0"/>
      <p:bldP spid="1094" grpId="1"/>
      <p:bldP spid="1095" grpId="0"/>
      <p:bldP spid="1095" grpId="1"/>
      <p:bldP spid="1096" grpId="0"/>
      <p:bldP spid="1096" grpId="1"/>
      <p:bldP spid="1097" grpId="0"/>
      <p:bldP spid="1097" grpId="1"/>
      <p:bldP spid="1098" grpId="0"/>
      <p:bldP spid="1098" grpId="1"/>
      <p:bldP spid="1099" grpId="0"/>
      <p:bldP spid="1099" grpId="1"/>
      <p:bldP spid="1100" grpId="0"/>
      <p:bldP spid="1100" grpId="1"/>
      <p:bldP spid="1101" grpId="0"/>
      <p:bldP spid="1101" grpId="1"/>
      <p:bldP spid="1102" grpId="0"/>
      <p:bldP spid="1102" grpId="1"/>
      <p:bldP spid="1103" grpId="0"/>
      <p:bldP spid="1103" grpId="1"/>
      <p:bldP spid="89" grpId="0"/>
      <p:bldP spid="1104" grpId="0"/>
      <p:bldP spid="1104" grpId="1"/>
      <p:bldP spid="1105" grpId="0"/>
      <p:bldP spid="1105" grpId="1"/>
      <p:bldP spid="1106" grpId="0"/>
      <p:bldP spid="1106" grpId="1"/>
      <p:bldP spid="1107" grpId="0"/>
      <p:bldP spid="1107" grpId="1"/>
      <p:bldP spid="1108" grpId="0"/>
      <p:bldP spid="1108" grpId="1"/>
      <p:bldP spid="1109" grpId="0"/>
      <p:bldP spid="1109" grpId="1"/>
      <p:bldP spid="1110" grpId="0"/>
      <p:bldP spid="1110" grpId="1"/>
      <p:bldP spid="1111" grpId="0"/>
      <p:bldP spid="1111" grpId="1"/>
      <p:bldP spid="1112" grpId="0"/>
      <p:bldP spid="1112" grpId="1"/>
      <p:bldP spid="1113" grpId="0"/>
      <p:bldP spid="1113" grpId="1"/>
      <p:bldP spid="1114" grpId="0"/>
      <p:bldP spid="1114" grpId="1"/>
      <p:bldP spid="1115" grpId="0"/>
      <p:bldP spid="1115" grpId="1"/>
      <p:bldP spid="1116" grpId="0"/>
      <p:bldP spid="1116" grpId="1"/>
      <p:bldP spid="1117" grpId="0"/>
      <p:bldP spid="1117" grpId="1"/>
      <p:bldP spid="1118" grpId="0"/>
      <p:bldP spid="1118" grpId="1"/>
      <p:bldP spid="1119" grpId="0"/>
      <p:bldP spid="1119" grpId="1"/>
      <p:bldP spid="1120" grpId="0"/>
      <p:bldP spid="1120" grpId="1"/>
      <p:bldP spid="1121" grpId="0"/>
      <p:bldP spid="1121" grpId="1"/>
      <p:bldP spid="1122" grpId="0"/>
      <p:bldP spid="1122" grpId="1"/>
      <p:bldP spid="1123" grpId="0"/>
      <p:bldP spid="1123" grpId="1"/>
      <p:bldP spid="1124" grpId="0"/>
      <p:bldP spid="1124" grpId="1"/>
      <p:bldP spid="1125" grpId="0"/>
      <p:bldP spid="1125" grpId="1"/>
      <p:bldP spid="1126" grpId="0"/>
      <p:bldP spid="1126" grpId="1"/>
      <p:bldP spid="1127" grpId="0"/>
      <p:bldP spid="1127" grpId="1"/>
      <p:bldP spid="1128" grpId="0"/>
      <p:bldP spid="1128" grpId="1"/>
      <p:bldP spid="1129" grpId="0"/>
      <p:bldP spid="1129" grpId="1"/>
      <p:bldP spid="1130" grpId="0"/>
      <p:bldP spid="1130" grpId="1"/>
      <p:bldP spid="1131" grpId="0"/>
      <p:bldP spid="1131" grpId="1"/>
      <p:bldP spid="1132" grpId="0"/>
      <p:bldP spid="1132" grpId="1"/>
      <p:bldP spid="1133" grpId="0"/>
      <p:bldP spid="1133" grpId="1"/>
      <p:bldP spid="1134" grpId="0"/>
      <p:bldP spid="1134" grpId="1"/>
      <p:bldP spid="1135" grpId="0"/>
      <p:bldP spid="1135" grpId="1"/>
      <p:bldP spid="1136" grpId="0"/>
      <p:bldP spid="1136" grpId="1"/>
      <p:bldP spid="1137" grpId="0"/>
      <p:bldP spid="1137" grpId="1"/>
      <p:bldP spid="1138" grpId="0"/>
      <p:bldP spid="1138" grpId="1"/>
      <p:bldP spid="1139" grpId="0"/>
      <p:bldP spid="1139" grpId="1"/>
      <p:bldP spid="1140" grpId="0"/>
      <p:bldP spid="1140" grpId="1"/>
      <p:bldP spid="1141" grpId="0"/>
      <p:bldP spid="1141" grpId="1"/>
      <p:bldP spid="1142" grpId="0"/>
      <p:bldP spid="1142" grpId="1"/>
      <p:bldP spid="1143" grpId="0"/>
      <p:bldP spid="1143" grpId="1"/>
      <p:bldP spid="1144" grpId="0"/>
      <p:bldP spid="1144" grpId="1"/>
      <p:bldP spid="1145" grpId="0"/>
      <p:bldP spid="1145" grpId="1"/>
      <p:bldP spid="1146" grpId="0"/>
      <p:bldP spid="1146" grpId="1"/>
      <p:bldP spid="1147" grpId="0"/>
      <p:bldP spid="1147" grpId="1"/>
      <p:bldP spid="1148" grpId="0"/>
      <p:bldP spid="1148" grpId="1"/>
      <p:bldP spid="1149" grpId="0"/>
      <p:bldP spid="1149" grpId="1"/>
      <p:bldP spid="1150" grpId="0"/>
      <p:bldP spid="1150" grpId="1"/>
      <p:bldP spid="1151" grpId="0"/>
      <p:bldP spid="1151" grpId="1"/>
      <p:bldP spid="1152" grpId="0"/>
      <p:bldP spid="1152" grpId="1"/>
      <p:bldP spid="1153" grpId="0"/>
      <p:bldP spid="1153" grpId="1"/>
      <p:bldP spid="1154" grpId="0"/>
      <p:bldP spid="1154" grpId="1"/>
      <p:bldP spid="1155" grpId="0"/>
      <p:bldP spid="1155" grpId="1"/>
      <p:bldP spid="92" grpId="0"/>
      <p:bldP spid="1156" grpId="0"/>
      <p:bldP spid="1156" grpId="1"/>
      <p:bldP spid="1157" grpId="0"/>
      <p:bldP spid="1157" grpId="1"/>
      <p:bldP spid="1158" grpId="0"/>
      <p:bldP spid="1158" grpId="1"/>
      <p:bldP spid="1159" grpId="0"/>
      <p:bldP spid="1159" grpId="1"/>
      <p:bldP spid="1160" grpId="0"/>
      <p:bldP spid="1160" grpId="1"/>
      <p:bldP spid="1161" grpId="0"/>
      <p:bldP spid="1161" grpId="1"/>
      <p:bldP spid="1162" grpId="0"/>
      <p:bldP spid="1162" grpId="1"/>
      <p:bldP spid="1163" grpId="0"/>
      <p:bldP spid="1163" grpId="1"/>
      <p:bldP spid="1164" grpId="0"/>
      <p:bldP spid="1164" grpId="1"/>
      <p:bldP spid="1165" grpId="0"/>
      <p:bldP spid="1165" grpId="1"/>
      <p:bldP spid="1166" grpId="0"/>
      <p:bldP spid="1166" grpId="1"/>
      <p:bldP spid="1167" grpId="0"/>
      <p:bldP spid="1167" grpId="1"/>
      <p:bldP spid="1168" grpId="0"/>
      <p:bldP spid="1168" grpId="1"/>
      <p:bldP spid="1169" grpId="0"/>
      <p:bldP spid="1169" grpId="1"/>
      <p:bldP spid="1170" grpId="0"/>
      <p:bldP spid="1170" grpId="1"/>
      <p:bldP spid="1171" grpId="0"/>
      <p:bldP spid="1171" grpId="1"/>
      <p:bldP spid="1172" grpId="0"/>
      <p:bldP spid="1172" grpId="1"/>
      <p:bldP spid="1173" grpId="0"/>
      <p:bldP spid="1173" grpId="1"/>
      <p:bldP spid="1174" grpId="0"/>
      <p:bldP spid="1174" grpId="1"/>
      <p:bldP spid="1175" grpId="0"/>
      <p:bldP spid="1175" grpId="1"/>
      <p:bldP spid="1176" grpId="0"/>
      <p:bldP spid="1176" grpId="1"/>
      <p:bldP spid="1177" grpId="0"/>
      <p:bldP spid="1177" grpId="1"/>
      <p:bldP spid="1178" grpId="0"/>
      <p:bldP spid="1178" grpId="1"/>
      <p:bldP spid="1179" grpId="0"/>
      <p:bldP spid="1179" grpId="1"/>
      <p:bldP spid="1180" grpId="0"/>
      <p:bldP spid="1180" grpId="1"/>
      <p:bldP spid="1181" grpId="0"/>
      <p:bldP spid="1181" grpId="1"/>
      <p:bldP spid="1182" grpId="0"/>
      <p:bldP spid="1182" grpId="1"/>
      <p:bldP spid="1183" grpId="0"/>
      <p:bldP spid="1183" grpId="1"/>
      <p:bldP spid="1184" grpId="0"/>
      <p:bldP spid="1184" grpId="1"/>
      <p:bldP spid="1185" grpId="0"/>
      <p:bldP spid="1185" grpId="1"/>
      <p:bldP spid="1186" grpId="0"/>
      <p:bldP spid="1186" grpId="1"/>
      <p:bldP spid="1187" grpId="0"/>
      <p:bldP spid="1187" grpId="1"/>
      <p:bldP spid="1188" grpId="0"/>
      <p:bldP spid="1188" grpId="1"/>
      <p:bldP spid="1189" grpId="0"/>
      <p:bldP spid="1189" grpId="1"/>
      <p:bldP spid="1190" grpId="0"/>
      <p:bldP spid="1190" grpId="1"/>
      <p:bldP spid="1191" grpId="0"/>
      <p:bldP spid="1191" grpId="1"/>
      <p:bldP spid="1192" grpId="0"/>
      <p:bldP spid="1192" grpId="1"/>
      <p:bldP spid="1193" grpId="0"/>
      <p:bldP spid="1193" grpId="1"/>
      <p:bldP spid="1194" grpId="0"/>
      <p:bldP spid="1194" grpId="1"/>
      <p:bldP spid="1195" grpId="0"/>
      <p:bldP spid="1195" grpId="1"/>
      <p:bldP spid="1196" grpId="0"/>
      <p:bldP spid="1196" grpId="1"/>
      <p:bldP spid="1197" grpId="0"/>
      <p:bldP spid="1197" grpId="1"/>
      <p:bldP spid="1198" grpId="0"/>
      <p:bldP spid="1198" grpId="1"/>
      <p:bldP spid="1199" grpId="0"/>
      <p:bldP spid="1199" grpId="1"/>
      <p:bldP spid="1200" grpId="0"/>
      <p:bldP spid="1200" grpId="1"/>
      <p:bldP spid="1201" grpId="0"/>
      <p:bldP spid="1201" grpId="1"/>
      <p:bldP spid="1202" grpId="0"/>
      <p:bldP spid="1202" grpId="1"/>
      <p:bldP spid="1203" grpId="0"/>
      <p:bldP spid="1203" grpId="1"/>
      <p:bldP spid="1204" grpId="0"/>
      <p:bldP spid="1204" grpId="1"/>
      <p:bldP spid="1205" grpId="0"/>
      <p:bldP spid="1205" grpId="1"/>
      <p:bldP spid="95" grpId="0"/>
      <p:bldP spid="1206" grpId="0"/>
      <p:bldP spid="1206" grpId="1"/>
      <p:bldP spid="1207" grpId="0"/>
      <p:bldP spid="1207" grpId="1"/>
      <p:bldP spid="1208" grpId="0"/>
      <p:bldP spid="1208" grpId="1"/>
      <p:bldP spid="1209" grpId="0"/>
      <p:bldP spid="1209" grpId="1"/>
      <p:bldP spid="1210" grpId="0"/>
      <p:bldP spid="1210" grpId="1"/>
      <p:bldP spid="1211" grpId="0"/>
      <p:bldP spid="1211" grpId="1"/>
      <p:bldP spid="1212" grpId="0"/>
      <p:bldP spid="1212" grpId="1"/>
      <p:bldP spid="1213" grpId="0"/>
      <p:bldP spid="1213" grpId="1"/>
      <p:bldP spid="1214" grpId="0"/>
      <p:bldP spid="1214" grpId="1"/>
      <p:bldP spid="1215" grpId="0"/>
      <p:bldP spid="1215" grpId="1"/>
      <p:bldP spid="1216" grpId="0"/>
      <p:bldP spid="1216" grpId="1"/>
      <p:bldP spid="1217" grpId="0"/>
      <p:bldP spid="1217" grpId="1"/>
      <p:bldP spid="1218" grpId="0"/>
      <p:bldP spid="1218" grpId="1"/>
      <p:bldP spid="1219" grpId="0"/>
      <p:bldP spid="1219" grpId="1"/>
      <p:bldP spid="1220" grpId="0"/>
      <p:bldP spid="1220" grpId="1"/>
      <p:bldP spid="1221" grpId="0"/>
      <p:bldP spid="1221" grpId="1"/>
      <p:bldP spid="1222" grpId="0"/>
      <p:bldP spid="1222" grpId="1"/>
      <p:bldP spid="1223" grpId="0"/>
      <p:bldP spid="1223" grpId="1"/>
      <p:bldP spid="1224" grpId="0"/>
      <p:bldP spid="1224" grpId="1"/>
      <p:bldP spid="1225" grpId="0"/>
      <p:bldP spid="1225" grpId="1"/>
      <p:bldP spid="1226" grpId="0"/>
      <p:bldP spid="1226" grpId="1"/>
      <p:bldP spid="1227" grpId="0"/>
      <p:bldP spid="1227" grpId="1"/>
      <p:bldP spid="1228" grpId="0"/>
      <p:bldP spid="1228" grpId="1"/>
      <p:bldP spid="1229" grpId="0"/>
      <p:bldP spid="1229" grpId="1"/>
      <p:bldP spid="1230" grpId="0"/>
      <p:bldP spid="1230" grpId="1"/>
      <p:bldP spid="1231" grpId="0"/>
      <p:bldP spid="1231" grpId="1"/>
      <p:bldP spid="1232" grpId="0"/>
      <p:bldP spid="1232" grpId="1"/>
      <p:bldP spid="1233" grpId="0"/>
      <p:bldP spid="1233" grpId="1"/>
      <p:bldP spid="1234" grpId="0"/>
      <p:bldP spid="1234" grpId="1"/>
      <p:bldP spid="1235" grpId="0"/>
      <p:bldP spid="1235" grpId="1"/>
      <p:bldP spid="1236" grpId="0"/>
      <p:bldP spid="1236" grpId="1"/>
      <p:bldP spid="1237" grpId="0"/>
      <p:bldP spid="1237" grpId="1"/>
      <p:bldP spid="1238" grpId="0"/>
      <p:bldP spid="1238" grpId="1"/>
      <p:bldP spid="1239" grpId="0"/>
      <p:bldP spid="1239" grpId="1"/>
      <p:bldP spid="1240" grpId="0"/>
      <p:bldP spid="1240" grpId="1"/>
      <p:bldP spid="1241" grpId="0"/>
      <p:bldP spid="1241" grpId="1"/>
      <p:bldP spid="1242" grpId="0"/>
      <p:bldP spid="1242" grpId="1"/>
      <p:bldP spid="1243" grpId="0"/>
      <p:bldP spid="1243" grpId="1"/>
      <p:bldP spid="1244" grpId="0"/>
      <p:bldP spid="1244" grpId="1"/>
      <p:bldP spid="1245" grpId="0"/>
      <p:bldP spid="1245" grpId="1"/>
      <p:bldP spid="1246" grpId="0"/>
      <p:bldP spid="1246" grpId="1"/>
      <p:bldP spid="1247" grpId="0"/>
      <p:bldP spid="1247" grpId="1"/>
      <p:bldP spid="1248" grpId="0"/>
      <p:bldP spid="1248" grpId="1"/>
      <p:bldP spid="1249" grpId="0"/>
      <p:bldP spid="1249" grpId="1"/>
      <p:bldP spid="1250" grpId="0"/>
      <p:bldP spid="1250" grpId="1"/>
      <p:bldP spid="1251" grpId="0"/>
      <p:bldP spid="1251" grpId="1"/>
      <p:bldP spid="1252" grpId="0"/>
      <p:bldP spid="1252" grpId="1"/>
      <p:bldP spid="1253" grpId="0"/>
      <p:bldP spid="1253" grpId="1"/>
      <p:bldP spid="1254" grpId="0"/>
      <p:bldP spid="1254" grpId="1"/>
      <p:bldP spid="1255" grpId="0"/>
      <p:bldP spid="1255" grpId="1"/>
      <p:bldP spid="1256" grpId="0"/>
      <p:bldP spid="1256" grpId="1"/>
      <p:bldP spid="1257" grpId="0"/>
      <p:bldP spid="1257" grpId="1"/>
      <p:bldP spid="1258" grpId="0"/>
      <p:bldP spid="1258" grpId="1"/>
      <p:bldP spid="1259" grpId="0"/>
      <p:bldP spid="1259" grpId="1"/>
      <p:bldP spid="98" grpId="0"/>
      <p:bldP spid="1260" grpId="0"/>
      <p:bldP spid="1260" grpId="1"/>
      <p:bldP spid="1261" grpId="0"/>
      <p:bldP spid="1261" grpId="1"/>
      <p:bldP spid="1262" grpId="0"/>
      <p:bldP spid="1262" grpId="1"/>
      <p:bldP spid="1263" grpId="0"/>
      <p:bldP spid="1263" grpId="1"/>
      <p:bldP spid="1264" grpId="0"/>
      <p:bldP spid="1264" grpId="1"/>
      <p:bldP spid="1265" grpId="0"/>
      <p:bldP spid="1265" grpId="1"/>
      <p:bldP spid="1266" grpId="0"/>
      <p:bldP spid="1266" grpId="1"/>
      <p:bldP spid="1267" grpId="0"/>
      <p:bldP spid="1267" grpId="1"/>
      <p:bldP spid="1268" grpId="0"/>
      <p:bldP spid="1268" grpId="1"/>
      <p:bldP spid="1269" grpId="0"/>
      <p:bldP spid="1269" grpId="1"/>
      <p:bldP spid="1270" grpId="0"/>
      <p:bldP spid="1270" grpId="1"/>
      <p:bldP spid="1271" grpId="0"/>
      <p:bldP spid="1271" grpId="1"/>
      <p:bldP spid="1272" grpId="0"/>
      <p:bldP spid="1272" grpId="1"/>
      <p:bldP spid="1273" grpId="0"/>
      <p:bldP spid="1273" grpId="1"/>
      <p:bldP spid="1274" grpId="0"/>
      <p:bldP spid="1274" grpId="1"/>
      <p:bldP spid="1275" grpId="0"/>
      <p:bldP spid="1275" grpId="1"/>
      <p:bldP spid="1276" grpId="0"/>
      <p:bldP spid="1276" grpId="1"/>
      <p:bldP spid="1277" grpId="0"/>
      <p:bldP spid="1277" grpId="1"/>
      <p:bldP spid="1278" grpId="0"/>
      <p:bldP spid="1278" grpId="1"/>
      <p:bldP spid="1279" grpId="0"/>
      <p:bldP spid="1279" grpId="1"/>
      <p:bldP spid="1280" grpId="0"/>
      <p:bldP spid="1280" grpId="1"/>
      <p:bldP spid="1281" grpId="0"/>
      <p:bldP spid="1281" grpId="1"/>
      <p:bldP spid="1282" grpId="0"/>
      <p:bldP spid="1282" grpId="1"/>
      <p:bldP spid="1283" grpId="0"/>
      <p:bldP spid="1283" grpId="1"/>
      <p:bldP spid="1284" grpId="0"/>
      <p:bldP spid="1284" grpId="1"/>
      <p:bldP spid="1285" grpId="0"/>
      <p:bldP spid="1285" grpId="1"/>
      <p:bldP spid="1286" grpId="0"/>
      <p:bldP spid="1286" grpId="1"/>
      <p:bldP spid="1287" grpId="0"/>
      <p:bldP spid="1287" grpId="1"/>
      <p:bldP spid="1288" grpId="0"/>
      <p:bldP spid="1288" grpId="1"/>
      <p:bldP spid="1289" grpId="0"/>
      <p:bldP spid="1289" grpId="1"/>
      <p:bldP spid="1290" grpId="0"/>
      <p:bldP spid="1290" grpId="1"/>
      <p:bldP spid="1291" grpId="0"/>
      <p:bldP spid="1291" grpId="1"/>
      <p:bldP spid="1292" grpId="0"/>
      <p:bldP spid="1292" grpId="1"/>
      <p:bldP spid="1293" grpId="0"/>
      <p:bldP spid="1293" grpId="1"/>
      <p:bldP spid="1294" grpId="0"/>
      <p:bldP spid="1294" grpId="1"/>
      <p:bldP spid="1295" grpId="0"/>
      <p:bldP spid="1295" grpId="1"/>
      <p:bldP spid="1296" grpId="0"/>
      <p:bldP spid="1296" grpId="1"/>
      <p:bldP spid="1297" grpId="0"/>
      <p:bldP spid="1297" grpId="1"/>
      <p:bldP spid="1298" grpId="0"/>
      <p:bldP spid="1298" grpId="1"/>
      <p:bldP spid="1299" grpId="0"/>
      <p:bldP spid="1299" grpId="1"/>
      <p:bldP spid="1300" grpId="0"/>
      <p:bldP spid="1300" grpId="1"/>
      <p:bldP spid="1301" grpId="0"/>
      <p:bldP spid="1301" grpId="1"/>
      <p:bldP spid="1302" grpId="0"/>
      <p:bldP spid="1302" grpId="1"/>
      <p:bldP spid="1303" grpId="0"/>
      <p:bldP spid="1303" grpId="1"/>
      <p:bldP spid="1304" grpId="0"/>
      <p:bldP spid="1304" grpId="1"/>
      <p:bldP spid="1305" grpId="0"/>
      <p:bldP spid="1305" grpId="1"/>
      <p:bldP spid="1306" grpId="0"/>
      <p:bldP spid="1306" grpId="1"/>
      <p:bldP spid="1307" grpId="0"/>
      <p:bldP spid="1307" grpId="1"/>
      <p:bldP spid="1308" grpId="0"/>
      <p:bldP spid="1308" grpId="1"/>
      <p:bldP spid="1309" grpId="0"/>
      <p:bldP spid="1309"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itle"/>
          <p:cNvSpPr txBox="1"/>
          <p:nvPr/>
        </p:nvSpPr>
        <p:spPr>
          <a:xfrm>
            <a:off x="320040" y="342900"/>
            <a:ext cx="8503920" cy="762000"/>
          </a:xfrm>
          <a:prstGeom prst="rect">
            <a:avLst/>
          </a:prstGeom>
          <a:noFill/>
          <a:ln>
            <a:noFill/>
          </a:ln>
        </p:spPr>
        <p:txBody>
          <a:bodyPr spcFirstLastPara="1" wrap="square" lIns="91425" tIns="0" rIns="91425" bIns="0" anchor="t" anchorCtr="0">
            <a:noAutofit/>
          </a:bodyPr>
          <a:lstStyle/>
          <a:p>
            <a:pPr marL="0" indent="0" algn="l">
              <a:lnSpc>
                <a:spcPct val="100000"/>
              </a:lnSpc>
              <a:spcBef>
                <a:spcPts val="0"/>
              </a:spcBef>
              <a:spcAft>
                <a:spcPts val="0"/>
              </a:spcAft>
              <a:buNone/>
            </a:pPr>
            <a:r>
              <a:rPr lang="en-US" sz="2700" b="0" dirty="0">
                <a:solidFill>
                  <a:srgbClr val="0F1A2A"/>
                </a:solidFill>
                <a:latin typeface="Sora SemiBold"/>
                <a:ea typeface="Sora SemiBold"/>
                <a:cs typeface="Sora SemiBold"/>
                <a:sym typeface="Sora SemiBold"/>
              </a:rPr>
              <a:t>Forms lose people</a:t>
            </a:r>
          </a:p>
        </p:txBody>
      </p:sp>
      <p:sp>
        <p:nvSpPr>
          <p:cNvPr id="8" name="Accent bar"/>
          <p:cNvSpPr/>
          <p:nvPr/>
        </p:nvSpPr>
        <p:spPr>
          <a:xfrm>
            <a:off x="411480" y="2997200"/>
            <a:ext cx="812800" cy="63500"/>
          </a:xfrm>
          <a:prstGeom prst="rect">
            <a:avLst/>
          </a:prstGeom>
          <a:solidFill>
            <a:srgbClr val="22C985"/>
          </a:solidFill>
          <a:ln>
            <a:noFill/>
          </a:ln>
        </p:spPr>
        <p:txBody>
          <a:bodyPr/>
          <a:lstStyle/>
          <a:p>
            <a:endParaRPr lang="en-US"/>
          </a:p>
        </p:txBody>
      </p:sp>
      <p:sp>
        <p:nvSpPr>
          <p:cNvPr id="9" name="Caption 2"/>
          <p:cNvSpPr txBox="1"/>
          <p:nvPr/>
        </p:nvSpPr>
        <p:spPr>
          <a:xfrm>
            <a:off x="320040" y="3225800"/>
            <a:ext cx="8382000" cy="762000"/>
          </a:xfrm>
          <a:prstGeom prst="rect">
            <a:avLst/>
          </a:prstGeom>
          <a:noFill/>
          <a:ln>
            <a:noFill/>
          </a:ln>
        </p:spPr>
        <p:txBody>
          <a:bodyPr spcFirstLastPara="1" wrap="square" lIns="91425" tIns="0" rIns="91425" bIns="0" anchor="t" anchorCtr="0">
            <a:noAutofit/>
          </a:bodyPr>
          <a:lstStyle/>
          <a:p>
            <a:pPr marL="0" indent="0" algn="l">
              <a:lnSpc>
                <a:spcPct val="100000"/>
              </a:lnSpc>
              <a:spcBef>
                <a:spcPts val="0"/>
              </a:spcBef>
              <a:spcAft>
                <a:spcPts val="0"/>
              </a:spcAft>
              <a:buNone/>
            </a:pPr>
            <a:r>
              <a:rPr lang="en-US" sz="2000" b="1" dirty="0">
                <a:solidFill>
                  <a:srgbClr val="0F1A2A"/>
                </a:solidFill>
                <a:latin typeface="DM Sans"/>
                <a:ea typeface="DM Sans"/>
                <a:cs typeface="DM Sans"/>
                <a:sym typeface="DM Sans"/>
              </a:rPr>
              <a:t>70%</a:t>
            </a:r>
            <a:r>
              <a:rPr lang="en-US" sz="2000" b="0" dirty="0">
                <a:solidFill>
                  <a:srgbClr val="5B6575"/>
                </a:solidFill>
                <a:latin typeface="DM Sans"/>
                <a:ea typeface="DM Sans"/>
                <a:cs typeface="DM Sans"/>
                <a:sym typeface="DM Sans"/>
              </a:rPr>
              <a:t> of online checkouts are abandoned before they finish.</a:t>
            </a:r>
          </a:p>
        </p:txBody>
      </p:sp>
      <p:sp>
        <p:nvSpPr>
          <p:cNvPr id="10" name="Source 2"/>
          <p:cNvSpPr txBox="1"/>
          <p:nvPr/>
        </p:nvSpPr>
        <p:spPr>
          <a:xfrm>
            <a:off x="320040" y="4648200"/>
            <a:ext cx="8382000" cy="177800"/>
          </a:xfrm>
          <a:prstGeom prst="rect">
            <a:avLst/>
          </a:prstGeom>
          <a:noFill/>
          <a:ln>
            <a:noFill/>
          </a:ln>
        </p:spPr>
        <p:txBody>
          <a:bodyPr spcFirstLastPara="1" wrap="square" lIns="91425" tIns="0" rIns="91425" bIns="0" anchor="b" anchorCtr="0">
            <a:noAutofit/>
          </a:bodyPr>
          <a:lstStyle/>
          <a:p>
            <a:pPr marL="0" indent="0" algn="l">
              <a:lnSpc>
                <a:spcPct val="100000"/>
              </a:lnSpc>
              <a:spcBef>
                <a:spcPts val="0"/>
              </a:spcBef>
              <a:spcAft>
                <a:spcPts val="0"/>
              </a:spcAft>
              <a:buNone/>
            </a:pPr>
            <a:r>
              <a:rPr lang="en-US" sz="900" b="0" dirty="0">
                <a:solidFill>
                  <a:srgbClr val="5B6575"/>
                </a:solidFill>
                <a:latin typeface="DM Sans"/>
                <a:ea typeface="DM Sans"/>
                <a:cs typeface="DM Sans"/>
                <a:sym typeface="DM Sans"/>
              </a:rPr>
              <a:t>Source: Baymard Institute, 2025 (average of 50 studies)</a:t>
            </a:r>
          </a:p>
        </p:txBody>
      </p:sp>
      <p:pic>
        <p:nvPicPr>
          <p:cNvPr id="303" name="Person 4 ghost" descr="Pers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31440" y="1320800"/>
            <a:ext cx="1320800" cy="1320800"/>
          </a:xfrm>
          <a:prstGeom prst="rect">
            <a:avLst/>
          </a:prstGeom>
        </p:spPr>
      </p:pic>
      <p:pic>
        <p:nvPicPr>
          <p:cNvPr id="304" name="Person 5 ghost" descr="Pers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74720" y="1320800"/>
            <a:ext cx="1320800" cy="1320800"/>
          </a:xfrm>
          <a:prstGeom prst="rect">
            <a:avLst/>
          </a:prstGeom>
        </p:spPr>
      </p:pic>
      <p:pic>
        <p:nvPicPr>
          <p:cNvPr id="305" name="Person 6 ghost" descr="Pers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8000" y="1320800"/>
            <a:ext cx="1320800" cy="1320800"/>
          </a:xfrm>
          <a:prstGeom prst="rect">
            <a:avLst/>
          </a:prstGeom>
        </p:spPr>
      </p:pic>
      <p:pic>
        <p:nvPicPr>
          <p:cNvPr id="306" name="Person 7 ghost" descr="Pers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61280" y="1320800"/>
            <a:ext cx="1320800" cy="1320800"/>
          </a:xfrm>
          <a:prstGeom prst="rect">
            <a:avLst/>
          </a:prstGeom>
        </p:spPr>
      </p:pic>
      <p:pic>
        <p:nvPicPr>
          <p:cNvPr id="307" name="Person 8 ghost" descr="Pers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04560" y="1320800"/>
            <a:ext cx="1320800" cy="1320800"/>
          </a:xfrm>
          <a:prstGeom prst="rect">
            <a:avLst/>
          </a:prstGeom>
        </p:spPr>
      </p:pic>
      <p:pic>
        <p:nvPicPr>
          <p:cNvPr id="308" name="Person 9 ghost" descr="Pers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47840" y="1320800"/>
            <a:ext cx="1320800" cy="1320800"/>
          </a:xfrm>
          <a:prstGeom prst="rect">
            <a:avLst/>
          </a:prstGeom>
        </p:spPr>
      </p:pic>
      <p:pic>
        <p:nvPicPr>
          <p:cNvPr id="309" name="Person 10 ghost" descr="Pers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91120" y="1320800"/>
            <a:ext cx="1320800" cy="1320800"/>
          </a:xfrm>
          <a:prstGeom prst="rect">
            <a:avLst/>
          </a:prstGeom>
        </p:spPr>
      </p:pic>
      <p:pic>
        <p:nvPicPr>
          <p:cNvPr id="200" name="Person 1" descr="Pers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600" y="1320800"/>
            <a:ext cx="1320800" cy="1320800"/>
          </a:xfrm>
          <a:prstGeom prst="rect">
            <a:avLst/>
          </a:prstGeom>
        </p:spPr>
      </p:pic>
      <p:pic>
        <p:nvPicPr>
          <p:cNvPr id="201" name="Person 2" descr="Pers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4880" y="1320800"/>
            <a:ext cx="1320800" cy="1320800"/>
          </a:xfrm>
          <a:prstGeom prst="rect">
            <a:avLst/>
          </a:prstGeom>
        </p:spPr>
      </p:pic>
      <p:pic>
        <p:nvPicPr>
          <p:cNvPr id="202" name="Person 3" descr="Pers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8160" y="1320800"/>
            <a:ext cx="1320800" cy="1320800"/>
          </a:xfrm>
          <a:prstGeom prst="rect">
            <a:avLst/>
          </a:prstGeom>
        </p:spPr>
      </p:pic>
      <p:pic>
        <p:nvPicPr>
          <p:cNvPr id="203" name="Person 4" descr="Pers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31440" y="1320800"/>
            <a:ext cx="1320800" cy="1320800"/>
          </a:xfrm>
          <a:prstGeom prst="rect">
            <a:avLst/>
          </a:prstGeom>
        </p:spPr>
      </p:pic>
      <p:pic>
        <p:nvPicPr>
          <p:cNvPr id="204" name="Person 5" descr="Pers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74720" y="1320800"/>
            <a:ext cx="1320800" cy="1320800"/>
          </a:xfrm>
          <a:prstGeom prst="rect">
            <a:avLst/>
          </a:prstGeom>
        </p:spPr>
      </p:pic>
      <p:pic>
        <p:nvPicPr>
          <p:cNvPr id="205" name="Person 6" descr="Pers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18000" y="1320800"/>
            <a:ext cx="1320800" cy="1320800"/>
          </a:xfrm>
          <a:prstGeom prst="rect">
            <a:avLst/>
          </a:prstGeom>
        </p:spPr>
      </p:pic>
      <p:pic>
        <p:nvPicPr>
          <p:cNvPr id="206" name="Person 7" descr="Pers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61280" y="1320800"/>
            <a:ext cx="1320800" cy="1320800"/>
          </a:xfrm>
          <a:prstGeom prst="rect">
            <a:avLst/>
          </a:prstGeom>
        </p:spPr>
      </p:pic>
      <p:pic>
        <p:nvPicPr>
          <p:cNvPr id="207" name="Person 8" descr="Pers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04560" y="1320800"/>
            <a:ext cx="1320800" cy="1320800"/>
          </a:xfrm>
          <a:prstGeom prst="rect">
            <a:avLst/>
          </a:prstGeom>
        </p:spPr>
      </p:pic>
      <p:pic>
        <p:nvPicPr>
          <p:cNvPr id="208" name="Person 9" descr="Pers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47840" y="1320800"/>
            <a:ext cx="1320800" cy="1320800"/>
          </a:xfrm>
          <a:prstGeom prst="rect">
            <a:avLst/>
          </a:prstGeom>
        </p:spPr>
      </p:pic>
      <p:pic>
        <p:nvPicPr>
          <p:cNvPr id="209" name="Person 10" descr="Pers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91120" y="1320800"/>
            <a:ext cx="1320800" cy="1320800"/>
          </a:xfrm>
          <a:prstGeom prst="rect">
            <a:avLst/>
          </a:prstGeom>
        </p:spPr>
      </p:pic>
    </p:spTree>
    <p:extLst>
      <p:ext uri="{BB962C8B-B14F-4D97-AF65-F5344CB8AC3E}">
        <p14:creationId xmlns:p14="http://schemas.microsoft.com/office/powerpoint/2010/main" val="10611879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afterEffect">
                                  <p:stCondLst>
                                    <p:cond delay="600"/>
                                  </p:stCondLst>
                                  <p:childTnLst>
                                    <p:animMotion origin="layout" path="M 0 0 L 0 0.12 E" pathEditMode="relative" ptsTypes="">
                                      <p:cBhvr>
                                        <p:cTn id="6" dur="600" decel="100000" fill="hold"/>
                                        <p:tgtEl>
                                          <p:spTgt spid="203"/>
                                        </p:tgtEl>
                                        <p:attrNameLst>
                                          <p:attrName>ppt_x</p:attrName>
                                          <p:attrName>ppt_y</p:attrName>
                                        </p:attrNameLst>
                                      </p:cBhvr>
                                    </p:animMotion>
                                    <p:animEffect transition="out" filter="fade">
                                      <p:cBhvr>
                                        <p:cTn id="7" dur="600"/>
                                        <p:tgtEl>
                                          <p:spTgt spid="203"/>
                                        </p:tgtEl>
                                      </p:cBhvr>
                                    </p:animEffect>
                                    <p:set>
                                      <p:cBhvr>
                                        <p:cTn id="8" dur="1" fill="hold">
                                          <p:stCondLst>
                                            <p:cond delay="599"/>
                                          </p:stCondLst>
                                        </p:cTn>
                                        <p:tgtEl>
                                          <p:spTgt spid="203"/>
                                        </p:tgtEl>
                                        <p:attrNameLst>
                                          <p:attrName>style.visibility</p:attrName>
                                        </p:attrNameLst>
                                      </p:cBhvr>
                                      <p:to>
                                        <p:strVal val="hidden"/>
                                      </p:to>
                                    </p:set>
                                  </p:childTnLst>
                                </p:cTn>
                              </p:par>
                              <p:par>
                                <p:cTn id="9" presetID="10" presetClass="exit" presetSubtype="0" fill="hold" grpId="0" nodeType="withEffect">
                                  <p:stCondLst>
                                    <p:cond delay="820"/>
                                  </p:stCondLst>
                                  <p:childTnLst>
                                    <p:animMotion origin="layout" path="M 0 0 L 0 0.12 E" pathEditMode="relative" ptsTypes="">
                                      <p:cBhvr>
                                        <p:cTn id="10" dur="600" decel="100000" fill="hold"/>
                                        <p:tgtEl>
                                          <p:spTgt spid="204"/>
                                        </p:tgtEl>
                                        <p:attrNameLst>
                                          <p:attrName>ppt_x</p:attrName>
                                          <p:attrName>ppt_y</p:attrName>
                                        </p:attrNameLst>
                                      </p:cBhvr>
                                    </p:animMotion>
                                    <p:animEffect transition="out" filter="fade">
                                      <p:cBhvr>
                                        <p:cTn id="11" dur="600"/>
                                        <p:tgtEl>
                                          <p:spTgt spid="204"/>
                                        </p:tgtEl>
                                      </p:cBhvr>
                                    </p:animEffect>
                                    <p:set>
                                      <p:cBhvr>
                                        <p:cTn id="12" dur="1" fill="hold">
                                          <p:stCondLst>
                                            <p:cond delay="599"/>
                                          </p:stCondLst>
                                        </p:cTn>
                                        <p:tgtEl>
                                          <p:spTgt spid="204"/>
                                        </p:tgtEl>
                                        <p:attrNameLst>
                                          <p:attrName>style.visibility</p:attrName>
                                        </p:attrNameLst>
                                      </p:cBhvr>
                                      <p:to>
                                        <p:strVal val="hidden"/>
                                      </p:to>
                                    </p:set>
                                  </p:childTnLst>
                                </p:cTn>
                              </p:par>
                              <p:par>
                                <p:cTn id="13" presetID="10" presetClass="exit" presetSubtype="0" fill="hold" grpId="0" nodeType="withEffect">
                                  <p:stCondLst>
                                    <p:cond delay="1040"/>
                                  </p:stCondLst>
                                  <p:childTnLst>
                                    <p:animMotion origin="layout" path="M 0 0 L 0 0.12 E" pathEditMode="relative" ptsTypes="">
                                      <p:cBhvr>
                                        <p:cTn id="14" dur="600" decel="100000" fill="hold"/>
                                        <p:tgtEl>
                                          <p:spTgt spid="205"/>
                                        </p:tgtEl>
                                        <p:attrNameLst>
                                          <p:attrName>ppt_x</p:attrName>
                                          <p:attrName>ppt_y</p:attrName>
                                        </p:attrNameLst>
                                      </p:cBhvr>
                                    </p:animMotion>
                                    <p:animEffect transition="out" filter="fade">
                                      <p:cBhvr>
                                        <p:cTn id="15" dur="600"/>
                                        <p:tgtEl>
                                          <p:spTgt spid="205"/>
                                        </p:tgtEl>
                                      </p:cBhvr>
                                    </p:animEffect>
                                    <p:set>
                                      <p:cBhvr>
                                        <p:cTn id="16" dur="1" fill="hold">
                                          <p:stCondLst>
                                            <p:cond delay="599"/>
                                          </p:stCondLst>
                                        </p:cTn>
                                        <p:tgtEl>
                                          <p:spTgt spid="205"/>
                                        </p:tgtEl>
                                        <p:attrNameLst>
                                          <p:attrName>style.visibility</p:attrName>
                                        </p:attrNameLst>
                                      </p:cBhvr>
                                      <p:to>
                                        <p:strVal val="hidden"/>
                                      </p:to>
                                    </p:set>
                                  </p:childTnLst>
                                </p:cTn>
                              </p:par>
                              <p:par>
                                <p:cTn id="17" presetID="10" presetClass="exit" presetSubtype="0" fill="hold" grpId="0" nodeType="withEffect">
                                  <p:stCondLst>
                                    <p:cond delay="1260"/>
                                  </p:stCondLst>
                                  <p:childTnLst>
                                    <p:animMotion origin="layout" path="M 0 0 L 0 0.12 E" pathEditMode="relative" ptsTypes="">
                                      <p:cBhvr>
                                        <p:cTn id="18" dur="600" decel="100000" fill="hold"/>
                                        <p:tgtEl>
                                          <p:spTgt spid="206"/>
                                        </p:tgtEl>
                                        <p:attrNameLst>
                                          <p:attrName>ppt_x</p:attrName>
                                          <p:attrName>ppt_y</p:attrName>
                                        </p:attrNameLst>
                                      </p:cBhvr>
                                    </p:animMotion>
                                    <p:animEffect transition="out" filter="fade">
                                      <p:cBhvr>
                                        <p:cTn id="19" dur="600"/>
                                        <p:tgtEl>
                                          <p:spTgt spid="206"/>
                                        </p:tgtEl>
                                      </p:cBhvr>
                                    </p:animEffect>
                                    <p:set>
                                      <p:cBhvr>
                                        <p:cTn id="20" dur="1" fill="hold">
                                          <p:stCondLst>
                                            <p:cond delay="599"/>
                                          </p:stCondLst>
                                        </p:cTn>
                                        <p:tgtEl>
                                          <p:spTgt spid="206"/>
                                        </p:tgtEl>
                                        <p:attrNameLst>
                                          <p:attrName>style.visibility</p:attrName>
                                        </p:attrNameLst>
                                      </p:cBhvr>
                                      <p:to>
                                        <p:strVal val="hidden"/>
                                      </p:to>
                                    </p:set>
                                  </p:childTnLst>
                                </p:cTn>
                              </p:par>
                              <p:par>
                                <p:cTn id="21" presetID="10" presetClass="exit" presetSubtype="0" fill="hold" grpId="0" nodeType="withEffect">
                                  <p:stCondLst>
                                    <p:cond delay="1480"/>
                                  </p:stCondLst>
                                  <p:childTnLst>
                                    <p:animMotion origin="layout" path="M 0 0 L 0 0.12 E" pathEditMode="relative" ptsTypes="">
                                      <p:cBhvr>
                                        <p:cTn id="22" dur="600" decel="100000" fill="hold"/>
                                        <p:tgtEl>
                                          <p:spTgt spid="207"/>
                                        </p:tgtEl>
                                        <p:attrNameLst>
                                          <p:attrName>ppt_x</p:attrName>
                                          <p:attrName>ppt_y</p:attrName>
                                        </p:attrNameLst>
                                      </p:cBhvr>
                                    </p:animMotion>
                                    <p:animEffect transition="out" filter="fade">
                                      <p:cBhvr>
                                        <p:cTn id="23" dur="600"/>
                                        <p:tgtEl>
                                          <p:spTgt spid="207"/>
                                        </p:tgtEl>
                                      </p:cBhvr>
                                    </p:animEffect>
                                    <p:set>
                                      <p:cBhvr>
                                        <p:cTn id="24" dur="1" fill="hold">
                                          <p:stCondLst>
                                            <p:cond delay="599"/>
                                          </p:stCondLst>
                                        </p:cTn>
                                        <p:tgtEl>
                                          <p:spTgt spid="207"/>
                                        </p:tgtEl>
                                        <p:attrNameLst>
                                          <p:attrName>style.visibility</p:attrName>
                                        </p:attrNameLst>
                                      </p:cBhvr>
                                      <p:to>
                                        <p:strVal val="hidden"/>
                                      </p:to>
                                    </p:set>
                                  </p:childTnLst>
                                </p:cTn>
                              </p:par>
                              <p:par>
                                <p:cTn id="25" presetID="10" presetClass="exit" presetSubtype="0" fill="hold" grpId="0" nodeType="withEffect">
                                  <p:stCondLst>
                                    <p:cond delay="1700"/>
                                  </p:stCondLst>
                                  <p:childTnLst>
                                    <p:animMotion origin="layout" path="M 0 0 L 0 0.12 E" pathEditMode="relative" ptsTypes="">
                                      <p:cBhvr>
                                        <p:cTn id="26" dur="600" decel="100000" fill="hold"/>
                                        <p:tgtEl>
                                          <p:spTgt spid="208"/>
                                        </p:tgtEl>
                                        <p:attrNameLst>
                                          <p:attrName>ppt_x</p:attrName>
                                          <p:attrName>ppt_y</p:attrName>
                                        </p:attrNameLst>
                                      </p:cBhvr>
                                    </p:animMotion>
                                    <p:animEffect transition="out" filter="fade">
                                      <p:cBhvr>
                                        <p:cTn id="27" dur="600"/>
                                        <p:tgtEl>
                                          <p:spTgt spid="208"/>
                                        </p:tgtEl>
                                      </p:cBhvr>
                                    </p:animEffect>
                                    <p:set>
                                      <p:cBhvr>
                                        <p:cTn id="28" dur="1" fill="hold">
                                          <p:stCondLst>
                                            <p:cond delay="599"/>
                                          </p:stCondLst>
                                        </p:cTn>
                                        <p:tgtEl>
                                          <p:spTgt spid="208"/>
                                        </p:tgtEl>
                                        <p:attrNameLst>
                                          <p:attrName>style.visibility</p:attrName>
                                        </p:attrNameLst>
                                      </p:cBhvr>
                                      <p:to>
                                        <p:strVal val="hidden"/>
                                      </p:to>
                                    </p:set>
                                  </p:childTnLst>
                                </p:cTn>
                              </p:par>
                              <p:par>
                                <p:cTn id="29" presetID="10" presetClass="exit" presetSubtype="0" fill="hold" grpId="0" nodeType="withEffect">
                                  <p:stCondLst>
                                    <p:cond delay="1920"/>
                                  </p:stCondLst>
                                  <p:childTnLst>
                                    <p:animMotion origin="layout" path="M 0 0 L 0 0.12 E" pathEditMode="relative" ptsTypes="">
                                      <p:cBhvr>
                                        <p:cTn id="30" dur="600" decel="100000" fill="hold"/>
                                        <p:tgtEl>
                                          <p:spTgt spid="209"/>
                                        </p:tgtEl>
                                        <p:attrNameLst>
                                          <p:attrName>ppt_x</p:attrName>
                                          <p:attrName>ppt_y</p:attrName>
                                        </p:attrNameLst>
                                      </p:cBhvr>
                                    </p:animMotion>
                                    <p:animEffect transition="out" filter="fade">
                                      <p:cBhvr>
                                        <p:cTn id="31" dur="600"/>
                                        <p:tgtEl>
                                          <p:spTgt spid="209"/>
                                        </p:tgtEl>
                                      </p:cBhvr>
                                    </p:animEffect>
                                    <p:set>
                                      <p:cBhvr>
                                        <p:cTn id="32" dur="1" fill="hold">
                                          <p:stCondLst>
                                            <p:cond delay="599"/>
                                          </p:stCondLst>
                                        </p:cTn>
                                        <p:tgtEl>
                                          <p:spTgt spid="2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p:bldP spid="204" grpId="0"/>
      <p:bldP spid="205" grpId="0"/>
      <p:bldP spid="206" grpId="0"/>
      <p:bldP spid="207" grpId="0"/>
      <p:bldP spid="208" grpId="0"/>
      <p:bldP spid="20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320040" y="254000"/>
            <a:ext cx="8503920" cy="507831"/>
          </a:xfrm>
          <a:prstGeom prst="rect">
            <a:avLst/>
          </a:prstGeom>
          <a:noFill/>
        </p:spPr>
        <p:txBody>
          <a:bodyPr wrap="square" lIns="45720" rIns="45720" anchor="t">
            <a:spAutoFit/>
          </a:bodyPr>
          <a:lstStyle/>
          <a:p>
            <a:pPr algn="l"/>
            <a:r>
              <a:rPr sz="2700" b="0">
                <a:solidFill>
                  <a:srgbClr val="0F1A2A"/>
                </a:solidFill>
                <a:latin typeface="Sora SemiBold"/>
              </a:rPr>
              <a:t>Formly converts</a:t>
            </a:r>
          </a:p>
        </p:txBody>
      </p:sp>
      <p:cxnSp>
        <p:nvCxnSpPr>
          <p:cNvPr id="3" name="Connector 2"/>
          <p:cNvCxnSpPr/>
          <p:nvPr/>
        </p:nvCxnSpPr>
        <p:spPr>
          <a:xfrm flipV="1">
            <a:off x="1287773" y="1598303"/>
            <a:ext cx="1489995" cy="539142"/>
          </a:xfrm>
          <a:prstGeom prst="curvedConnector3">
            <a:avLst/>
          </a:prstGeom>
          <a:ln w="12700">
            <a:solidFill>
              <a:srgbClr val="5B657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950970" y="1422400"/>
            <a:ext cx="1267460" cy="0"/>
          </a:xfrm>
          <a:prstGeom prst="curvedConnector3">
            <a:avLst/>
          </a:prstGeom>
          <a:ln w="12700">
            <a:solidFill>
              <a:srgbClr val="5B657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65072" y="1617870"/>
            <a:ext cx="205975" cy="675859"/>
          </a:xfrm>
          <a:prstGeom prst="curvedConnector3">
            <a:avLst/>
          </a:prstGeom>
          <a:ln w="12700">
            <a:solidFill>
              <a:srgbClr val="5B657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184650" y="2489200"/>
            <a:ext cx="1252220" cy="0"/>
          </a:xfrm>
          <a:prstGeom prst="curvedConnector3">
            <a:avLst/>
          </a:prstGeom>
          <a:ln w="12700">
            <a:solidFill>
              <a:srgbClr val="5B657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1307889" y="2293303"/>
            <a:ext cx="1441790" cy="130808"/>
          </a:xfrm>
          <a:prstGeom prst="curvedConnector3">
            <a:avLst/>
          </a:prstGeom>
          <a:ln w="12700">
            <a:solidFill>
              <a:srgbClr val="5B657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287773" y="1598303"/>
            <a:ext cx="1489995" cy="539142"/>
          </a:xfrm>
          <a:prstGeom prst="curvedConnector3">
            <a:avLst/>
          </a:prstGeom>
          <a:ln w="12700">
            <a:solidFill>
              <a:srgbClr val="5B657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87474" y="2384578"/>
            <a:ext cx="2103350" cy="766846"/>
          </a:xfrm>
          <a:prstGeom prst="curvedConnector3">
            <a:avLst/>
          </a:prstGeom>
          <a:ln w="12700">
            <a:solidFill>
              <a:srgbClr val="5B657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4289641" y="1685984"/>
            <a:ext cx="3430782" cy="1463855"/>
          </a:xfrm>
          <a:prstGeom prst="curvedConnector3">
            <a:avLst/>
          </a:prstGeom>
          <a:ln w="12700">
            <a:solidFill>
              <a:srgbClr val="5B657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710477" y="2665234"/>
            <a:ext cx="1061699" cy="389482"/>
          </a:xfrm>
          <a:prstGeom prst="curvedConnector3">
            <a:avLst/>
          </a:prstGeom>
          <a:ln w="12700">
            <a:solidFill>
              <a:srgbClr val="5B657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92536" y="1454207"/>
            <a:ext cx="1095215" cy="50704"/>
          </a:xfrm>
          <a:prstGeom prst="curvedConnector3">
            <a:avLst/>
          </a:prstGeom>
          <a:ln w="12700">
            <a:solidFill>
              <a:srgbClr val="5B6575"/>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17219" y="1930400"/>
            <a:ext cx="660400" cy="660400"/>
          </a:xfrm>
          <a:prstGeom prst="ellipse">
            <a:avLst/>
          </a:prstGeom>
          <a:solidFill>
            <a:srgbClr val="0F1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1019" y="1930400"/>
            <a:ext cx="812800" cy="660400"/>
          </a:xfrm>
          <a:prstGeom prst="rect">
            <a:avLst/>
          </a:prstGeom>
          <a:noFill/>
        </p:spPr>
        <p:txBody>
          <a:bodyPr wrap="square" lIns="45720" rIns="45720" anchor="ctr">
            <a:spAutoFit/>
          </a:bodyPr>
          <a:lstStyle/>
          <a:p>
            <a:pPr algn="ctr"/>
            <a:r>
              <a:rPr sz="900" b="0">
                <a:solidFill>
                  <a:srgbClr val="FFFFFF"/>
                </a:solidFill>
                <a:latin typeface="DM Sans Medium"/>
              </a:rPr>
              <a:t>Start</a:t>
            </a:r>
          </a:p>
        </p:txBody>
      </p:sp>
      <p:sp>
        <p:nvSpPr>
          <p:cNvPr id="15" name="Rectangle 14"/>
          <p:cNvSpPr/>
          <p:nvPr/>
        </p:nvSpPr>
        <p:spPr>
          <a:xfrm>
            <a:off x="2608580" y="1257300"/>
            <a:ext cx="1310640" cy="330200"/>
          </a:xfrm>
          <a:prstGeom prst="roundRect">
            <a:avLst>
              <a:gd name="adj" fmla="val 35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32380" y="1257300"/>
            <a:ext cx="1463040" cy="330200"/>
          </a:xfrm>
          <a:prstGeom prst="rect">
            <a:avLst/>
          </a:prstGeom>
          <a:noFill/>
        </p:spPr>
        <p:txBody>
          <a:bodyPr wrap="square" lIns="45720" rIns="45720" anchor="ctr">
            <a:spAutoFit/>
          </a:bodyPr>
          <a:lstStyle/>
          <a:p>
            <a:pPr algn="ctr"/>
            <a:r>
              <a:rPr sz="900" b="0">
                <a:solidFill>
                  <a:srgbClr val="0F1A2A"/>
                </a:solidFill>
                <a:latin typeface="DM Sans"/>
              </a:rPr>
              <a:t>Typo</a:t>
            </a:r>
          </a:p>
        </p:txBody>
      </p:sp>
      <p:sp>
        <p:nvSpPr>
          <p:cNvPr id="17" name="Rectangle 16"/>
          <p:cNvSpPr/>
          <p:nvPr/>
        </p:nvSpPr>
        <p:spPr>
          <a:xfrm>
            <a:off x="5250180" y="1257300"/>
            <a:ext cx="1310640" cy="330200"/>
          </a:xfrm>
          <a:prstGeom prst="roundRect">
            <a:avLst>
              <a:gd name="adj" fmla="val 35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73980" y="1257300"/>
            <a:ext cx="1463040" cy="330200"/>
          </a:xfrm>
          <a:prstGeom prst="rect">
            <a:avLst/>
          </a:prstGeom>
          <a:noFill/>
        </p:spPr>
        <p:txBody>
          <a:bodyPr wrap="square" lIns="45720" rIns="45720" anchor="ctr">
            <a:spAutoFit/>
          </a:bodyPr>
          <a:lstStyle/>
          <a:p>
            <a:pPr algn="ctr"/>
            <a:r>
              <a:rPr sz="900" b="0">
                <a:solidFill>
                  <a:srgbClr val="0F1A2A"/>
                </a:solidFill>
                <a:latin typeface="DM Sans"/>
              </a:rPr>
              <a:t>Wrong PIN</a:t>
            </a:r>
          </a:p>
        </p:txBody>
      </p:sp>
      <p:sp>
        <p:nvSpPr>
          <p:cNvPr id="19" name="Rectangle 18"/>
          <p:cNvSpPr/>
          <p:nvPr/>
        </p:nvSpPr>
        <p:spPr>
          <a:xfrm>
            <a:off x="2781300" y="2324100"/>
            <a:ext cx="1371600" cy="330200"/>
          </a:xfrm>
          <a:prstGeom prst="roundRect">
            <a:avLst>
              <a:gd name="adj" fmla="val 35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05100" y="2324100"/>
            <a:ext cx="1524000" cy="330200"/>
          </a:xfrm>
          <a:prstGeom prst="rect">
            <a:avLst/>
          </a:prstGeom>
          <a:noFill/>
        </p:spPr>
        <p:txBody>
          <a:bodyPr wrap="square" lIns="45720" rIns="45720" anchor="ctr">
            <a:spAutoFit/>
          </a:bodyPr>
          <a:lstStyle/>
          <a:p>
            <a:pPr algn="ctr"/>
            <a:r>
              <a:rPr sz="900" b="0">
                <a:solidFill>
                  <a:srgbClr val="0F1A2A"/>
                </a:solidFill>
                <a:latin typeface="DM Sans"/>
              </a:rPr>
              <a:t>Call support</a:t>
            </a:r>
          </a:p>
        </p:txBody>
      </p:sp>
      <p:sp>
        <p:nvSpPr>
          <p:cNvPr id="21" name="Rectangle 20"/>
          <p:cNvSpPr/>
          <p:nvPr/>
        </p:nvSpPr>
        <p:spPr>
          <a:xfrm>
            <a:off x="5468620" y="2324100"/>
            <a:ext cx="1524000" cy="330200"/>
          </a:xfrm>
          <a:prstGeom prst="roundRect">
            <a:avLst>
              <a:gd name="adj" fmla="val 35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92420" y="2324100"/>
            <a:ext cx="1676400" cy="330200"/>
          </a:xfrm>
          <a:prstGeom prst="rect">
            <a:avLst/>
          </a:prstGeom>
          <a:noFill/>
        </p:spPr>
        <p:txBody>
          <a:bodyPr wrap="square" lIns="45720" rIns="45720" anchor="ctr">
            <a:spAutoFit/>
          </a:bodyPr>
          <a:lstStyle/>
          <a:p>
            <a:pPr algn="ctr"/>
            <a:r>
              <a:rPr sz="900" b="0">
                <a:solidFill>
                  <a:srgbClr val="0F1A2A"/>
                </a:solidFill>
                <a:latin typeface="DM Sans"/>
              </a:rPr>
              <a:t>Port-in rejected</a:t>
            </a:r>
          </a:p>
        </p:txBody>
      </p:sp>
      <p:sp>
        <p:nvSpPr>
          <p:cNvPr id="23" name="Rectangle 22"/>
          <p:cNvSpPr/>
          <p:nvPr/>
        </p:nvSpPr>
        <p:spPr>
          <a:xfrm>
            <a:off x="3081020" y="3162300"/>
            <a:ext cx="1584960" cy="330200"/>
          </a:xfrm>
          <a:prstGeom prst="roundRect">
            <a:avLst>
              <a:gd name="adj" fmla="val 35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04820" y="3162300"/>
            <a:ext cx="1737360" cy="330200"/>
          </a:xfrm>
          <a:prstGeom prst="rect">
            <a:avLst/>
          </a:prstGeom>
          <a:noFill/>
        </p:spPr>
        <p:txBody>
          <a:bodyPr wrap="square" lIns="45720" rIns="45720" anchor="ctr">
            <a:spAutoFit/>
          </a:bodyPr>
          <a:lstStyle/>
          <a:p>
            <a:pPr algn="ctr"/>
            <a:r>
              <a:rPr sz="900" b="0">
                <a:solidFill>
                  <a:srgbClr val="0F1A2A"/>
                </a:solidFill>
                <a:latin typeface="DM Sans"/>
              </a:rPr>
              <a:t>Made-up answer</a:t>
            </a:r>
          </a:p>
        </p:txBody>
      </p:sp>
      <p:sp>
        <p:nvSpPr>
          <p:cNvPr id="25" name="Oval 24"/>
          <p:cNvSpPr/>
          <p:nvPr/>
        </p:nvSpPr>
        <p:spPr>
          <a:xfrm>
            <a:off x="7719060" y="1143000"/>
            <a:ext cx="762000" cy="762000"/>
          </a:xfrm>
          <a:prstGeom prst="ellipse">
            <a:avLst/>
          </a:prstGeom>
          <a:solidFill>
            <a:srgbClr val="F6F7F9"/>
          </a:solidFill>
          <a:ln w="19050">
            <a:solidFill>
              <a:srgbClr val="CBD1D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42860" y="1143000"/>
            <a:ext cx="914400" cy="762000"/>
          </a:xfrm>
          <a:prstGeom prst="rect">
            <a:avLst/>
          </a:prstGeom>
          <a:noFill/>
        </p:spPr>
        <p:txBody>
          <a:bodyPr wrap="square" lIns="45720" rIns="45720" anchor="ctr">
            <a:spAutoFit/>
          </a:bodyPr>
          <a:lstStyle/>
          <a:p>
            <a:pPr algn="ctr"/>
            <a:r>
              <a:rPr sz="900" b="0">
                <a:solidFill>
                  <a:srgbClr val="8A94A3"/>
                </a:solidFill>
                <a:latin typeface="DM Sans"/>
              </a:rPr>
              <a:t>Signed up?</a:t>
            </a:r>
          </a:p>
        </p:txBody>
      </p:sp>
      <p:sp>
        <p:nvSpPr>
          <p:cNvPr id="27" name="Oval 26"/>
          <p:cNvSpPr/>
          <p:nvPr/>
        </p:nvSpPr>
        <p:spPr>
          <a:xfrm>
            <a:off x="7782560" y="2857500"/>
            <a:ext cx="635000" cy="635000"/>
          </a:xfrm>
          <a:prstGeom prst="ellipse">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06360" y="2857500"/>
            <a:ext cx="787400" cy="635000"/>
          </a:xfrm>
          <a:prstGeom prst="rect">
            <a:avLst/>
          </a:prstGeom>
          <a:noFill/>
        </p:spPr>
        <p:txBody>
          <a:bodyPr wrap="square" lIns="45720" rIns="45720" anchor="ctr">
            <a:spAutoFit/>
          </a:bodyPr>
          <a:lstStyle/>
          <a:p>
            <a:pPr algn="ctr"/>
            <a:r>
              <a:rPr sz="900" b="0">
                <a:solidFill>
                  <a:srgbClr val="FFFFFF"/>
                </a:solidFill>
                <a:latin typeface="DM Sans Medium"/>
              </a:rPr>
              <a:t>Quit</a:t>
            </a:r>
          </a:p>
        </p:txBody>
      </p:sp>
      <p:sp>
        <p:nvSpPr>
          <p:cNvPr id="29" name="TextBox 28"/>
          <p:cNvSpPr txBox="1"/>
          <p:nvPr/>
        </p:nvSpPr>
        <p:spPr>
          <a:xfrm>
            <a:off x="320040" y="889000"/>
            <a:ext cx="3810000" cy="261610"/>
          </a:xfrm>
          <a:prstGeom prst="rect">
            <a:avLst/>
          </a:prstGeom>
          <a:noFill/>
        </p:spPr>
        <p:txBody>
          <a:bodyPr wrap="square" lIns="45720" rIns="45720" anchor="t">
            <a:spAutoFit/>
          </a:bodyPr>
          <a:lstStyle/>
          <a:p>
            <a:pPr algn="l"/>
            <a:r>
              <a:rPr sz="1100" b="0">
                <a:solidFill>
                  <a:srgbClr val="5B6575"/>
                </a:solidFill>
                <a:latin typeface="DM Sans Medium"/>
              </a:rPr>
              <a:t>Manually</a:t>
            </a:r>
          </a:p>
        </p:txBody>
      </p:sp>
      <p:sp>
        <p:nvSpPr>
          <p:cNvPr id="30" name="TextBox 29"/>
          <p:cNvSpPr txBox="1"/>
          <p:nvPr/>
        </p:nvSpPr>
        <p:spPr>
          <a:xfrm>
            <a:off x="320040" y="3708400"/>
            <a:ext cx="3810000" cy="261610"/>
          </a:xfrm>
          <a:prstGeom prst="rect">
            <a:avLst/>
          </a:prstGeom>
          <a:noFill/>
        </p:spPr>
        <p:txBody>
          <a:bodyPr wrap="square" lIns="45720" rIns="45720" anchor="t">
            <a:spAutoFit/>
          </a:bodyPr>
          <a:lstStyle/>
          <a:p>
            <a:pPr algn="l"/>
            <a:r>
              <a:rPr sz="1100" b="0">
                <a:solidFill>
                  <a:srgbClr val="5B6575"/>
                </a:solidFill>
                <a:latin typeface="DM Sans Medium"/>
              </a:rPr>
              <a:t>With Formly</a:t>
            </a:r>
          </a:p>
        </p:txBody>
      </p:sp>
      <p:sp>
        <p:nvSpPr>
          <p:cNvPr id="31" name="Oval 30"/>
          <p:cNvSpPr/>
          <p:nvPr/>
        </p:nvSpPr>
        <p:spPr>
          <a:xfrm>
            <a:off x="355600" y="3962400"/>
            <a:ext cx="609600" cy="609600"/>
          </a:xfrm>
          <a:prstGeom prst="ellipse">
            <a:avLst/>
          </a:prstGeom>
          <a:solidFill>
            <a:srgbClr val="0F1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9400" y="3962400"/>
            <a:ext cx="762000" cy="609600"/>
          </a:xfrm>
          <a:prstGeom prst="rect">
            <a:avLst/>
          </a:prstGeom>
          <a:noFill/>
        </p:spPr>
        <p:txBody>
          <a:bodyPr wrap="square" lIns="45720" rIns="45720" anchor="ctr">
            <a:spAutoFit/>
          </a:bodyPr>
          <a:lstStyle/>
          <a:p>
            <a:pPr algn="ctr"/>
            <a:r>
              <a:rPr sz="900" b="0">
                <a:solidFill>
                  <a:srgbClr val="FFFFFF"/>
                </a:solidFill>
                <a:latin typeface="DM Sans Medium"/>
              </a:rPr>
              <a:t>Start</a:t>
            </a:r>
          </a:p>
        </p:txBody>
      </p:sp>
      <p:cxnSp>
        <p:nvCxnSpPr>
          <p:cNvPr id="33" name="Connector 32"/>
          <p:cNvCxnSpPr/>
          <p:nvPr/>
        </p:nvCxnSpPr>
        <p:spPr>
          <a:xfrm>
            <a:off x="1016000" y="4267200"/>
            <a:ext cx="304800" cy="0"/>
          </a:xfrm>
          <a:prstGeom prst="line">
            <a:avLst/>
          </a:prstGeom>
          <a:ln w="19050">
            <a:solidFill>
              <a:srgbClr val="8A94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371600" y="4051300"/>
            <a:ext cx="2260600" cy="431800"/>
          </a:xfrm>
          <a:prstGeom prst="roundRect">
            <a:avLst>
              <a:gd name="adj" fmla="val 26471"/>
            </a:avLst>
          </a:prstGeom>
          <a:solidFill>
            <a:srgbClr val="0F1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mark-dark.png"/>
          <p:cNvPicPr>
            <a:picLocks noChangeAspect="1"/>
          </p:cNvPicPr>
          <p:nvPr/>
        </p:nvPicPr>
        <p:blipFill>
          <a:blip r:embed="rId3"/>
          <a:stretch>
            <a:fillRect/>
          </a:stretch>
        </p:blipFill>
        <p:spPr>
          <a:xfrm>
            <a:off x="1638300" y="4140200"/>
            <a:ext cx="216426" cy="254000"/>
          </a:xfrm>
          <a:prstGeom prst="rect">
            <a:avLst/>
          </a:prstGeom>
        </p:spPr>
      </p:pic>
      <p:sp>
        <p:nvSpPr>
          <p:cNvPr id="36" name="TextBox 35"/>
          <p:cNvSpPr txBox="1"/>
          <p:nvPr/>
        </p:nvSpPr>
        <p:spPr>
          <a:xfrm>
            <a:off x="1910080" y="4051300"/>
            <a:ext cx="1676400" cy="431800"/>
          </a:xfrm>
          <a:prstGeom prst="rect">
            <a:avLst/>
          </a:prstGeom>
          <a:noFill/>
        </p:spPr>
        <p:txBody>
          <a:bodyPr wrap="square" lIns="45720" rIns="45720" anchor="ctr">
            <a:spAutoFit/>
          </a:bodyPr>
          <a:lstStyle/>
          <a:p>
            <a:pPr algn="l"/>
            <a:r>
              <a:rPr sz="1250" b="0" dirty="0">
                <a:solidFill>
                  <a:srgbClr val="FFFFFF"/>
                </a:solidFill>
                <a:latin typeface="Sora SemiBold"/>
              </a:rPr>
              <a:t>Fill with </a:t>
            </a:r>
            <a:r>
              <a:rPr sz="1250" b="0" dirty="0" err="1">
                <a:solidFill>
                  <a:srgbClr val="FFFFFF"/>
                </a:solidFill>
                <a:latin typeface="Sora SemiBold"/>
              </a:rPr>
              <a:t>Formly</a:t>
            </a:r>
            <a:endParaRPr sz="1250" b="0" dirty="0">
              <a:solidFill>
                <a:srgbClr val="FFFFFF"/>
              </a:solidFill>
              <a:latin typeface="Sora SemiBold"/>
            </a:endParaRPr>
          </a:p>
        </p:txBody>
      </p:sp>
      <p:cxnSp>
        <p:nvCxnSpPr>
          <p:cNvPr id="37" name="Connector 36"/>
          <p:cNvCxnSpPr/>
          <p:nvPr/>
        </p:nvCxnSpPr>
        <p:spPr>
          <a:xfrm>
            <a:off x="3708400" y="4267200"/>
            <a:ext cx="3606800" cy="0"/>
          </a:xfrm>
          <a:prstGeom prst="line">
            <a:avLst/>
          </a:prstGeom>
          <a:ln w="19050">
            <a:solidFill>
              <a:srgbClr val="8A94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391400" y="4051300"/>
            <a:ext cx="1397000" cy="431800"/>
          </a:xfrm>
          <a:prstGeom prst="roundRect">
            <a:avLst>
              <a:gd name="adj" fmla="val 50000"/>
            </a:avLst>
          </a:prstGeom>
          <a:solidFill>
            <a:srgbClr val="22C9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91400" y="4051300"/>
            <a:ext cx="1397000" cy="431800"/>
          </a:xfrm>
          <a:prstGeom prst="rect">
            <a:avLst/>
          </a:prstGeom>
          <a:noFill/>
        </p:spPr>
        <p:txBody>
          <a:bodyPr wrap="square" lIns="45720" rIns="45720" anchor="ctr">
            <a:spAutoFit/>
          </a:bodyPr>
          <a:lstStyle/>
          <a:p>
            <a:pPr algn="ctr"/>
            <a:r>
              <a:rPr sz="1250" b="0">
                <a:solidFill>
                  <a:srgbClr val="0F1A2A"/>
                </a:solidFill>
                <a:latin typeface="DM Sans Medium"/>
              </a:rPr>
              <a:t>✓ Signed up</a:t>
            </a:r>
          </a:p>
        </p:txBody>
      </p:sp>
    </p:spTree>
    <p:extLst>
      <p:ext uri="{BB962C8B-B14F-4D97-AF65-F5344CB8AC3E}">
        <p14:creationId xmlns:p14="http://schemas.microsoft.com/office/powerpoint/2010/main" val="12694216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45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450"/>
                                        <p:tgtEl>
                                          <p:spTgt spid="32"/>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450"/>
                                        <p:tgtEl>
                                          <p:spTgt spid="3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450"/>
                                        <p:tgtEl>
                                          <p:spTgt spid="34"/>
                                        </p:tgtEl>
                                      </p:cBhvr>
                                    </p:animEffect>
                                  </p:childTnLst>
                                </p:cTn>
                              </p:par>
                              <p:par>
                                <p:cTn id="20" presetID="10" presetClass="entr" presetSubtype="0" fill="hold"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450"/>
                                        <p:tgtEl>
                                          <p:spTgt spid="3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450"/>
                                        <p:tgtEl>
                                          <p:spTgt spid="36"/>
                                        </p:tgtEl>
                                      </p:cBhvr>
                                    </p:animEffect>
                                  </p:childTnLst>
                                </p:cTn>
                              </p:par>
                              <p:par>
                                <p:cTn id="26" presetID="10" presetClass="entr" presetSubtype="0" fill="hold"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450"/>
                                        <p:tgtEl>
                                          <p:spTgt spid="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45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animBg="1"/>
      <p:bldP spid="32" grpId="0"/>
      <p:bldP spid="34" grpId="0" animBg="1"/>
      <p:bldP spid="36" grpId="0"/>
      <p:bldP spid="38" grpId="0" animBg="1"/>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Shape 104"/>
        <p:cNvGrpSpPr/>
        <p:nvPr/>
      </p:nvGrpSpPr>
      <p:grpSpPr>
        <a:xfrm>
          <a:off x="0" y="0"/>
          <a:ext cx="0" cy="0"/>
          <a:chOff x="0" y="0"/>
          <a:chExt cx="0" cy="0"/>
        </a:xfrm>
      </p:grpSpPr>
      <p:sp>
        <p:nvSpPr>
          <p:cNvPr id="105" name="Google Shape;105;p16"/>
          <p:cNvSpPr txBox="1"/>
          <p:nvPr/>
        </p:nvSpPr>
        <p:spPr>
          <a:xfrm>
            <a:off x="320040" y="342900"/>
            <a:ext cx="8503800" cy="1028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700" b="0">
                <a:solidFill>
                  <a:srgbClr val="0F1A2A"/>
                </a:solidFill>
                <a:latin typeface="Sora SemiBold"/>
                <a:ea typeface="Sora SemiBold"/>
                <a:cs typeface="Sora SemiBold"/>
                <a:sym typeface="Sora SemiBold"/>
              </a:rPr>
              <a:t>The answers already exist in your accounts</a:t>
            </a:r>
            <a:endParaRPr sz="2700" b="0">
              <a:solidFill>
                <a:srgbClr val="0F1A2A"/>
              </a:solidFill>
              <a:latin typeface="Sora SemiBold"/>
              <a:ea typeface="Sora SemiBold"/>
              <a:cs typeface="Sora SemiBold"/>
              <a:sym typeface="Sora SemiBold"/>
            </a:endParaRPr>
          </a:p>
        </p:txBody>
      </p:sp>
      <p:sp>
        <p:nvSpPr>
          <p:cNvPr id="106" name="Google Shape;106;p16"/>
          <p:cNvSpPr txBox="1"/>
          <p:nvPr/>
        </p:nvSpPr>
        <p:spPr>
          <a:xfrm>
            <a:off x="399629" y="1343236"/>
            <a:ext cx="3337500" cy="2514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50" b="0">
                <a:solidFill>
                  <a:srgbClr val="5B6575"/>
                </a:solidFill>
                <a:latin typeface="DM Sans"/>
                <a:ea typeface="DM Sans"/>
                <a:cs typeface="DM Sans"/>
                <a:sym typeface="DM Sans"/>
              </a:rPr>
              <a:t>Current carrier</a:t>
            </a:r>
            <a:endParaRPr sz="825" b="0">
              <a:solidFill>
                <a:srgbClr val="5B6575"/>
              </a:solidFill>
              <a:latin typeface="DM Sans"/>
              <a:ea typeface="DM Sans"/>
              <a:cs typeface="DM Sans"/>
              <a:sym typeface="DM Sans"/>
            </a:endParaRPr>
          </a:p>
        </p:txBody>
      </p:sp>
      <p:sp>
        <p:nvSpPr>
          <p:cNvPr id="107" name="Google Shape;107;p16"/>
          <p:cNvSpPr/>
          <p:nvPr/>
        </p:nvSpPr>
        <p:spPr>
          <a:xfrm>
            <a:off x="445349" y="1643686"/>
            <a:ext cx="3154800" cy="347160"/>
          </a:xfrm>
          <a:prstGeom prst="roundRect">
            <a:avLst>
              <a:gd name="adj" fmla="val 35000"/>
            </a:avLst>
          </a:prstGeom>
          <a:solidFill>
            <a:srgbClr val="FFFFFF"/>
          </a:solidFill>
          <a:ln w="12700">
            <a:solidFill>
              <a:srgbClr val="E5E7EB"/>
            </a:solidFill>
          </a:ln>
        </p:spPr>
        <p:txBody>
          <a:bodyPr spcFirstLastPara="1" wrap="square" lIns="152400" tIns="0" rIns="91425" bIns="0" anchor="ctr" anchorCtr="0">
            <a:noAutofit/>
          </a:bodyPr>
          <a:lstStyle/>
          <a:p>
            <a:pPr marL="0" indent="0" algn="l">
              <a:buNone/>
            </a:pPr>
            <a:r>
              <a:rPr lang="en-US" sz="1200" b="0" dirty="0">
                <a:solidFill>
                  <a:srgbClr val="0F1A2A"/>
                </a:solidFill>
                <a:latin typeface="DM Sans"/>
                <a:ea typeface="DM Sans"/>
                <a:cs typeface="DM Sans"/>
                <a:sym typeface="DM Sans"/>
              </a:rPr>
              <a:t>Verizon</a:t>
            </a:r>
          </a:p>
        </p:txBody>
      </p:sp>
      <p:sp>
        <p:nvSpPr>
          <p:cNvPr id="700" name="Fern bar"/>
          <p:cNvSpPr/>
          <p:nvPr/>
        </p:nvSpPr>
        <p:spPr>
          <a:xfrm>
            <a:off x="445349" y="1694486"/>
            <a:ext cx="38100" cy="245560"/>
          </a:xfrm>
          <a:prstGeom prst="roundRect">
            <a:avLst>
              <a:gd name="adj" fmla="val 50000"/>
            </a:avLst>
          </a:prstGeom>
          <a:solidFill>
            <a:srgbClr val="0FA968"/>
          </a:solidFill>
          <a:ln>
            <a:noFill/>
          </a:ln>
        </p:spPr>
        <p:txBody>
          <a:bodyPr/>
          <a:lstStyle/>
          <a:p>
            <a:endParaRPr lang="en-US"/>
          </a:p>
        </p:txBody>
      </p:sp>
      <p:sp>
        <p:nvSpPr>
          <p:cNvPr id="108" name="Google Shape;108;p16"/>
          <p:cNvSpPr/>
          <p:nvPr/>
        </p:nvSpPr>
        <p:spPr>
          <a:xfrm>
            <a:off x="5520269" y="1643686"/>
            <a:ext cx="3223200" cy="347160"/>
          </a:xfrm>
          <a:prstGeom prst="roundRect">
            <a:avLst>
              <a:gd name="adj" fmla="val 16667"/>
            </a:avLst>
          </a:prstGeom>
          <a:solidFill>
            <a:srgbClr val="F6F7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 name="Google Shape;109;p16"/>
          <p:cNvSpPr txBox="1"/>
          <p:nvPr/>
        </p:nvSpPr>
        <p:spPr>
          <a:xfrm>
            <a:off x="5531699" y="1643686"/>
            <a:ext cx="3200400" cy="3471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50" b="0">
                <a:solidFill>
                  <a:srgbClr val="0F1A2A"/>
                </a:solidFill>
                <a:latin typeface="DM Sans"/>
                <a:ea typeface="DM Sans"/>
                <a:cs typeface="DM Sans"/>
                <a:sym typeface="DM Sans"/>
              </a:rPr>
              <a:t>Your Verizon bill in Gmail</a:t>
            </a:r>
            <a:endParaRPr sz="1050" b="0">
              <a:solidFill>
                <a:srgbClr val="0F1A2A"/>
              </a:solidFill>
              <a:latin typeface="DM Sans"/>
              <a:ea typeface="DM Sans"/>
              <a:cs typeface="DM Sans"/>
              <a:sym typeface="DM Sans"/>
            </a:endParaRPr>
          </a:p>
        </p:txBody>
      </p:sp>
      <p:cxnSp>
        <p:nvCxnSpPr>
          <p:cNvPr id="110" name="Google Shape;110;p16"/>
          <p:cNvCxnSpPr/>
          <p:nvPr/>
        </p:nvCxnSpPr>
        <p:spPr>
          <a:xfrm>
            <a:off x="3634319" y="1817200"/>
            <a:ext cx="1733550" cy="0"/>
          </a:xfrm>
          <a:prstGeom prst="straightConnector1">
            <a:avLst/>
          </a:prstGeom>
          <a:noFill/>
          <a:ln w="28575" cap="flat" cmpd="sng">
            <a:solidFill>
              <a:srgbClr val="22C985"/>
            </a:solidFill>
            <a:prstDash val="solid"/>
            <a:round/>
            <a:headEnd type="none" w="med" len="med"/>
            <a:tailEnd type="none" w="med" len="med"/>
          </a:ln>
        </p:spPr>
      </p:cxnSp>
      <p:sp>
        <p:nvSpPr>
          <p:cNvPr id="111" name="Google Shape;111;p16"/>
          <p:cNvSpPr txBox="1"/>
          <p:nvPr/>
        </p:nvSpPr>
        <p:spPr>
          <a:xfrm>
            <a:off x="399629" y="2105236"/>
            <a:ext cx="3337500" cy="2514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50" b="0">
                <a:solidFill>
                  <a:srgbClr val="5B6575"/>
                </a:solidFill>
                <a:latin typeface="DM Sans"/>
                <a:ea typeface="DM Sans"/>
                <a:cs typeface="DM Sans"/>
                <a:sym typeface="DM Sans"/>
              </a:rPr>
              <a:t>Number to transfer</a:t>
            </a:r>
            <a:endParaRPr sz="825" b="0">
              <a:solidFill>
                <a:srgbClr val="5B6575"/>
              </a:solidFill>
              <a:latin typeface="DM Sans"/>
              <a:ea typeface="DM Sans"/>
              <a:cs typeface="DM Sans"/>
              <a:sym typeface="DM Sans"/>
            </a:endParaRPr>
          </a:p>
        </p:txBody>
      </p:sp>
      <p:sp>
        <p:nvSpPr>
          <p:cNvPr id="112" name="Google Shape;112;p16"/>
          <p:cNvSpPr/>
          <p:nvPr/>
        </p:nvSpPr>
        <p:spPr>
          <a:xfrm>
            <a:off x="445349" y="2405686"/>
            <a:ext cx="3154800" cy="347160"/>
          </a:xfrm>
          <a:prstGeom prst="roundRect">
            <a:avLst>
              <a:gd name="adj" fmla="val 35000"/>
            </a:avLst>
          </a:prstGeom>
          <a:solidFill>
            <a:srgbClr val="FFFFFF"/>
          </a:solidFill>
          <a:ln w="12700">
            <a:solidFill>
              <a:srgbClr val="E5E7EB"/>
            </a:solidFill>
          </a:ln>
        </p:spPr>
        <p:txBody>
          <a:bodyPr spcFirstLastPara="1" wrap="square" lIns="152400" tIns="0" rIns="91425" bIns="0" anchor="ctr" anchorCtr="0">
            <a:noAutofit/>
          </a:bodyPr>
          <a:lstStyle/>
          <a:p>
            <a:pPr marL="0" indent="0" algn="l">
              <a:buNone/>
            </a:pPr>
            <a:r>
              <a:rPr lang="en-US" sz="1200" b="0" dirty="0">
                <a:solidFill>
                  <a:srgbClr val="0F1A2A"/>
                </a:solidFill>
                <a:latin typeface="DM Sans"/>
                <a:ea typeface="DM Sans"/>
                <a:cs typeface="DM Sans"/>
                <a:sym typeface="DM Sans"/>
              </a:rPr>
              <a:t>206-555-0147</a:t>
            </a:r>
          </a:p>
        </p:txBody>
      </p:sp>
      <p:sp>
        <p:nvSpPr>
          <p:cNvPr id="701" name="Fern bar"/>
          <p:cNvSpPr/>
          <p:nvPr/>
        </p:nvSpPr>
        <p:spPr>
          <a:xfrm>
            <a:off x="445349" y="2456486"/>
            <a:ext cx="38100" cy="245560"/>
          </a:xfrm>
          <a:prstGeom prst="roundRect">
            <a:avLst>
              <a:gd name="adj" fmla="val 50000"/>
            </a:avLst>
          </a:prstGeom>
          <a:solidFill>
            <a:srgbClr val="0FA968"/>
          </a:solidFill>
          <a:ln>
            <a:noFill/>
          </a:ln>
        </p:spPr>
        <p:txBody>
          <a:bodyPr/>
          <a:lstStyle/>
          <a:p>
            <a:endParaRPr lang="en-US"/>
          </a:p>
        </p:txBody>
      </p:sp>
      <p:sp>
        <p:nvSpPr>
          <p:cNvPr id="113" name="Google Shape;113;p16"/>
          <p:cNvSpPr/>
          <p:nvPr/>
        </p:nvSpPr>
        <p:spPr>
          <a:xfrm>
            <a:off x="5520269" y="2405686"/>
            <a:ext cx="3223200" cy="347160"/>
          </a:xfrm>
          <a:prstGeom prst="roundRect">
            <a:avLst>
              <a:gd name="adj" fmla="val 16667"/>
            </a:avLst>
          </a:prstGeom>
          <a:solidFill>
            <a:srgbClr val="F6F7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 name="Google Shape;114;p16"/>
          <p:cNvSpPr txBox="1"/>
          <p:nvPr/>
        </p:nvSpPr>
        <p:spPr>
          <a:xfrm>
            <a:off x="5531699" y="2405686"/>
            <a:ext cx="3200400" cy="3471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50" b="0">
                <a:solidFill>
                  <a:srgbClr val="0F1A2A"/>
                </a:solidFill>
                <a:latin typeface="DM Sans"/>
                <a:ea typeface="DM Sans"/>
                <a:cs typeface="DM Sans"/>
                <a:sym typeface="DM Sans"/>
              </a:rPr>
              <a:t>Your Verizon bill in Gmail</a:t>
            </a:r>
            <a:endParaRPr sz="1050" b="0">
              <a:solidFill>
                <a:srgbClr val="0F1A2A"/>
              </a:solidFill>
              <a:latin typeface="DM Sans"/>
              <a:ea typeface="DM Sans"/>
              <a:cs typeface="DM Sans"/>
              <a:sym typeface="DM Sans"/>
            </a:endParaRPr>
          </a:p>
        </p:txBody>
      </p:sp>
      <p:cxnSp>
        <p:nvCxnSpPr>
          <p:cNvPr id="115" name="Google Shape;115;p16"/>
          <p:cNvCxnSpPr/>
          <p:nvPr/>
        </p:nvCxnSpPr>
        <p:spPr>
          <a:xfrm>
            <a:off x="3634319" y="2579200"/>
            <a:ext cx="1733550" cy="0"/>
          </a:xfrm>
          <a:prstGeom prst="straightConnector1">
            <a:avLst/>
          </a:prstGeom>
          <a:noFill/>
          <a:ln w="28575" cap="flat" cmpd="sng">
            <a:solidFill>
              <a:srgbClr val="22C985"/>
            </a:solidFill>
            <a:prstDash val="solid"/>
            <a:round/>
            <a:headEnd type="none" w="med" len="med"/>
            <a:tailEnd type="none" w="med" len="med"/>
          </a:ln>
        </p:spPr>
      </p:cxnSp>
      <p:sp>
        <p:nvSpPr>
          <p:cNvPr id="116" name="Google Shape;116;p16"/>
          <p:cNvSpPr txBox="1"/>
          <p:nvPr/>
        </p:nvSpPr>
        <p:spPr>
          <a:xfrm>
            <a:off x="399629" y="2867236"/>
            <a:ext cx="3337500" cy="2514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50" b="0">
                <a:solidFill>
                  <a:srgbClr val="5B6575"/>
                </a:solidFill>
                <a:latin typeface="DM Sans"/>
                <a:ea typeface="DM Sans"/>
                <a:cs typeface="DM Sans"/>
                <a:sym typeface="DM Sans"/>
              </a:rPr>
              <a:t>Home address</a:t>
            </a:r>
            <a:endParaRPr sz="825" b="0">
              <a:solidFill>
                <a:srgbClr val="5B6575"/>
              </a:solidFill>
              <a:latin typeface="DM Sans"/>
              <a:ea typeface="DM Sans"/>
              <a:cs typeface="DM Sans"/>
              <a:sym typeface="DM Sans"/>
            </a:endParaRPr>
          </a:p>
        </p:txBody>
      </p:sp>
      <p:sp>
        <p:nvSpPr>
          <p:cNvPr id="117" name="Google Shape;117;p16"/>
          <p:cNvSpPr/>
          <p:nvPr/>
        </p:nvSpPr>
        <p:spPr>
          <a:xfrm>
            <a:off x="445349" y="3167686"/>
            <a:ext cx="3154800" cy="347160"/>
          </a:xfrm>
          <a:prstGeom prst="roundRect">
            <a:avLst>
              <a:gd name="adj" fmla="val 35000"/>
            </a:avLst>
          </a:prstGeom>
          <a:solidFill>
            <a:srgbClr val="FFFFFF"/>
          </a:solidFill>
          <a:ln w="12700">
            <a:solidFill>
              <a:srgbClr val="E5E7EB"/>
            </a:solidFill>
          </a:ln>
        </p:spPr>
        <p:txBody>
          <a:bodyPr spcFirstLastPara="1" wrap="square" lIns="152400" tIns="0" rIns="91425" bIns="0" anchor="ctr" anchorCtr="0">
            <a:noAutofit/>
          </a:bodyPr>
          <a:lstStyle/>
          <a:p>
            <a:pPr marL="0" indent="0" algn="l">
              <a:buNone/>
            </a:pPr>
            <a:r>
              <a:rPr lang="en-US" sz="1200" b="0" dirty="0">
                <a:solidFill>
                  <a:srgbClr val="0F1A2A"/>
                </a:solidFill>
                <a:latin typeface="DM Sans"/>
                <a:ea typeface="DM Sans"/>
                <a:cs typeface="DM Sans"/>
                <a:sym typeface="DM Sans"/>
              </a:rPr>
              <a:t>4521 Brooklyn Ave NE, Apt 3B</a:t>
            </a:r>
          </a:p>
        </p:txBody>
      </p:sp>
      <p:sp>
        <p:nvSpPr>
          <p:cNvPr id="702" name="Fern bar"/>
          <p:cNvSpPr/>
          <p:nvPr/>
        </p:nvSpPr>
        <p:spPr>
          <a:xfrm>
            <a:off x="445349" y="3218486"/>
            <a:ext cx="38100" cy="245560"/>
          </a:xfrm>
          <a:prstGeom prst="roundRect">
            <a:avLst>
              <a:gd name="adj" fmla="val 50000"/>
            </a:avLst>
          </a:prstGeom>
          <a:solidFill>
            <a:srgbClr val="0FA968"/>
          </a:solidFill>
          <a:ln>
            <a:noFill/>
          </a:ln>
        </p:spPr>
        <p:txBody>
          <a:bodyPr/>
          <a:lstStyle/>
          <a:p>
            <a:endParaRPr lang="en-US"/>
          </a:p>
        </p:txBody>
      </p:sp>
      <p:sp>
        <p:nvSpPr>
          <p:cNvPr id="118" name="Google Shape;118;p16"/>
          <p:cNvSpPr/>
          <p:nvPr/>
        </p:nvSpPr>
        <p:spPr>
          <a:xfrm>
            <a:off x="5520269" y="3167686"/>
            <a:ext cx="3223200" cy="347160"/>
          </a:xfrm>
          <a:prstGeom prst="roundRect">
            <a:avLst>
              <a:gd name="adj" fmla="val 16667"/>
            </a:avLst>
          </a:prstGeom>
          <a:solidFill>
            <a:srgbClr val="F6F7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16"/>
          <p:cNvSpPr txBox="1"/>
          <p:nvPr/>
        </p:nvSpPr>
        <p:spPr>
          <a:xfrm>
            <a:off x="5531699" y="3167686"/>
            <a:ext cx="3200400" cy="3471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50" b="0">
                <a:solidFill>
                  <a:srgbClr val="0F1A2A"/>
                </a:solidFill>
                <a:latin typeface="DM Sans"/>
                <a:ea typeface="DM Sans"/>
                <a:cs typeface="DM Sans"/>
                <a:sym typeface="DM Sans"/>
              </a:rPr>
              <a:t>Your personal info PDF</a:t>
            </a:r>
            <a:endParaRPr sz="1050" b="0">
              <a:solidFill>
                <a:srgbClr val="0F1A2A"/>
              </a:solidFill>
              <a:latin typeface="DM Sans"/>
              <a:ea typeface="DM Sans"/>
              <a:cs typeface="DM Sans"/>
              <a:sym typeface="DM Sans"/>
            </a:endParaRPr>
          </a:p>
        </p:txBody>
      </p:sp>
      <p:cxnSp>
        <p:nvCxnSpPr>
          <p:cNvPr id="120" name="Google Shape;120;p16"/>
          <p:cNvCxnSpPr/>
          <p:nvPr/>
        </p:nvCxnSpPr>
        <p:spPr>
          <a:xfrm>
            <a:off x="3634319" y="3341200"/>
            <a:ext cx="1733550" cy="0"/>
          </a:xfrm>
          <a:prstGeom prst="straightConnector1">
            <a:avLst/>
          </a:prstGeom>
          <a:noFill/>
          <a:ln w="28575" cap="flat" cmpd="sng">
            <a:solidFill>
              <a:srgbClr val="22C985"/>
            </a:solidFill>
            <a:prstDash val="solid"/>
            <a:round/>
            <a:headEnd type="none" w="med" len="med"/>
            <a:tailEnd type="none" w="med" len="med"/>
          </a:ln>
        </p:spPr>
      </p:cxnSp>
      <p:sp>
        <p:nvSpPr>
          <p:cNvPr id="121" name="Google Shape;121;p16"/>
          <p:cNvSpPr txBox="1"/>
          <p:nvPr/>
        </p:nvSpPr>
        <p:spPr>
          <a:xfrm>
            <a:off x="399629" y="3629236"/>
            <a:ext cx="3337500" cy="2514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50" b="0">
                <a:solidFill>
                  <a:srgbClr val="5B6575"/>
                </a:solidFill>
                <a:latin typeface="DM Sans"/>
                <a:ea typeface="DM Sans"/>
                <a:cs typeface="DM Sans"/>
                <a:sym typeface="DM Sans"/>
              </a:rPr>
              <a:t>Employer</a:t>
            </a:r>
            <a:endParaRPr sz="825" b="0">
              <a:solidFill>
                <a:srgbClr val="5B6575"/>
              </a:solidFill>
              <a:latin typeface="DM Sans"/>
              <a:ea typeface="DM Sans"/>
              <a:cs typeface="DM Sans"/>
              <a:sym typeface="DM Sans"/>
            </a:endParaRPr>
          </a:p>
        </p:txBody>
      </p:sp>
      <p:sp>
        <p:nvSpPr>
          <p:cNvPr id="122" name="Google Shape;122;p16"/>
          <p:cNvSpPr/>
          <p:nvPr/>
        </p:nvSpPr>
        <p:spPr>
          <a:xfrm>
            <a:off x="445349" y="3929686"/>
            <a:ext cx="3154800" cy="347160"/>
          </a:xfrm>
          <a:prstGeom prst="roundRect">
            <a:avLst>
              <a:gd name="adj" fmla="val 35000"/>
            </a:avLst>
          </a:prstGeom>
          <a:solidFill>
            <a:srgbClr val="FFFFFF"/>
          </a:solidFill>
          <a:ln w="12700">
            <a:solidFill>
              <a:srgbClr val="E5E7EB"/>
            </a:solidFill>
          </a:ln>
        </p:spPr>
        <p:txBody>
          <a:bodyPr spcFirstLastPara="1" wrap="square" lIns="152400" tIns="0" rIns="91425" bIns="0" anchor="ctr" anchorCtr="0">
            <a:noAutofit/>
          </a:bodyPr>
          <a:lstStyle/>
          <a:p>
            <a:pPr marL="0" indent="0" algn="l">
              <a:buNone/>
            </a:pPr>
            <a:r>
              <a:rPr lang="en-US" sz="1200" b="0" dirty="0">
                <a:solidFill>
                  <a:srgbClr val="0F1A2A"/>
                </a:solidFill>
                <a:latin typeface="DM Sans"/>
                <a:ea typeface="DM Sans"/>
                <a:cs typeface="DM Sans"/>
                <a:sym typeface="DM Sans"/>
              </a:rPr>
              <a:t>Northwind Robotics</a:t>
            </a:r>
          </a:p>
        </p:txBody>
      </p:sp>
      <p:sp>
        <p:nvSpPr>
          <p:cNvPr id="703" name="Fern bar"/>
          <p:cNvSpPr/>
          <p:nvPr/>
        </p:nvSpPr>
        <p:spPr>
          <a:xfrm>
            <a:off x="445349" y="3980486"/>
            <a:ext cx="38100" cy="245560"/>
          </a:xfrm>
          <a:prstGeom prst="roundRect">
            <a:avLst>
              <a:gd name="adj" fmla="val 50000"/>
            </a:avLst>
          </a:prstGeom>
          <a:solidFill>
            <a:srgbClr val="0FA968"/>
          </a:solidFill>
          <a:ln>
            <a:noFill/>
          </a:ln>
        </p:spPr>
        <p:txBody>
          <a:bodyPr/>
          <a:lstStyle/>
          <a:p>
            <a:endParaRPr lang="en-US"/>
          </a:p>
        </p:txBody>
      </p:sp>
      <p:sp>
        <p:nvSpPr>
          <p:cNvPr id="123" name="Google Shape;123;p16"/>
          <p:cNvSpPr/>
          <p:nvPr/>
        </p:nvSpPr>
        <p:spPr>
          <a:xfrm>
            <a:off x="5520269" y="3929686"/>
            <a:ext cx="3223200" cy="347160"/>
          </a:xfrm>
          <a:prstGeom prst="roundRect">
            <a:avLst>
              <a:gd name="adj" fmla="val 16667"/>
            </a:avLst>
          </a:prstGeom>
          <a:solidFill>
            <a:srgbClr val="F6F7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 name="Google Shape;124;p16"/>
          <p:cNvSpPr txBox="1"/>
          <p:nvPr/>
        </p:nvSpPr>
        <p:spPr>
          <a:xfrm>
            <a:off x="5531699" y="3929686"/>
            <a:ext cx="3200400" cy="3471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50" b="0">
                <a:solidFill>
                  <a:srgbClr val="0F1A2A"/>
                </a:solidFill>
                <a:latin typeface="DM Sans"/>
                <a:ea typeface="DM Sans"/>
                <a:cs typeface="DM Sans"/>
                <a:sym typeface="DM Sans"/>
              </a:rPr>
              <a:t>Your resume in Google Drive</a:t>
            </a:r>
            <a:endParaRPr sz="1050" b="0">
              <a:solidFill>
                <a:srgbClr val="0F1A2A"/>
              </a:solidFill>
              <a:latin typeface="DM Sans"/>
              <a:ea typeface="DM Sans"/>
              <a:cs typeface="DM Sans"/>
              <a:sym typeface="DM Sans"/>
            </a:endParaRPr>
          </a:p>
        </p:txBody>
      </p:sp>
      <p:cxnSp>
        <p:nvCxnSpPr>
          <p:cNvPr id="125" name="Google Shape;125;p16"/>
          <p:cNvCxnSpPr/>
          <p:nvPr/>
        </p:nvCxnSpPr>
        <p:spPr>
          <a:xfrm>
            <a:off x="3634319" y="4103200"/>
            <a:ext cx="1733550" cy="0"/>
          </a:xfrm>
          <a:prstGeom prst="straightConnector1">
            <a:avLst/>
          </a:prstGeom>
          <a:noFill/>
          <a:ln w="28575" cap="flat" cmpd="sng">
            <a:solidFill>
              <a:srgbClr val="22C985"/>
            </a:solidFill>
            <a:prstDash val="solid"/>
            <a:round/>
            <a:headEnd type="none" w="med" len="med"/>
            <a:tailEnd type="none" w="med" len="med"/>
          </a:ln>
        </p:spPr>
      </p:cxnSp>
      <p:sp>
        <p:nvSpPr>
          <p:cNvPr id="126" name="Google Shape;126;p16"/>
          <p:cNvSpPr txBox="1"/>
          <p:nvPr/>
        </p:nvSpPr>
        <p:spPr>
          <a:xfrm>
            <a:off x="365760" y="4521200"/>
            <a:ext cx="83820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0" u="none">
                <a:solidFill>
                  <a:srgbClr val="0F1A2A"/>
                </a:solidFill>
                <a:latin typeface="DM Sans Medium"/>
                <a:ea typeface="DM Sans Medium"/>
                <a:cs typeface="DM Sans Medium"/>
                <a:sym typeface="DM Sans Medium"/>
              </a:rPr>
              <a:t>Formly reads what you connect and finds each answer, so you don't have to remember it.</a:t>
            </a:r>
            <a:endParaRPr sz="1050" b="0" u="sng">
              <a:solidFill>
                <a:srgbClr val="22C985"/>
              </a:solidFill>
              <a:latin typeface="DM Sans"/>
              <a:ea typeface="DM Sans"/>
              <a:cs typeface="DM Sans"/>
              <a:sym typeface="DM Sans"/>
            </a:endParaRPr>
          </a:p>
        </p:txBody>
      </p:sp>
      <p:sp>
        <p:nvSpPr>
          <p:cNvPr id="127" name="Oval 126"/>
          <p:cNvSpPr/>
          <p:nvPr/>
        </p:nvSpPr>
        <p:spPr>
          <a:xfrm>
            <a:off x="5310719" y="1754335"/>
            <a:ext cx="114300" cy="125730"/>
          </a:xfrm>
          <a:prstGeom prst="ellipse">
            <a:avLst/>
          </a:prstGeom>
          <a:solidFill>
            <a:srgbClr val="22C9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5310719" y="2516335"/>
            <a:ext cx="114300" cy="125730"/>
          </a:xfrm>
          <a:prstGeom prst="ellipse">
            <a:avLst/>
          </a:prstGeom>
          <a:solidFill>
            <a:srgbClr val="22C9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5310719" y="3278335"/>
            <a:ext cx="114300" cy="125730"/>
          </a:xfrm>
          <a:prstGeom prst="ellipse">
            <a:avLst/>
          </a:prstGeom>
          <a:solidFill>
            <a:srgbClr val="22C9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5310719" y="4040335"/>
            <a:ext cx="114300" cy="125730"/>
          </a:xfrm>
          <a:prstGeom prst="ellipse">
            <a:avLst/>
          </a:prstGeom>
          <a:solidFill>
            <a:srgbClr val="22C9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9366544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
                                  </p:stCondLst>
                                  <p:childTnLst>
                                    <p:set>
                                      <p:cBhvr>
                                        <p:cTn id="6" dur="1" fill="hold">
                                          <p:stCondLst>
                                            <p:cond delay="0"/>
                                          </p:stCondLst>
                                        </p:cTn>
                                        <p:tgtEl>
                                          <p:spTgt spid="110"/>
                                        </p:tgtEl>
                                        <p:attrNameLst>
                                          <p:attrName>style.visibility</p:attrName>
                                        </p:attrNameLst>
                                      </p:cBhvr>
                                      <p:to>
                                        <p:strVal val="visible"/>
                                      </p:to>
                                    </p:set>
                                    <p:animEffect transition="in" filter="wipe(left)">
                                      <p:cBhvr>
                                        <p:cTn id="7" dur="450"/>
                                        <p:tgtEl>
                                          <p:spTgt spid="110"/>
                                        </p:tgtEl>
                                      </p:cBhvr>
                                    </p:animEffect>
                                  </p:childTnLst>
                                </p:cTn>
                              </p:par>
                              <p:par>
                                <p:cTn id="8" presetID="10" presetClass="entr" presetSubtype="0" fill="hold" grpId="0" nodeType="withEffect">
                                  <p:stCondLst>
                                    <p:cond delay="45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450"/>
                                        <p:tgtEl>
                                          <p:spTgt spid="127"/>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108"/>
                                        </p:tgtEl>
                                        <p:attrNameLst>
                                          <p:attrName>style.visibility</p:attrName>
                                        </p:attrNameLst>
                                      </p:cBhvr>
                                      <p:to>
                                        <p:strVal val="visible"/>
                                      </p:to>
                                    </p:set>
                                    <p:animEffect transition="in" filter="fade">
                                      <p:cBhvr>
                                        <p:cTn id="13" dur="450"/>
                                        <p:tgtEl>
                                          <p:spTgt spid="108"/>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109"/>
                                        </p:tgtEl>
                                        <p:attrNameLst>
                                          <p:attrName>style.visibility</p:attrName>
                                        </p:attrNameLst>
                                      </p:cBhvr>
                                      <p:to>
                                        <p:strVal val="visible"/>
                                      </p:to>
                                    </p:set>
                                    <p:animEffect transition="in" filter="fade">
                                      <p:cBhvr>
                                        <p:cTn id="16" dur="450"/>
                                        <p:tgtEl>
                                          <p:spTgt spid="109"/>
                                        </p:tgtEl>
                                      </p:cBhvr>
                                    </p:animEffect>
                                  </p:childTnLst>
                                </p:cTn>
                              </p:par>
                              <p:par>
                                <p:cTn id="17" presetID="22" presetClass="entr" presetSubtype="8" fill="hold" nodeType="withEffect">
                                  <p:stCondLst>
                                    <p:cond delay="650"/>
                                  </p:stCondLst>
                                  <p:childTnLst>
                                    <p:set>
                                      <p:cBhvr>
                                        <p:cTn id="18" dur="1" fill="hold">
                                          <p:stCondLst>
                                            <p:cond delay="0"/>
                                          </p:stCondLst>
                                        </p:cTn>
                                        <p:tgtEl>
                                          <p:spTgt spid="115"/>
                                        </p:tgtEl>
                                        <p:attrNameLst>
                                          <p:attrName>style.visibility</p:attrName>
                                        </p:attrNameLst>
                                      </p:cBhvr>
                                      <p:to>
                                        <p:strVal val="visible"/>
                                      </p:to>
                                    </p:set>
                                    <p:animEffect transition="in" filter="wipe(left)">
                                      <p:cBhvr>
                                        <p:cTn id="19" dur="450"/>
                                        <p:tgtEl>
                                          <p:spTgt spid="115"/>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128"/>
                                        </p:tgtEl>
                                        <p:attrNameLst>
                                          <p:attrName>style.visibility</p:attrName>
                                        </p:attrNameLst>
                                      </p:cBhvr>
                                      <p:to>
                                        <p:strVal val="visible"/>
                                      </p:to>
                                    </p:set>
                                    <p:animEffect transition="in" filter="fade">
                                      <p:cBhvr>
                                        <p:cTn id="22" dur="450"/>
                                        <p:tgtEl>
                                          <p:spTgt spid="12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113"/>
                                        </p:tgtEl>
                                        <p:attrNameLst>
                                          <p:attrName>style.visibility</p:attrName>
                                        </p:attrNameLst>
                                      </p:cBhvr>
                                      <p:to>
                                        <p:strVal val="visible"/>
                                      </p:to>
                                    </p:set>
                                    <p:animEffect transition="in" filter="fade">
                                      <p:cBhvr>
                                        <p:cTn id="25" dur="450"/>
                                        <p:tgtEl>
                                          <p:spTgt spid="113"/>
                                        </p:tgtEl>
                                      </p:cBhvr>
                                    </p:animEffect>
                                  </p:childTnLst>
                                </p:cTn>
                              </p:par>
                              <p:par>
                                <p:cTn id="26" presetID="10" presetClass="entr" presetSubtype="0" fill="hold" grpId="0" nodeType="withEffect">
                                  <p:stCondLst>
                                    <p:cond delay="900"/>
                                  </p:stCondLst>
                                  <p:childTnLst>
                                    <p:set>
                                      <p:cBhvr>
                                        <p:cTn id="27" dur="1" fill="hold">
                                          <p:stCondLst>
                                            <p:cond delay="0"/>
                                          </p:stCondLst>
                                        </p:cTn>
                                        <p:tgtEl>
                                          <p:spTgt spid="114"/>
                                        </p:tgtEl>
                                        <p:attrNameLst>
                                          <p:attrName>style.visibility</p:attrName>
                                        </p:attrNameLst>
                                      </p:cBhvr>
                                      <p:to>
                                        <p:strVal val="visible"/>
                                      </p:to>
                                    </p:set>
                                    <p:animEffect transition="in" filter="fade">
                                      <p:cBhvr>
                                        <p:cTn id="28" dur="450"/>
                                        <p:tgtEl>
                                          <p:spTgt spid="114"/>
                                        </p:tgtEl>
                                      </p:cBhvr>
                                    </p:animEffect>
                                  </p:childTnLst>
                                </p:cTn>
                              </p:par>
                              <p:par>
                                <p:cTn id="29" presetID="22" presetClass="entr" presetSubtype="8" fill="hold" nodeType="withEffect">
                                  <p:stCondLst>
                                    <p:cond delay="1100"/>
                                  </p:stCondLst>
                                  <p:childTnLst>
                                    <p:set>
                                      <p:cBhvr>
                                        <p:cTn id="30" dur="1" fill="hold">
                                          <p:stCondLst>
                                            <p:cond delay="0"/>
                                          </p:stCondLst>
                                        </p:cTn>
                                        <p:tgtEl>
                                          <p:spTgt spid="120"/>
                                        </p:tgtEl>
                                        <p:attrNameLst>
                                          <p:attrName>style.visibility</p:attrName>
                                        </p:attrNameLst>
                                      </p:cBhvr>
                                      <p:to>
                                        <p:strVal val="visible"/>
                                      </p:to>
                                    </p:set>
                                    <p:animEffect transition="in" filter="wipe(left)">
                                      <p:cBhvr>
                                        <p:cTn id="31" dur="450"/>
                                        <p:tgtEl>
                                          <p:spTgt spid="120"/>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9"/>
                                        </p:tgtEl>
                                        <p:attrNameLst>
                                          <p:attrName>style.visibility</p:attrName>
                                        </p:attrNameLst>
                                      </p:cBhvr>
                                      <p:to>
                                        <p:strVal val="visible"/>
                                      </p:to>
                                    </p:set>
                                    <p:animEffect transition="in" filter="fade">
                                      <p:cBhvr>
                                        <p:cTn id="34" dur="450"/>
                                        <p:tgtEl>
                                          <p:spTgt spid="129"/>
                                        </p:tgtEl>
                                      </p:cBhvr>
                                    </p:animEffect>
                                  </p:childTnLst>
                                </p:cTn>
                              </p:par>
                              <p:par>
                                <p:cTn id="35" presetID="10" presetClass="entr" presetSubtype="0" fill="hold" grpId="0" nodeType="withEffect">
                                  <p:stCondLst>
                                    <p:cond delay="1350"/>
                                  </p:stCondLst>
                                  <p:childTnLst>
                                    <p:set>
                                      <p:cBhvr>
                                        <p:cTn id="36" dur="1" fill="hold">
                                          <p:stCondLst>
                                            <p:cond delay="0"/>
                                          </p:stCondLst>
                                        </p:cTn>
                                        <p:tgtEl>
                                          <p:spTgt spid="118"/>
                                        </p:tgtEl>
                                        <p:attrNameLst>
                                          <p:attrName>style.visibility</p:attrName>
                                        </p:attrNameLst>
                                      </p:cBhvr>
                                      <p:to>
                                        <p:strVal val="visible"/>
                                      </p:to>
                                    </p:set>
                                    <p:animEffect transition="in" filter="fade">
                                      <p:cBhvr>
                                        <p:cTn id="37" dur="450"/>
                                        <p:tgtEl>
                                          <p:spTgt spid="118"/>
                                        </p:tgtEl>
                                      </p:cBhvr>
                                    </p:animEffect>
                                  </p:childTnLst>
                                </p:cTn>
                              </p:par>
                              <p:par>
                                <p:cTn id="38" presetID="10" presetClass="entr" presetSubtype="0" fill="hold" grpId="0" nodeType="withEffect">
                                  <p:stCondLst>
                                    <p:cond delay="1350"/>
                                  </p:stCondLst>
                                  <p:childTnLst>
                                    <p:set>
                                      <p:cBhvr>
                                        <p:cTn id="39" dur="1" fill="hold">
                                          <p:stCondLst>
                                            <p:cond delay="0"/>
                                          </p:stCondLst>
                                        </p:cTn>
                                        <p:tgtEl>
                                          <p:spTgt spid="119"/>
                                        </p:tgtEl>
                                        <p:attrNameLst>
                                          <p:attrName>style.visibility</p:attrName>
                                        </p:attrNameLst>
                                      </p:cBhvr>
                                      <p:to>
                                        <p:strVal val="visible"/>
                                      </p:to>
                                    </p:set>
                                    <p:animEffect transition="in" filter="fade">
                                      <p:cBhvr>
                                        <p:cTn id="40" dur="450"/>
                                        <p:tgtEl>
                                          <p:spTgt spid="119"/>
                                        </p:tgtEl>
                                      </p:cBhvr>
                                    </p:animEffect>
                                  </p:childTnLst>
                                </p:cTn>
                              </p:par>
                              <p:par>
                                <p:cTn id="41" presetID="22" presetClass="entr" presetSubtype="8" fill="hold" nodeType="withEffect">
                                  <p:stCondLst>
                                    <p:cond delay="1550"/>
                                  </p:stCondLst>
                                  <p:childTnLst>
                                    <p:set>
                                      <p:cBhvr>
                                        <p:cTn id="42" dur="1" fill="hold">
                                          <p:stCondLst>
                                            <p:cond delay="0"/>
                                          </p:stCondLst>
                                        </p:cTn>
                                        <p:tgtEl>
                                          <p:spTgt spid="125"/>
                                        </p:tgtEl>
                                        <p:attrNameLst>
                                          <p:attrName>style.visibility</p:attrName>
                                        </p:attrNameLst>
                                      </p:cBhvr>
                                      <p:to>
                                        <p:strVal val="visible"/>
                                      </p:to>
                                    </p:set>
                                    <p:animEffect transition="in" filter="wipe(left)">
                                      <p:cBhvr>
                                        <p:cTn id="43" dur="450"/>
                                        <p:tgtEl>
                                          <p:spTgt spid="125"/>
                                        </p:tgtEl>
                                      </p:cBhvr>
                                    </p:animEffect>
                                  </p:childTnLst>
                                </p:cTn>
                              </p:par>
                              <p:par>
                                <p:cTn id="44" presetID="10" presetClass="entr" presetSubtype="0" fill="hold" grpId="0" nodeType="withEffect">
                                  <p:stCondLst>
                                    <p:cond delay="1800"/>
                                  </p:stCondLst>
                                  <p:childTnLst>
                                    <p:set>
                                      <p:cBhvr>
                                        <p:cTn id="45" dur="1" fill="hold">
                                          <p:stCondLst>
                                            <p:cond delay="0"/>
                                          </p:stCondLst>
                                        </p:cTn>
                                        <p:tgtEl>
                                          <p:spTgt spid="130"/>
                                        </p:tgtEl>
                                        <p:attrNameLst>
                                          <p:attrName>style.visibility</p:attrName>
                                        </p:attrNameLst>
                                      </p:cBhvr>
                                      <p:to>
                                        <p:strVal val="visible"/>
                                      </p:to>
                                    </p:set>
                                    <p:animEffect transition="in" filter="fade">
                                      <p:cBhvr>
                                        <p:cTn id="46" dur="450"/>
                                        <p:tgtEl>
                                          <p:spTgt spid="130"/>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23"/>
                                        </p:tgtEl>
                                        <p:attrNameLst>
                                          <p:attrName>style.visibility</p:attrName>
                                        </p:attrNameLst>
                                      </p:cBhvr>
                                      <p:to>
                                        <p:strVal val="visible"/>
                                      </p:to>
                                    </p:set>
                                    <p:animEffect transition="in" filter="fade">
                                      <p:cBhvr>
                                        <p:cTn id="49" dur="450"/>
                                        <p:tgtEl>
                                          <p:spTgt spid="123"/>
                                        </p:tgtEl>
                                      </p:cBhvr>
                                    </p:animEffect>
                                  </p:childTnLst>
                                </p:cTn>
                              </p:par>
                              <p:par>
                                <p:cTn id="50" presetID="10" presetClass="entr" presetSubtype="0" fill="hold" grpId="0" nodeType="withEffect">
                                  <p:stCondLst>
                                    <p:cond delay="1800"/>
                                  </p:stCondLst>
                                  <p:childTnLst>
                                    <p:set>
                                      <p:cBhvr>
                                        <p:cTn id="51" dur="1" fill="hold">
                                          <p:stCondLst>
                                            <p:cond delay="0"/>
                                          </p:stCondLst>
                                        </p:cTn>
                                        <p:tgtEl>
                                          <p:spTgt spid="124"/>
                                        </p:tgtEl>
                                        <p:attrNameLst>
                                          <p:attrName>style.visibility</p:attrName>
                                        </p:attrNameLst>
                                      </p:cBhvr>
                                      <p:to>
                                        <p:strVal val="visible"/>
                                      </p:to>
                                    </p:set>
                                    <p:animEffect transition="in" filter="fade">
                                      <p:cBhvr>
                                        <p:cTn id="52" dur="45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09" grpId="0"/>
      <p:bldP spid="113" grpId="0" animBg="1"/>
      <p:bldP spid="114" grpId="0"/>
      <p:bldP spid="118" grpId="0" animBg="1"/>
      <p:bldP spid="119" grpId="0"/>
      <p:bldP spid="123" grpId="0" animBg="1"/>
      <p:bldP spid="124" grpId="0"/>
      <p:bldP spid="127" grpId="0" animBg="1"/>
      <p:bldP spid="128" grpId="0" animBg="1"/>
      <p:bldP spid="129" grpId="0" animBg="1"/>
      <p:bldP spid="1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itle"/>
          <p:cNvSpPr txBox="1"/>
          <p:nvPr/>
        </p:nvSpPr>
        <p:spPr>
          <a:xfrm>
            <a:off x="320040" y="342900"/>
            <a:ext cx="8503920" cy="762000"/>
          </a:xfrm>
          <a:prstGeom prst="rect">
            <a:avLst/>
          </a:prstGeom>
          <a:noFill/>
          <a:ln>
            <a:noFill/>
          </a:ln>
        </p:spPr>
        <p:txBody>
          <a:bodyPr spcFirstLastPara="1" wrap="square" lIns="91425" tIns="0" rIns="91425" bIns="0" anchor="t" anchorCtr="0">
            <a:noAutofit/>
          </a:bodyPr>
          <a:lstStyle/>
          <a:p>
            <a:pPr marL="0" indent="0" algn="l">
              <a:lnSpc>
                <a:spcPct val="100000"/>
              </a:lnSpc>
              <a:spcBef>
                <a:spcPts val="0"/>
              </a:spcBef>
              <a:spcAft>
                <a:spcPts val="0"/>
              </a:spcAft>
              <a:buNone/>
            </a:pPr>
            <a:r>
              <a:rPr lang="en-US" sz="2700" b="0" u="sng" dirty="0">
                <a:solidFill>
                  <a:srgbClr val="0F1A2A"/>
                </a:solidFill>
                <a:latin typeface="Sora SemiBold"/>
                <a:ea typeface="Sora SemiBold"/>
                <a:cs typeface="Sora SemiBold"/>
                <a:sym typeface="Sora SemiBold"/>
              </a:rPr>
              <a:t>Autofill stops where sign-ups get </a:t>
            </a:r>
            <a:r>
              <a:rPr lang="en-US" sz="2700" b="1" u="sng" dirty="0">
                <a:solidFill>
                  <a:srgbClr val="0F1A2A"/>
                </a:solidFill>
                <a:latin typeface="Sora SemiBold"/>
                <a:ea typeface="Sora SemiBold"/>
                <a:cs typeface="Sora SemiBold"/>
                <a:sym typeface="Sora SemiBold"/>
              </a:rPr>
              <a:t>hard</a:t>
            </a:r>
          </a:p>
        </p:txBody>
      </p:sp>
      <p:sp>
        <p:nvSpPr>
          <p:cNvPr id="20" name="Score autofill"/>
          <p:cNvSpPr txBox="1"/>
          <p:nvPr/>
        </p:nvSpPr>
        <p:spPr>
          <a:xfrm>
            <a:off x="320040" y="1007539"/>
            <a:ext cx="2159000" cy="279400"/>
          </a:xfrm>
          <a:prstGeom prst="rect">
            <a:avLst/>
          </a:prstGeom>
          <a:noFill/>
          <a:ln>
            <a:noFill/>
          </a:ln>
        </p:spPr>
        <p:txBody>
          <a:bodyPr spcFirstLastPara="1" wrap="square" lIns="91425" tIns="0" rIns="91425" bIns="0" anchor="ctr" anchorCtr="0">
            <a:noAutofit/>
          </a:bodyPr>
          <a:lstStyle/>
          <a:p>
            <a:pPr marL="0" indent="0" algn="l">
              <a:lnSpc>
                <a:spcPct val="100000"/>
              </a:lnSpc>
              <a:spcBef>
                <a:spcPts val="0"/>
              </a:spcBef>
              <a:spcAft>
                <a:spcPts val="0"/>
              </a:spcAft>
              <a:buNone/>
            </a:pPr>
            <a:r>
              <a:rPr lang="en-US" sz="1500" b="0" dirty="0">
                <a:solidFill>
                  <a:srgbClr val="5B6575"/>
                </a:solidFill>
                <a:latin typeface="Sora SemiBold"/>
                <a:ea typeface="Sora SemiBold"/>
                <a:cs typeface="Sora SemiBold"/>
                <a:sym typeface="Sora SemiBold"/>
              </a:rPr>
              <a:t>Autofill: 13 of 30</a:t>
            </a:r>
          </a:p>
        </p:txBody>
      </p:sp>
      <p:sp>
        <p:nvSpPr>
          <p:cNvPr id="21" name="Score Formly"/>
          <p:cNvSpPr txBox="1"/>
          <p:nvPr/>
        </p:nvSpPr>
        <p:spPr>
          <a:xfrm>
            <a:off x="2489200" y="1007539"/>
            <a:ext cx="2159000" cy="279400"/>
          </a:xfrm>
          <a:prstGeom prst="rect">
            <a:avLst/>
          </a:prstGeom>
          <a:noFill/>
          <a:ln>
            <a:noFill/>
          </a:ln>
        </p:spPr>
        <p:txBody>
          <a:bodyPr spcFirstLastPara="1" wrap="square" lIns="91425" tIns="0" rIns="91425" bIns="0" anchor="ctr" anchorCtr="0">
            <a:noAutofit/>
          </a:bodyPr>
          <a:lstStyle/>
          <a:p>
            <a:pPr marL="0" indent="0" algn="l">
              <a:lnSpc>
                <a:spcPct val="100000"/>
              </a:lnSpc>
              <a:spcBef>
                <a:spcPts val="0"/>
              </a:spcBef>
              <a:spcAft>
                <a:spcPts val="0"/>
              </a:spcAft>
              <a:buNone/>
            </a:pPr>
            <a:r>
              <a:rPr lang="en-US" sz="1500" b="0" dirty="0">
                <a:solidFill>
                  <a:srgbClr val="0F1A2A"/>
                </a:solidFill>
                <a:latin typeface="Sora SemiBold"/>
                <a:ea typeface="Sora SemiBold"/>
                <a:cs typeface="Sora SemiBold"/>
                <a:sym typeface="Sora SemiBold"/>
              </a:rPr>
              <a:t>Formly: 30 of 30</a:t>
            </a:r>
          </a:p>
        </p:txBody>
      </p:sp>
      <p:sp>
        <p:nvSpPr>
          <p:cNvPr id="22" name="Score Formly bar"/>
          <p:cNvSpPr/>
          <p:nvPr/>
        </p:nvSpPr>
        <p:spPr>
          <a:xfrm>
            <a:off x="2580640" y="1312339"/>
            <a:ext cx="609600" cy="38100"/>
          </a:xfrm>
          <a:prstGeom prst="rect">
            <a:avLst/>
          </a:prstGeom>
          <a:solidFill>
            <a:srgbClr val="22C985"/>
          </a:solidFill>
          <a:ln>
            <a:noFill/>
          </a:ln>
        </p:spPr>
        <p:txBody>
          <a:bodyPr/>
          <a:lstStyle/>
          <a:p>
            <a:endParaRPr lang="en-US"/>
          </a:p>
        </p:txBody>
      </p:sp>
      <p:sp>
        <p:nvSpPr>
          <p:cNvPr id="23" name="Row Personal"/>
          <p:cNvSpPr txBox="1"/>
          <p:nvPr/>
        </p:nvSpPr>
        <p:spPr>
          <a:xfrm>
            <a:off x="320040" y="1490139"/>
            <a:ext cx="1219200" cy="292100"/>
          </a:xfrm>
          <a:prstGeom prst="rect">
            <a:avLst/>
          </a:prstGeom>
          <a:noFill/>
          <a:ln>
            <a:noFill/>
          </a:ln>
        </p:spPr>
        <p:txBody>
          <a:bodyPr spcFirstLastPara="1" wrap="square" lIns="91425" tIns="0" rIns="0" bIns="0" anchor="ctr" anchorCtr="0">
            <a:noAutofit/>
          </a:bodyPr>
          <a:lstStyle/>
          <a:p>
            <a:pPr marL="0" indent="0" algn="l">
              <a:lnSpc>
                <a:spcPct val="100000"/>
              </a:lnSpc>
              <a:spcBef>
                <a:spcPts val="0"/>
              </a:spcBef>
              <a:spcAft>
                <a:spcPts val="0"/>
              </a:spcAft>
              <a:buNone/>
            </a:pPr>
            <a:r>
              <a:rPr lang="en-US" sz="1000" b="0" dirty="0">
                <a:solidFill>
                  <a:srgbClr val="5B6575"/>
                </a:solidFill>
                <a:latin typeface="DM Sans"/>
                <a:ea typeface="DM Sans"/>
                <a:cs typeface="DM Sans"/>
                <a:sym typeface="DM Sans"/>
              </a:rPr>
              <a:t>Personal</a:t>
            </a:r>
          </a:p>
        </p:txBody>
      </p:sp>
      <p:sp>
        <p:nvSpPr>
          <p:cNvPr id="24" name="Tile Personal First name"/>
          <p:cNvSpPr/>
          <p:nvPr/>
        </p:nvSpPr>
        <p:spPr>
          <a:xfrm>
            <a:off x="1549400" y="14901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First name</a:t>
            </a:r>
          </a:p>
        </p:txBody>
      </p:sp>
      <p:sp>
        <p:nvSpPr>
          <p:cNvPr id="25" name="Tile Personal Last name"/>
          <p:cNvSpPr/>
          <p:nvPr/>
        </p:nvSpPr>
        <p:spPr>
          <a:xfrm>
            <a:off x="2293620" y="14901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Last name</a:t>
            </a:r>
          </a:p>
        </p:txBody>
      </p:sp>
      <p:sp>
        <p:nvSpPr>
          <p:cNvPr id="26" name="Tile Personal Email"/>
          <p:cNvSpPr/>
          <p:nvPr/>
        </p:nvSpPr>
        <p:spPr>
          <a:xfrm>
            <a:off x="3037840" y="14901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Email</a:t>
            </a:r>
          </a:p>
        </p:txBody>
      </p:sp>
      <p:sp>
        <p:nvSpPr>
          <p:cNvPr id="27" name="Tile Personal Phone"/>
          <p:cNvSpPr/>
          <p:nvPr/>
        </p:nvSpPr>
        <p:spPr>
          <a:xfrm>
            <a:off x="3782060" y="14901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Phone</a:t>
            </a:r>
          </a:p>
        </p:txBody>
      </p:sp>
      <p:sp>
        <p:nvSpPr>
          <p:cNvPr id="28" name="Tile Personal Date of birth"/>
          <p:cNvSpPr/>
          <p:nvPr/>
        </p:nvSpPr>
        <p:spPr>
          <a:xfrm>
            <a:off x="4526280" y="14901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Date of birth</a:t>
            </a:r>
          </a:p>
        </p:txBody>
      </p:sp>
      <p:sp>
        <p:nvSpPr>
          <p:cNvPr id="29" name="Tile Personal SSN"/>
          <p:cNvSpPr/>
          <p:nvPr/>
        </p:nvSpPr>
        <p:spPr>
          <a:xfrm>
            <a:off x="5270500" y="14901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SSN</a:t>
            </a:r>
          </a:p>
        </p:txBody>
      </p:sp>
      <p:sp>
        <p:nvSpPr>
          <p:cNvPr id="30" name="Row Address"/>
          <p:cNvSpPr txBox="1"/>
          <p:nvPr/>
        </p:nvSpPr>
        <p:spPr>
          <a:xfrm>
            <a:off x="320040" y="1845739"/>
            <a:ext cx="1219200" cy="292100"/>
          </a:xfrm>
          <a:prstGeom prst="rect">
            <a:avLst/>
          </a:prstGeom>
          <a:noFill/>
          <a:ln>
            <a:noFill/>
          </a:ln>
        </p:spPr>
        <p:txBody>
          <a:bodyPr spcFirstLastPara="1" wrap="square" lIns="91425" tIns="0" rIns="0" bIns="0" anchor="ctr" anchorCtr="0">
            <a:noAutofit/>
          </a:bodyPr>
          <a:lstStyle/>
          <a:p>
            <a:pPr marL="0" indent="0" algn="l">
              <a:lnSpc>
                <a:spcPct val="100000"/>
              </a:lnSpc>
              <a:spcBef>
                <a:spcPts val="0"/>
              </a:spcBef>
              <a:spcAft>
                <a:spcPts val="0"/>
              </a:spcAft>
              <a:buNone/>
            </a:pPr>
            <a:r>
              <a:rPr lang="en-US" sz="1000" b="0" dirty="0">
                <a:solidFill>
                  <a:srgbClr val="5B6575"/>
                </a:solidFill>
                <a:latin typeface="DM Sans"/>
                <a:ea typeface="DM Sans"/>
                <a:cs typeface="DM Sans"/>
                <a:sym typeface="DM Sans"/>
              </a:rPr>
              <a:t>Address</a:t>
            </a:r>
          </a:p>
        </p:txBody>
      </p:sp>
      <p:sp>
        <p:nvSpPr>
          <p:cNvPr id="31" name="Tile Address Street"/>
          <p:cNvSpPr/>
          <p:nvPr/>
        </p:nvSpPr>
        <p:spPr>
          <a:xfrm>
            <a:off x="1549400" y="18457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Street</a:t>
            </a:r>
          </a:p>
        </p:txBody>
      </p:sp>
      <p:sp>
        <p:nvSpPr>
          <p:cNvPr id="32" name="Tile Address Apt"/>
          <p:cNvSpPr/>
          <p:nvPr/>
        </p:nvSpPr>
        <p:spPr>
          <a:xfrm>
            <a:off x="2293620" y="18457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Apt</a:t>
            </a:r>
          </a:p>
        </p:txBody>
      </p:sp>
      <p:sp>
        <p:nvSpPr>
          <p:cNvPr id="33" name="Tile Address City"/>
          <p:cNvSpPr/>
          <p:nvPr/>
        </p:nvSpPr>
        <p:spPr>
          <a:xfrm>
            <a:off x="3037840" y="18457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City</a:t>
            </a:r>
          </a:p>
        </p:txBody>
      </p:sp>
      <p:sp>
        <p:nvSpPr>
          <p:cNvPr id="34" name="Tile Address State"/>
          <p:cNvSpPr/>
          <p:nvPr/>
        </p:nvSpPr>
        <p:spPr>
          <a:xfrm>
            <a:off x="3782060" y="18457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State</a:t>
            </a:r>
          </a:p>
        </p:txBody>
      </p:sp>
      <p:sp>
        <p:nvSpPr>
          <p:cNvPr id="35" name="Tile Address ZIP"/>
          <p:cNvSpPr/>
          <p:nvPr/>
        </p:nvSpPr>
        <p:spPr>
          <a:xfrm>
            <a:off x="4526280" y="18457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ZIP</a:t>
            </a:r>
          </a:p>
        </p:txBody>
      </p:sp>
      <p:sp>
        <p:nvSpPr>
          <p:cNvPr id="36" name="Tile Address Years at address"/>
          <p:cNvSpPr/>
          <p:nvPr/>
        </p:nvSpPr>
        <p:spPr>
          <a:xfrm>
            <a:off x="5270500" y="1837272"/>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Years at address</a:t>
            </a:r>
          </a:p>
        </p:txBody>
      </p:sp>
      <p:sp>
        <p:nvSpPr>
          <p:cNvPr id="37" name="Row Payment"/>
          <p:cNvSpPr txBox="1"/>
          <p:nvPr/>
        </p:nvSpPr>
        <p:spPr>
          <a:xfrm>
            <a:off x="320040" y="2201339"/>
            <a:ext cx="1219200" cy="292100"/>
          </a:xfrm>
          <a:prstGeom prst="rect">
            <a:avLst/>
          </a:prstGeom>
          <a:noFill/>
          <a:ln>
            <a:noFill/>
          </a:ln>
        </p:spPr>
        <p:txBody>
          <a:bodyPr spcFirstLastPara="1" wrap="square" lIns="91425" tIns="0" rIns="0" bIns="0" anchor="ctr" anchorCtr="0">
            <a:noAutofit/>
          </a:bodyPr>
          <a:lstStyle/>
          <a:p>
            <a:pPr marL="0" indent="0" algn="l">
              <a:lnSpc>
                <a:spcPct val="100000"/>
              </a:lnSpc>
              <a:spcBef>
                <a:spcPts val="0"/>
              </a:spcBef>
              <a:spcAft>
                <a:spcPts val="0"/>
              </a:spcAft>
              <a:buNone/>
            </a:pPr>
            <a:r>
              <a:rPr lang="en-US" sz="1000" b="0" dirty="0">
                <a:solidFill>
                  <a:srgbClr val="5B6575"/>
                </a:solidFill>
                <a:latin typeface="DM Sans"/>
                <a:ea typeface="DM Sans"/>
                <a:cs typeface="DM Sans"/>
                <a:sym typeface="DM Sans"/>
              </a:rPr>
              <a:t>Payment</a:t>
            </a:r>
          </a:p>
        </p:txBody>
      </p:sp>
      <p:sp>
        <p:nvSpPr>
          <p:cNvPr id="38" name="Tile Payment Name on card"/>
          <p:cNvSpPr/>
          <p:nvPr/>
        </p:nvSpPr>
        <p:spPr>
          <a:xfrm>
            <a:off x="1549400" y="22013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Name on card</a:t>
            </a:r>
          </a:p>
        </p:txBody>
      </p:sp>
      <p:sp>
        <p:nvSpPr>
          <p:cNvPr id="39" name="Tile Payment Card number"/>
          <p:cNvSpPr/>
          <p:nvPr/>
        </p:nvSpPr>
        <p:spPr>
          <a:xfrm>
            <a:off x="2293620" y="22013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Card number</a:t>
            </a:r>
          </a:p>
        </p:txBody>
      </p:sp>
      <p:sp>
        <p:nvSpPr>
          <p:cNvPr id="40" name="Tile Payment Expiration"/>
          <p:cNvSpPr/>
          <p:nvPr/>
        </p:nvSpPr>
        <p:spPr>
          <a:xfrm>
            <a:off x="3037840" y="22013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Expiration</a:t>
            </a:r>
          </a:p>
        </p:txBody>
      </p:sp>
      <p:sp>
        <p:nvSpPr>
          <p:cNvPr id="41" name="Tile Payment Billing ZIP"/>
          <p:cNvSpPr/>
          <p:nvPr/>
        </p:nvSpPr>
        <p:spPr>
          <a:xfrm>
            <a:off x="3782060" y="2201339"/>
            <a:ext cx="693420" cy="292100"/>
          </a:xfrm>
          <a:prstGeom prst="roundRect">
            <a:avLst>
              <a:gd name="adj" fmla="val 18000"/>
            </a:avLst>
          </a:prstGeom>
          <a:solidFill>
            <a:srgbClr val="E9ECF1"/>
          </a:solidFill>
          <a:ln w="9525">
            <a:solidFill>
              <a:srgbClr val="AEB6C2"/>
            </a:solid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5B6575"/>
                </a:solidFill>
                <a:latin typeface="DM Sans"/>
                <a:ea typeface="DM Sans"/>
                <a:cs typeface="DM Sans"/>
                <a:sym typeface="DM Sans"/>
              </a:rPr>
              <a:t>Billing ZIP</a:t>
            </a:r>
          </a:p>
        </p:txBody>
      </p:sp>
      <p:sp>
        <p:nvSpPr>
          <p:cNvPr id="42" name="Row Identity"/>
          <p:cNvSpPr txBox="1"/>
          <p:nvPr/>
        </p:nvSpPr>
        <p:spPr>
          <a:xfrm>
            <a:off x="320040" y="2556939"/>
            <a:ext cx="1219200" cy="292100"/>
          </a:xfrm>
          <a:prstGeom prst="rect">
            <a:avLst/>
          </a:prstGeom>
          <a:noFill/>
          <a:ln>
            <a:noFill/>
          </a:ln>
        </p:spPr>
        <p:txBody>
          <a:bodyPr spcFirstLastPara="1" wrap="square" lIns="91425" tIns="0" rIns="0" bIns="0" anchor="ctr" anchorCtr="0">
            <a:noAutofit/>
          </a:bodyPr>
          <a:lstStyle/>
          <a:p>
            <a:pPr marL="0" indent="0" algn="l">
              <a:lnSpc>
                <a:spcPct val="100000"/>
              </a:lnSpc>
              <a:spcBef>
                <a:spcPts val="0"/>
              </a:spcBef>
              <a:spcAft>
                <a:spcPts val="0"/>
              </a:spcAft>
              <a:buNone/>
            </a:pPr>
            <a:r>
              <a:rPr lang="en-US" sz="1000" b="0" dirty="0">
                <a:solidFill>
                  <a:srgbClr val="5B6575"/>
                </a:solidFill>
                <a:latin typeface="DM Sans"/>
                <a:ea typeface="DM Sans"/>
                <a:cs typeface="DM Sans"/>
                <a:sym typeface="DM Sans"/>
              </a:rPr>
              <a:t>Identity</a:t>
            </a:r>
          </a:p>
        </p:txBody>
      </p:sp>
      <p:sp>
        <p:nvSpPr>
          <p:cNvPr id="43" name="Tile Identity ID type"/>
          <p:cNvSpPr/>
          <p:nvPr/>
        </p:nvSpPr>
        <p:spPr>
          <a:xfrm>
            <a:off x="1549400" y="25569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ID type</a:t>
            </a:r>
          </a:p>
        </p:txBody>
      </p:sp>
      <p:sp>
        <p:nvSpPr>
          <p:cNvPr id="44" name="Tile Identity ID number"/>
          <p:cNvSpPr/>
          <p:nvPr/>
        </p:nvSpPr>
        <p:spPr>
          <a:xfrm>
            <a:off x="2293620" y="25569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ID number</a:t>
            </a:r>
          </a:p>
        </p:txBody>
      </p:sp>
      <p:sp>
        <p:nvSpPr>
          <p:cNvPr id="45" name="Tile Identity Issuing state"/>
          <p:cNvSpPr/>
          <p:nvPr/>
        </p:nvSpPr>
        <p:spPr>
          <a:xfrm>
            <a:off x="3037840" y="25569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Issuing state</a:t>
            </a:r>
          </a:p>
        </p:txBody>
      </p:sp>
      <p:sp>
        <p:nvSpPr>
          <p:cNvPr id="46" name="Tile Identity ID expiration"/>
          <p:cNvSpPr/>
          <p:nvPr/>
        </p:nvSpPr>
        <p:spPr>
          <a:xfrm>
            <a:off x="3782060" y="25569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ID expiration</a:t>
            </a:r>
          </a:p>
        </p:txBody>
      </p:sp>
      <p:sp>
        <p:nvSpPr>
          <p:cNvPr id="47" name="Row Credit check"/>
          <p:cNvSpPr txBox="1"/>
          <p:nvPr/>
        </p:nvSpPr>
        <p:spPr>
          <a:xfrm>
            <a:off x="320040" y="2912539"/>
            <a:ext cx="1219200" cy="292100"/>
          </a:xfrm>
          <a:prstGeom prst="rect">
            <a:avLst/>
          </a:prstGeom>
          <a:noFill/>
          <a:ln>
            <a:noFill/>
          </a:ln>
        </p:spPr>
        <p:txBody>
          <a:bodyPr spcFirstLastPara="1" wrap="square" lIns="91425" tIns="0" rIns="0" bIns="0" anchor="ctr" anchorCtr="0">
            <a:noAutofit/>
          </a:bodyPr>
          <a:lstStyle/>
          <a:p>
            <a:pPr marL="0" indent="0" algn="l">
              <a:lnSpc>
                <a:spcPct val="100000"/>
              </a:lnSpc>
              <a:spcBef>
                <a:spcPts val="0"/>
              </a:spcBef>
              <a:spcAft>
                <a:spcPts val="0"/>
              </a:spcAft>
              <a:buNone/>
            </a:pPr>
            <a:r>
              <a:rPr lang="en-US" sz="1000" b="0" dirty="0">
                <a:solidFill>
                  <a:srgbClr val="5B6575"/>
                </a:solidFill>
                <a:latin typeface="DM Sans"/>
                <a:ea typeface="DM Sans"/>
                <a:cs typeface="DM Sans"/>
                <a:sym typeface="DM Sans"/>
              </a:rPr>
              <a:t>Credit check</a:t>
            </a:r>
          </a:p>
        </p:txBody>
      </p:sp>
      <p:sp>
        <p:nvSpPr>
          <p:cNvPr id="48" name="Tile Credit check Employment"/>
          <p:cNvSpPr/>
          <p:nvPr/>
        </p:nvSpPr>
        <p:spPr>
          <a:xfrm>
            <a:off x="1549400" y="29125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Employment</a:t>
            </a:r>
          </a:p>
        </p:txBody>
      </p:sp>
      <p:sp>
        <p:nvSpPr>
          <p:cNvPr id="49" name="Tile Credit check Employer"/>
          <p:cNvSpPr/>
          <p:nvPr/>
        </p:nvSpPr>
        <p:spPr>
          <a:xfrm>
            <a:off x="2293620" y="29125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Employer</a:t>
            </a:r>
          </a:p>
        </p:txBody>
      </p:sp>
      <p:sp>
        <p:nvSpPr>
          <p:cNvPr id="50" name="Tile Credit check Job title"/>
          <p:cNvSpPr/>
          <p:nvPr/>
        </p:nvSpPr>
        <p:spPr>
          <a:xfrm>
            <a:off x="3037840" y="29125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Job title</a:t>
            </a:r>
          </a:p>
        </p:txBody>
      </p:sp>
      <p:sp>
        <p:nvSpPr>
          <p:cNvPr id="51" name="Tile Credit check Income"/>
          <p:cNvSpPr/>
          <p:nvPr/>
        </p:nvSpPr>
        <p:spPr>
          <a:xfrm>
            <a:off x="3782060" y="29125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Income</a:t>
            </a:r>
          </a:p>
        </p:txBody>
      </p:sp>
      <p:sp>
        <p:nvSpPr>
          <p:cNvPr id="52" name="Tile Credit check Rent / mortgage"/>
          <p:cNvSpPr/>
          <p:nvPr/>
        </p:nvSpPr>
        <p:spPr>
          <a:xfrm>
            <a:off x="4526280" y="29125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Rent / mortgage</a:t>
            </a:r>
          </a:p>
        </p:txBody>
      </p:sp>
      <p:sp>
        <p:nvSpPr>
          <p:cNvPr id="53" name="Row Plan &amp; device"/>
          <p:cNvSpPr txBox="1"/>
          <p:nvPr/>
        </p:nvSpPr>
        <p:spPr>
          <a:xfrm>
            <a:off x="320040" y="3268139"/>
            <a:ext cx="1219200" cy="292100"/>
          </a:xfrm>
          <a:prstGeom prst="rect">
            <a:avLst/>
          </a:prstGeom>
          <a:noFill/>
          <a:ln>
            <a:noFill/>
          </a:ln>
        </p:spPr>
        <p:txBody>
          <a:bodyPr spcFirstLastPara="1" wrap="square" lIns="91425" tIns="0" rIns="0" bIns="0" anchor="ctr" anchorCtr="0">
            <a:noAutofit/>
          </a:bodyPr>
          <a:lstStyle/>
          <a:p>
            <a:pPr marL="0" indent="0" algn="l">
              <a:lnSpc>
                <a:spcPct val="100000"/>
              </a:lnSpc>
              <a:spcBef>
                <a:spcPts val="0"/>
              </a:spcBef>
              <a:spcAft>
                <a:spcPts val="0"/>
              </a:spcAft>
              <a:buNone/>
            </a:pPr>
            <a:r>
              <a:rPr lang="en-US" sz="1000" b="0" dirty="0">
                <a:solidFill>
                  <a:srgbClr val="5B6575"/>
                </a:solidFill>
                <a:latin typeface="DM Sans"/>
                <a:ea typeface="DM Sans"/>
                <a:cs typeface="DM Sans"/>
                <a:sym typeface="DM Sans"/>
              </a:rPr>
              <a:t>Phone &amp; carrier</a:t>
            </a:r>
          </a:p>
        </p:txBody>
      </p:sp>
      <p:sp>
        <p:nvSpPr>
          <p:cNvPr id="54" name="Tile Plan &amp; device Current carrier"/>
          <p:cNvSpPr/>
          <p:nvPr/>
        </p:nvSpPr>
        <p:spPr>
          <a:xfrm>
            <a:off x="1549400" y="32681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Current carrier</a:t>
            </a:r>
          </a:p>
        </p:txBody>
      </p:sp>
      <p:sp>
        <p:nvSpPr>
          <p:cNvPr id="55" name="Tile Plan &amp; device Device"/>
          <p:cNvSpPr/>
          <p:nvPr/>
        </p:nvSpPr>
        <p:spPr>
          <a:xfrm>
            <a:off x="2293620" y="32681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Device</a:t>
            </a:r>
          </a:p>
        </p:txBody>
      </p:sp>
      <p:sp>
        <p:nvSpPr>
          <p:cNvPr id="59" name="Row Emergency contact"/>
          <p:cNvSpPr txBox="1"/>
          <p:nvPr/>
        </p:nvSpPr>
        <p:spPr>
          <a:xfrm>
            <a:off x="320040" y="3623739"/>
            <a:ext cx="1219200" cy="292100"/>
          </a:xfrm>
          <a:prstGeom prst="rect">
            <a:avLst/>
          </a:prstGeom>
          <a:noFill/>
          <a:ln>
            <a:noFill/>
          </a:ln>
        </p:spPr>
        <p:txBody>
          <a:bodyPr spcFirstLastPara="1" wrap="square" lIns="91425" tIns="0" rIns="0" bIns="0" anchor="ctr" anchorCtr="0">
            <a:noAutofit/>
          </a:bodyPr>
          <a:lstStyle/>
          <a:p>
            <a:pPr marL="0" indent="0" algn="l">
              <a:lnSpc>
                <a:spcPct val="100000"/>
              </a:lnSpc>
              <a:spcBef>
                <a:spcPts val="0"/>
              </a:spcBef>
              <a:spcAft>
                <a:spcPts val="0"/>
              </a:spcAft>
              <a:buNone/>
            </a:pPr>
            <a:r>
              <a:rPr lang="en-US" sz="1000" b="0" dirty="0">
                <a:solidFill>
                  <a:srgbClr val="5B6575"/>
                </a:solidFill>
                <a:latin typeface="DM Sans"/>
                <a:ea typeface="DM Sans"/>
                <a:cs typeface="DM Sans"/>
                <a:sym typeface="DM Sans"/>
              </a:rPr>
              <a:t>Emergency contact</a:t>
            </a:r>
          </a:p>
        </p:txBody>
      </p:sp>
      <p:sp>
        <p:nvSpPr>
          <p:cNvPr id="60" name="Tile Emergency contact Name"/>
          <p:cNvSpPr/>
          <p:nvPr/>
        </p:nvSpPr>
        <p:spPr>
          <a:xfrm>
            <a:off x="1549400" y="36237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Name</a:t>
            </a:r>
          </a:p>
        </p:txBody>
      </p:sp>
      <p:sp>
        <p:nvSpPr>
          <p:cNvPr id="61" name="Tile Emergency contact Relationship"/>
          <p:cNvSpPr/>
          <p:nvPr/>
        </p:nvSpPr>
        <p:spPr>
          <a:xfrm>
            <a:off x="2293620" y="36237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Relationship</a:t>
            </a:r>
          </a:p>
        </p:txBody>
      </p:sp>
      <p:sp>
        <p:nvSpPr>
          <p:cNvPr id="62" name="Tile Emergency contact Phone"/>
          <p:cNvSpPr/>
          <p:nvPr/>
        </p:nvSpPr>
        <p:spPr>
          <a:xfrm>
            <a:off x="3037840" y="3623739"/>
            <a:ext cx="693420" cy="292100"/>
          </a:xfrm>
          <a:prstGeom prst="roundRect">
            <a:avLst>
              <a:gd name="adj" fmla="val 18000"/>
            </a:avLst>
          </a:prstGeom>
          <a:solidFill>
            <a:srgbClr val="22C985"/>
          </a:solidFill>
          <a:ln>
            <a:noFill/>
          </a:ln>
        </p:spPr>
        <p:txBody>
          <a:bodyPr spcFirstLastPara="1" wrap="square" lIns="19050" tIns="0" rIns="19050" bIns="0" anchor="ctr" anchorCtr="0">
            <a:noAutofit/>
          </a:bodyPr>
          <a:lstStyle/>
          <a:p>
            <a:pPr marL="0" indent="0" algn="ctr">
              <a:lnSpc>
                <a:spcPct val="90000"/>
              </a:lnSpc>
              <a:spcBef>
                <a:spcPts val="0"/>
              </a:spcBef>
              <a:spcAft>
                <a:spcPts val="0"/>
              </a:spcAft>
              <a:buNone/>
            </a:pPr>
            <a:r>
              <a:rPr lang="en-US" sz="800" b="0" dirty="0">
                <a:solidFill>
                  <a:srgbClr val="0F1A2A"/>
                </a:solidFill>
                <a:latin typeface="DM Sans"/>
                <a:ea typeface="DM Sans"/>
                <a:cs typeface="DM Sans"/>
                <a:sym typeface="DM Sans"/>
              </a:rPr>
              <a:t>Phone</a:t>
            </a:r>
          </a:p>
        </p:txBody>
      </p:sp>
      <p:sp>
        <p:nvSpPr>
          <p:cNvPr id="901" name="Key swatch 901"/>
          <p:cNvSpPr/>
          <p:nvPr/>
        </p:nvSpPr>
        <p:spPr>
          <a:xfrm>
            <a:off x="408940" y="4119039"/>
            <a:ext cx="190500" cy="190500"/>
          </a:xfrm>
          <a:prstGeom prst="roundRect">
            <a:avLst>
              <a:gd name="adj" fmla="val 22000"/>
            </a:avLst>
          </a:prstGeom>
          <a:solidFill>
            <a:srgbClr val="E9ECF1"/>
          </a:solidFill>
          <a:ln w="9525">
            <a:solidFill>
              <a:srgbClr val="AEB6C2"/>
            </a:solidFill>
          </a:ln>
        </p:spPr>
        <p:txBody>
          <a:bodyPr/>
          <a:lstStyle/>
          <a:p>
            <a:endParaRPr lang="en-US"/>
          </a:p>
        </p:txBody>
      </p:sp>
      <p:sp>
        <p:nvSpPr>
          <p:cNvPr id="902" name="Key label 1"/>
          <p:cNvSpPr txBox="1"/>
          <p:nvPr/>
        </p:nvSpPr>
        <p:spPr>
          <a:xfrm>
            <a:off x="685800" y="4087289"/>
            <a:ext cx="1778000" cy="254000"/>
          </a:xfrm>
          <a:prstGeom prst="rect">
            <a:avLst/>
          </a:prstGeom>
          <a:noFill/>
          <a:ln>
            <a:noFill/>
          </a:ln>
        </p:spPr>
        <p:txBody>
          <a:bodyPr wrap="none" lIns="0" tIns="0" rIns="0" bIns="0" anchor="ctr">
            <a:noAutofit/>
          </a:bodyPr>
          <a:lstStyle/>
          <a:p>
            <a:pPr marL="0" indent="0" algn="l">
              <a:buNone/>
            </a:pPr>
            <a:r>
              <a:rPr lang="en-US" sz="1300" dirty="0">
                <a:solidFill>
                  <a:srgbClr val="0F1A2A"/>
                </a:solidFill>
                <a:latin typeface="DM Sans"/>
                <a:ea typeface="DM Sans"/>
                <a:cs typeface="DM Sans"/>
                <a:sym typeface="DM Sans"/>
              </a:rPr>
              <a:t>Autofill can fill</a:t>
            </a:r>
          </a:p>
        </p:txBody>
      </p:sp>
      <p:sp>
        <p:nvSpPr>
          <p:cNvPr id="903" name="Key swatch 903"/>
          <p:cNvSpPr/>
          <p:nvPr/>
        </p:nvSpPr>
        <p:spPr>
          <a:xfrm>
            <a:off x="2489200" y="4119039"/>
            <a:ext cx="190500" cy="190500"/>
          </a:xfrm>
          <a:prstGeom prst="roundRect">
            <a:avLst>
              <a:gd name="adj" fmla="val 22000"/>
            </a:avLst>
          </a:prstGeom>
          <a:solidFill>
            <a:srgbClr val="22C985"/>
          </a:solidFill>
          <a:ln>
            <a:noFill/>
          </a:ln>
        </p:spPr>
        <p:txBody>
          <a:bodyPr/>
          <a:lstStyle/>
          <a:p>
            <a:endParaRPr lang="en-US"/>
          </a:p>
        </p:txBody>
      </p:sp>
      <p:sp>
        <p:nvSpPr>
          <p:cNvPr id="904" name="Key label 2"/>
          <p:cNvSpPr txBox="1"/>
          <p:nvPr/>
        </p:nvSpPr>
        <p:spPr>
          <a:xfrm>
            <a:off x="2768600" y="4087289"/>
            <a:ext cx="1905000" cy="254000"/>
          </a:xfrm>
          <a:prstGeom prst="rect">
            <a:avLst/>
          </a:prstGeom>
          <a:noFill/>
          <a:ln>
            <a:noFill/>
          </a:ln>
        </p:spPr>
        <p:txBody>
          <a:bodyPr wrap="none" lIns="0" tIns="0" rIns="0" bIns="0" anchor="ctr">
            <a:noAutofit/>
          </a:bodyPr>
          <a:lstStyle/>
          <a:p>
            <a:pPr marL="0" indent="0" algn="l">
              <a:buNone/>
            </a:pPr>
            <a:r>
              <a:rPr lang="en-US" sz="1300" dirty="0">
                <a:solidFill>
                  <a:srgbClr val="0F1A2A"/>
                </a:solidFill>
                <a:latin typeface="DM Sans"/>
                <a:ea typeface="DM Sans"/>
                <a:cs typeface="DM Sans"/>
                <a:sym typeface="DM Sans"/>
              </a:rPr>
              <a:t>Only Formly fills</a:t>
            </a:r>
          </a:p>
        </p:txBody>
      </p:sp>
      <p:sp>
        <p:nvSpPr>
          <p:cNvPr id="64" name="Stat 1"/>
          <p:cNvSpPr txBox="1"/>
          <p:nvPr/>
        </p:nvSpPr>
        <p:spPr>
          <a:xfrm>
            <a:off x="6223000" y="965200"/>
            <a:ext cx="2590800" cy="533400"/>
          </a:xfrm>
          <a:prstGeom prst="rect">
            <a:avLst/>
          </a:prstGeom>
          <a:noFill/>
          <a:ln>
            <a:noFill/>
          </a:ln>
        </p:spPr>
        <p:txBody>
          <a:bodyPr spcFirstLastPara="1" wrap="square" lIns="91425" tIns="0" rIns="91425" bIns="0" anchor="b" anchorCtr="0">
            <a:noAutofit/>
          </a:bodyPr>
          <a:lstStyle/>
          <a:p>
            <a:pPr marL="0" indent="0" algn="l">
              <a:lnSpc>
                <a:spcPct val="100000"/>
              </a:lnSpc>
              <a:spcBef>
                <a:spcPts val="0"/>
              </a:spcBef>
              <a:spcAft>
                <a:spcPts val="0"/>
              </a:spcAft>
              <a:buNone/>
            </a:pPr>
            <a:r>
              <a:rPr lang="en-US" sz="4000" b="0" dirty="0">
                <a:solidFill>
                  <a:srgbClr val="0F1A2A"/>
                </a:solidFill>
                <a:latin typeface="Sora SemiBold"/>
                <a:ea typeface="Sora SemiBold"/>
                <a:cs typeface="Sora SemiBold"/>
                <a:sym typeface="Sora SemiBold"/>
              </a:rPr>
              <a:t>47.8%</a:t>
            </a:r>
          </a:p>
        </p:txBody>
      </p:sp>
      <p:sp>
        <p:nvSpPr>
          <p:cNvPr id="65" name="Accent bar"/>
          <p:cNvSpPr/>
          <p:nvPr/>
        </p:nvSpPr>
        <p:spPr>
          <a:xfrm>
            <a:off x="6314440" y="1549400"/>
            <a:ext cx="508000" cy="50800"/>
          </a:xfrm>
          <a:prstGeom prst="rect">
            <a:avLst/>
          </a:prstGeom>
          <a:solidFill>
            <a:srgbClr val="22C985"/>
          </a:solidFill>
          <a:ln>
            <a:noFill/>
          </a:ln>
        </p:spPr>
        <p:txBody>
          <a:bodyPr/>
          <a:lstStyle/>
          <a:p>
            <a:endParaRPr lang="en-US"/>
          </a:p>
        </p:txBody>
      </p:sp>
      <p:sp>
        <p:nvSpPr>
          <p:cNvPr id="66" name="Caption 1"/>
          <p:cNvSpPr txBox="1"/>
          <p:nvPr/>
        </p:nvSpPr>
        <p:spPr>
          <a:xfrm>
            <a:off x="6223000" y="1638300"/>
            <a:ext cx="2590800" cy="558800"/>
          </a:xfrm>
          <a:prstGeom prst="rect">
            <a:avLst/>
          </a:prstGeom>
          <a:noFill/>
          <a:ln>
            <a:noFill/>
          </a:ln>
        </p:spPr>
        <p:txBody>
          <a:bodyPr spcFirstLastPara="1" wrap="square" lIns="91425" tIns="0" rIns="91425" bIns="0" anchor="t" anchorCtr="0">
            <a:noAutofit/>
          </a:bodyPr>
          <a:lstStyle/>
          <a:p>
            <a:pPr marL="0" indent="0" algn="l">
              <a:lnSpc>
                <a:spcPct val="100000"/>
              </a:lnSpc>
              <a:spcBef>
                <a:spcPts val="0"/>
              </a:spcBef>
              <a:spcAft>
                <a:spcPts val="0"/>
              </a:spcAft>
              <a:buNone/>
            </a:pPr>
            <a:r>
              <a:rPr lang="en-US" sz="1100" b="0" dirty="0">
                <a:solidFill>
                  <a:srgbClr val="5B6575"/>
                </a:solidFill>
                <a:latin typeface="DM Sans"/>
                <a:ea typeface="DM Sans"/>
                <a:cs typeface="DM Sans"/>
                <a:sym typeface="DM Sans"/>
              </a:rPr>
              <a:t>of telecom sign-up forms get finished. More than half the people who start one never do.</a:t>
            </a:r>
          </a:p>
        </p:txBody>
      </p:sp>
      <p:sp>
        <p:nvSpPr>
          <p:cNvPr id="67" name="Source 1"/>
          <p:cNvSpPr txBox="1"/>
          <p:nvPr/>
        </p:nvSpPr>
        <p:spPr>
          <a:xfrm>
            <a:off x="6223000" y="2222500"/>
            <a:ext cx="2590800" cy="304800"/>
          </a:xfrm>
          <a:prstGeom prst="rect">
            <a:avLst/>
          </a:prstGeom>
          <a:noFill/>
          <a:ln>
            <a:noFill/>
          </a:ln>
        </p:spPr>
        <p:txBody>
          <a:bodyPr spcFirstLastPara="1" wrap="square" lIns="91425" tIns="0" rIns="91425" bIns="0" anchor="t" anchorCtr="0">
            <a:noAutofit/>
          </a:bodyPr>
          <a:lstStyle/>
          <a:p>
            <a:pPr marL="0" indent="0" algn="l">
              <a:lnSpc>
                <a:spcPct val="100000"/>
              </a:lnSpc>
              <a:spcBef>
                <a:spcPts val="0"/>
              </a:spcBef>
              <a:spcAft>
                <a:spcPts val="0"/>
              </a:spcAft>
              <a:buNone/>
            </a:pPr>
            <a:r>
              <a:rPr lang="en-US" sz="900" b="0" dirty="0">
                <a:solidFill>
                  <a:srgbClr val="5B6575"/>
                </a:solidFill>
                <a:latin typeface="DM Sans"/>
                <a:ea typeface="DM Sans"/>
                <a:cs typeface="DM Sans"/>
                <a:sym typeface="DM Sans"/>
              </a:rPr>
              <a:t>Source: Zuko form benchmarks, 2025. 2.2M telecom form sessions.</a:t>
            </a:r>
          </a:p>
        </p:txBody>
      </p:sp>
      <p:sp>
        <p:nvSpPr>
          <p:cNvPr id="68" name="Stat 2"/>
          <p:cNvSpPr txBox="1"/>
          <p:nvPr/>
        </p:nvSpPr>
        <p:spPr>
          <a:xfrm>
            <a:off x="6223000" y="2794000"/>
            <a:ext cx="2590800" cy="533400"/>
          </a:xfrm>
          <a:prstGeom prst="rect">
            <a:avLst/>
          </a:prstGeom>
          <a:noFill/>
          <a:ln>
            <a:noFill/>
          </a:ln>
        </p:spPr>
        <p:txBody>
          <a:bodyPr spcFirstLastPara="1" wrap="square" lIns="91425" tIns="0" rIns="91425" bIns="0" anchor="b" anchorCtr="0">
            <a:noAutofit/>
          </a:bodyPr>
          <a:lstStyle/>
          <a:p>
            <a:pPr marL="0" indent="0" algn="l">
              <a:lnSpc>
                <a:spcPct val="100000"/>
              </a:lnSpc>
              <a:spcBef>
                <a:spcPts val="0"/>
              </a:spcBef>
              <a:spcAft>
                <a:spcPts val="0"/>
              </a:spcAft>
              <a:buNone/>
            </a:pPr>
            <a:r>
              <a:rPr lang="en-US" sz="4000" b="0" dirty="0">
                <a:solidFill>
                  <a:srgbClr val="0F1A2A"/>
                </a:solidFill>
                <a:latin typeface="Sora SemiBold"/>
                <a:ea typeface="Sora SemiBold"/>
                <a:cs typeface="Sora SemiBold"/>
                <a:sym typeface="Sora SemiBold"/>
              </a:rPr>
              <a:t>0</a:t>
            </a:r>
          </a:p>
        </p:txBody>
      </p:sp>
      <p:sp>
        <p:nvSpPr>
          <p:cNvPr id="69" name="Accent bar"/>
          <p:cNvSpPr/>
          <p:nvPr/>
        </p:nvSpPr>
        <p:spPr>
          <a:xfrm>
            <a:off x="6314440" y="3378200"/>
            <a:ext cx="508000" cy="50800"/>
          </a:xfrm>
          <a:prstGeom prst="rect">
            <a:avLst/>
          </a:prstGeom>
          <a:solidFill>
            <a:srgbClr val="22C985"/>
          </a:solidFill>
          <a:ln>
            <a:noFill/>
          </a:ln>
        </p:spPr>
        <p:txBody>
          <a:bodyPr/>
          <a:lstStyle/>
          <a:p>
            <a:endParaRPr lang="en-US"/>
          </a:p>
        </p:txBody>
      </p:sp>
      <p:sp>
        <p:nvSpPr>
          <p:cNvPr id="70" name="Caption 2"/>
          <p:cNvSpPr txBox="1"/>
          <p:nvPr/>
        </p:nvSpPr>
        <p:spPr>
          <a:xfrm>
            <a:off x="6223000" y="3467100"/>
            <a:ext cx="2590800" cy="736600"/>
          </a:xfrm>
          <a:prstGeom prst="rect">
            <a:avLst/>
          </a:prstGeom>
          <a:noFill/>
          <a:ln>
            <a:noFill/>
          </a:ln>
        </p:spPr>
        <p:txBody>
          <a:bodyPr spcFirstLastPara="1" wrap="square" lIns="91425" tIns="0" rIns="91425" bIns="0" anchor="t" anchorCtr="0">
            <a:noAutofit/>
          </a:bodyPr>
          <a:lstStyle/>
          <a:p>
            <a:pPr marL="0" indent="0" algn="l">
              <a:lnSpc>
                <a:spcPct val="100000"/>
              </a:lnSpc>
              <a:spcBef>
                <a:spcPts val="0"/>
              </a:spcBef>
              <a:spcAft>
                <a:spcPts val="0"/>
              </a:spcAft>
              <a:buNone/>
            </a:pPr>
            <a:r>
              <a:rPr lang="en-US" sz="1100" b="0" dirty="0">
                <a:solidFill>
                  <a:srgbClr val="5B6575"/>
                </a:solidFill>
                <a:latin typeface="DM Sans"/>
                <a:ea typeface="DM Sans"/>
                <a:cs typeface="DM Sans"/>
                <a:sym typeface="DM Sans"/>
              </a:rPr>
              <a:t>autofill fields exist for SSN, ID number, income, carrier account number or transfer PIN.</a:t>
            </a:r>
          </a:p>
        </p:txBody>
      </p:sp>
      <p:sp>
        <p:nvSpPr>
          <p:cNvPr id="71" name="Source 2"/>
          <p:cNvSpPr txBox="1"/>
          <p:nvPr/>
        </p:nvSpPr>
        <p:spPr>
          <a:xfrm>
            <a:off x="6223000" y="4051300"/>
            <a:ext cx="2590800" cy="152400"/>
          </a:xfrm>
          <a:prstGeom prst="rect">
            <a:avLst/>
          </a:prstGeom>
          <a:noFill/>
          <a:ln>
            <a:noFill/>
          </a:ln>
        </p:spPr>
        <p:txBody>
          <a:bodyPr spcFirstLastPara="1" wrap="square" lIns="91425" tIns="0" rIns="91425" bIns="0" anchor="t" anchorCtr="0">
            <a:noAutofit/>
          </a:bodyPr>
          <a:lstStyle/>
          <a:p>
            <a:pPr marL="0" indent="0" algn="l">
              <a:lnSpc>
                <a:spcPct val="100000"/>
              </a:lnSpc>
              <a:spcBef>
                <a:spcPts val="0"/>
              </a:spcBef>
              <a:spcAft>
                <a:spcPts val="0"/>
              </a:spcAft>
              <a:buNone/>
            </a:pPr>
            <a:r>
              <a:rPr lang="en-US" sz="900" b="0" dirty="0">
                <a:solidFill>
                  <a:srgbClr val="5B6575"/>
                </a:solidFill>
                <a:latin typeface="DM Sans"/>
                <a:ea typeface="DM Sans"/>
                <a:cs typeface="DM Sans"/>
                <a:sym typeface="DM Sans"/>
              </a:rPr>
              <a:t>Source: WHATWG HTML standard, autofill field names.</a:t>
            </a:r>
          </a:p>
        </p:txBody>
      </p:sp>
      <p:sp>
        <p:nvSpPr>
          <p:cNvPr id="3" name="TextBox 2">
            <a:extLst>
              <a:ext uri="{FF2B5EF4-FFF2-40B4-BE49-F238E27FC236}">
                <a16:creationId xmlns:a16="http://schemas.microsoft.com/office/drawing/2014/main" id="{CE966C44-670E-B798-7308-401CE9C4EA3D}"/>
              </a:ext>
            </a:extLst>
          </p:cNvPr>
          <p:cNvSpPr txBox="1"/>
          <p:nvPr/>
        </p:nvSpPr>
        <p:spPr>
          <a:xfrm>
            <a:off x="118533" y="787400"/>
            <a:ext cx="184731" cy="307777"/>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5869193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3"/>
        <p:cNvGrpSpPr/>
        <p:nvPr/>
      </p:nvGrpSpPr>
      <p:grpSpPr>
        <a:xfrm>
          <a:off x="0" y="0"/>
          <a:ext cx="0" cy="0"/>
          <a:chOff x="0" y="0"/>
          <a:chExt cx="0" cy="0"/>
        </a:xfrm>
      </p:grpSpPr>
      <p:sp>
        <p:nvSpPr>
          <p:cNvPr id="244" name="Rectangle 243"/>
          <p:cNvSpPr/>
          <p:nvPr/>
        </p:nvSpPr>
        <p:spPr>
          <a:xfrm>
            <a:off x="0" y="0"/>
            <a:ext cx="9144000" cy="2032000"/>
          </a:xfrm>
          <a:prstGeom prst="rect">
            <a:avLst/>
          </a:prstGeom>
          <a:solidFill>
            <a:srgbClr val="E20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Rounded Rectangle 244"/>
          <p:cNvSpPr/>
          <p:nvPr/>
        </p:nvSpPr>
        <p:spPr>
          <a:xfrm>
            <a:off x="1930400" y="546100"/>
            <a:ext cx="1828800" cy="584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6" name="Picture 245" descr="lockup-light.png"/>
          <p:cNvPicPr>
            <a:picLocks noChangeAspect="1"/>
          </p:cNvPicPr>
          <p:nvPr/>
        </p:nvPicPr>
        <p:blipFill>
          <a:blip r:embed="rId3"/>
          <a:stretch>
            <a:fillRect/>
          </a:stretch>
        </p:blipFill>
        <p:spPr>
          <a:xfrm>
            <a:off x="2082800" y="647700"/>
            <a:ext cx="1524000" cy="381000"/>
          </a:xfrm>
          <a:prstGeom prst="rect">
            <a:avLst/>
          </a:prstGeom>
        </p:spPr>
      </p:pic>
      <p:sp>
        <p:nvSpPr>
          <p:cNvPr id="271" name="T-Mobile chip"/>
          <p:cNvSpPr/>
          <p:nvPr/>
        </p:nvSpPr>
        <p:spPr>
          <a:xfrm>
            <a:off x="4673600" y="546100"/>
            <a:ext cx="1981200" cy="584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8" name="Picture 247" descr="tmobile-logo.png"/>
          <p:cNvPicPr>
            <a:picLocks noChangeAspect="1"/>
          </p:cNvPicPr>
          <p:nvPr/>
        </p:nvPicPr>
        <p:blipFill>
          <a:blip r:embed="rId4"/>
          <a:stretch>
            <a:fillRect/>
          </a:stretch>
        </p:blipFill>
        <p:spPr>
          <a:xfrm>
            <a:off x="4849019" y="673100"/>
            <a:ext cx="1630363" cy="330200"/>
          </a:xfrm>
          <a:prstGeom prst="rect">
            <a:avLst/>
          </a:prstGeom>
        </p:spPr>
      </p:pic>
      <p:sp>
        <p:nvSpPr>
          <p:cNvPr id="249" name="TextBox 248"/>
          <p:cNvSpPr txBox="1"/>
          <p:nvPr/>
        </p:nvSpPr>
        <p:spPr>
          <a:xfrm>
            <a:off x="317500" y="482600"/>
            <a:ext cx="1587500" cy="711200"/>
          </a:xfrm>
          <a:prstGeom prst="rect">
            <a:avLst/>
          </a:prstGeom>
          <a:noFill/>
        </p:spPr>
        <p:txBody>
          <a:bodyPr wrap="none" lIns="45720" rIns="45720" anchor="ctr">
            <a:spAutoFit/>
          </a:bodyPr>
          <a:lstStyle/>
          <a:p>
            <a:pPr algn="l"/>
            <a:r>
              <a:rPr sz="4000" b="1" dirty="0">
                <a:solidFill>
                  <a:srgbClr val="FFFFFF"/>
                </a:solidFill>
                <a:latin typeface="Inter Display"/>
              </a:rPr>
              <a:t>Bring</a:t>
            </a:r>
          </a:p>
        </p:txBody>
      </p:sp>
      <p:sp>
        <p:nvSpPr>
          <p:cNvPr id="270" name="Title to"/>
          <p:cNvSpPr txBox="1"/>
          <p:nvPr/>
        </p:nvSpPr>
        <p:spPr>
          <a:xfrm>
            <a:off x="3937000" y="482600"/>
            <a:ext cx="584200" cy="711200"/>
          </a:xfrm>
          <a:prstGeom prst="rect">
            <a:avLst/>
          </a:prstGeom>
          <a:noFill/>
        </p:spPr>
        <p:txBody>
          <a:bodyPr wrap="none" lIns="0" rIns="0" anchor="ctr">
            <a:spAutoFit/>
          </a:bodyPr>
          <a:lstStyle/>
          <a:p>
            <a:pPr algn="l"/>
            <a:r>
              <a:rPr sz="4000" b="1" dirty="0">
                <a:solidFill>
                  <a:srgbClr val="FFFFFF"/>
                </a:solidFill>
                <a:latin typeface="Inter Display"/>
              </a:rPr>
              <a:t>to</a:t>
            </a:r>
          </a:p>
        </p:txBody>
      </p:sp>
      <p:sp>
        <p:nvSpPr>
          <p:cNvPr id="250" name="TextBox 249"/>
          <p:cNvSpPr txBox="1"/>
          <p:nvPr/>
        </p:nvSpPr>
        <p:spPr>
          <a:xfrm>
            <a:off x="320040" y="1270000"/>
            <a:ext cx="7874000" cy="508000"/>
          </a:xfrm>
          <a:prstGeom prst="rect">
            <a:avLst/>
          </a:prstGeom>
          <a:noFill/>
        </p:spPr>
        <p:txBody>
          <a:bodyPr wrap="square" lIns="45720" rIns="45720" anchor="t">
            <a:spAutoFit/>
          </a:bodyPr>
          <a:lstStyle/>
          <a:p>
            <a:pPr algn="l"/>
            <a:r>
              <a:rPr sz="1300" b="0" dirty="0">
                <a:solidFill>
                  <a:srgbClr val="FFFFFF"/>
                </a:solidFill>
                <a:latin typeface="Inter"/>
              </a:rPr>
              <a:t>Put the button on your switch page for one month. We count how many more people finish.</a:t>
            </a:r>
          </a:p>
        </p:txBody>
      </p:sp>
      <p:sp>
        <p:nvSpPr>
          <p:cNvPr id="251" name="Rounded Rectangle 250"/>
          <p:cNvSpPr/>
          <p:nvPr/>
        </p:nvSpPr>
        <p:spPr>
          <a:xfrm>
            <a:off x="320040" y="2540000"/>
            <a:ext cx="2011680" cy="2032000"/>
          </a:xfrm>
          <a:prstGeom prst="roundRect">
            <a:avLst>
              <a:gd name="adj" fmla="val 5682"/>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TextBox 251"/>
          <p:cNvSpPr txBox="1"/>
          <p:nvPr/>
        </p:nvSpPr>
        <p:spPr>
          <a:xfrm>
            <a:off x="421640" y="2743200"/>
            <a:ext cx="1803400" cy="431800"/>
          </a:xfrm>
          <a:prstGeom prst="rect">
            <a:avLst/>
          </a:prstGeom>
          <a:noFill/>
        </p:spPr>
        <p:txBody>
          <a:bodyPr wrap="square" lIns="45720" rIns="45720" anchor="t">
            <a:spAutoFit/>
          </a:bodyPr>
          <a:lstStyle/>
          <a:p>
            <a:pPr algn="l"/>
            <a:r>
              <a:rPr sz="2200" b="1">
                <a:solidFill>
                  <a:srgbClr val="141414"/>
                </a:solidFill>
                <a:latin typeface="Inter Display"/>
              </a:rPr>
              <a:t>50%</a:t>
            </a:r>
          </a:p>
        </p:txBody>
      </p:sp>
      <p:sp>
        <p:nvSpPr>
          <p:cNvPr id="253" name="TextBox 252"/>
          <p:cNvSpPr txBox="1"/>
          <p:nvPr/>
        </p:nvSpPr>
        <p:spPr>
          <a:xfrm>
            <a:off x="421640" y="3276600"/>
            <a:ext cx="1803400" cy="738664"/>
          </a:xfrm>
          <a:prstGeom prst="rect">
            <a:avLst/>
          </a:prstGeom>
          <a:noFill/>
        </p:spPr>
        <p:txBody>
          <a:bodyPr wrap="square" lIns="45720" rIns="45720" anchor="t">
            <a:spAutoFit/>
          </a:bodyPr>
          <a:lstStyle/>
          <a:p>
            <a:pPr algn="l"/>
            <a:r>
              <a:rPr sz="1050" b="0">
                <a:solidFill>
                  <a:srgbClr val="141414"/>
                </a:solidFill>
                <a:latin typeface="Inter"/>
              </a:rPr>
              <a:t>of Americans say the hassle of switching puts them off.</a:t>
            </a:r>
          </a:p>
        </p:txBody>
      </p:sp>
      <p:sp>
        <p:nvSpPr>
          <p:cNvPr id="254" name="TextBox 253"/>
          <p:cNvSpPr txBox="1"/>
          <p:nvPr/>
        </p:nvSpPr>
        <p:spPr>
          <a:xfrm>
            <a:off x="421640" y="4241800"/>
            <a:ext cx="1803400" cy="207749"/>
          </a:xfrm>
          <a:prstGeom prst="rect">
            <a:avLst/>
          </a:prstGeom>
          <a:noFill/>
        </p:spPr>
        <p:txBody>
          <a:bodyPr wrap="square" lIns="45720" rIns="45720" anchor="t">
            <a:spAutoFit/>
          </a:bodyPr>
          <a:lstStyle/>
          <a:p>
            <a:pPr algn="l"/>
            <a:r>
              <a:rPr sz="750" b="0" dirty="0">
                <a:solidFill>
                  <a:srgbClr val="6A6A6A"/>
                </a:solidFill>
                <a:latin typeface="Inter"/>
              </a:rPr>
              <a:t>YouGov, 2023</a:t>
            </a:r>
          </a:p>
        </p:txBody>
      </p:sp>
      <p:sp>
        <p:nvSpPr>
          <p:cNvPr id="255" name="Rounded Rectangle 254"/>
          <p:cNvSpPr/>
          <p:nvPr/>
        </p:nvSpPr>
        <p:spPr>
          <a:xfrm>
            <a:off x="2484120" y="2540000"/>
            <a:ext cx="2011680" cy="2032000"/>
          </a:xfrm>
          <a:prstGeom prst="roundRect">
            <a:avLst>
              <a:gd name="adj" fmla="val 5682"/>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TextBox 255"/>
          <p:cNvSpPr txBox="1"/>
          <p:nvPr/>
        </p:nvSpPr>
        <p:spPr>
          <a:xfrm>
            <a:off x="2585720" y="2743200"/>
            <a:ext cx="1803400" cy="431800"/>
          </a:xfrm>
          <a:prstGeom prst="rect">
            <a:avLst/>
          </a:prstGeom>
          <a:noFill/>
        </p:spPr>
        <p:txBody>
          <a:bodyPr wrap="square" lIns="45720" rIns="45720" anchor="t">
            <a:spAutoFit/>
          </a:bodyPr>
          <a:lstStyle/>
          <a:p>
            <a:pPr algn="l"/>
            <a:r>
              <a:rPr sz="2200" b="1">
                <a:solidFill>
                  <a:srgbClr val="141414"/>
                </a:solidFill>
                <a:latin typeface="Inter Display"/>
              </a:rPr>
              <a:t>30</a:t>
            </a:r>
          </a:p>
        </p:txBody>
      </p:sp>
      <p:sp>
        <p:nvSpPr>
          <p:cNvPr id="257" name="TextBox 256"/>
          <p:cNvSpPr txBox="1"/>
          <p:nvPr/>
        </p:nvSpPr>
        <p:spPr>
          <a:xfrm>
            <a:off x="2585720" y="3276600"/>
            <a:ext cx="1803400" cy="415498"/>
          </a:xfrm>
          <a:prstGeom prst="rect">
            <a:avLst/>
          </a:prstGeom>
          <a:noFill/>
        </p:spPr>
        <p:txBody>
          <a:bodyPr wrap="square" lIns="45720" rIns="45720" anchor="t">
            <a:spAutoFit/>
          </a:bodyPr>
          <a:lstStyle/>
          <a:p>
            <a:pPr algn="l"/>
            <a:r>
              <a:rPr sz="1050" b="0">
                <a:solidFill>
                  <a:srgbClr val="141414"/>
                </a:solidFill>
                <a:latin typeface="Inter"/>
              </a:rPr>
              <a:t>fields on T‑Mobile's switch form. Autofill covers 13.</a:t>
            </a:r>
          </a:p>
        </p:txBody>
      </p:sp>
      <p:sp>
        <p:nvSpPr>
          <p:cNvPr id="258" name="TextBox 257"/>
          <p:cNvSpPr txBox="1"/>
          <p:nvPr/>
        </p:nvSpPr>
        <p:spPr>
          <a:xfrm>
            <a:off x="2585720" y="4241800"/>
            <a:ext cx="1803400" cy="207749"/>
          </a:xfrm>
          <a:prstGeom prst="rect">
            <a:avLst/>
          </a:prstGeom>
          <a:noFill/>
        </p:spPr>
        <p:txBody>
          <a:bodyPr wrap="square" lIns="45720" rIns="45720" anchor="t">
            <a:spAutoFit/>
          </a:bodyPr>
          <a:lstStyle/>
          <a:p>
            <a:pPr algn="l"/>
            <a:r>
              <a:rPr sz="750" b="0" dirty="0">
                <a:solidFill>
                  <a:srgbClr val="6A6A6A"/>
                </a:solidFill>
                <a:latin typeface="Inter"/>
              </a:rPr>
              <a:t>t-mobile.com, October 2026</a:t>
            </a:r>
          </a:p>
        </p:txBody>
      </p:sp>
      <p:sp>
        <p:nvSpPr>
          <p:cNvPr id="259" name="Rounded Rectangle 258"/>
          <p:cNvSpPr/>
          <p:nvPr/>
        </p:nvSpPr>
        <p:spPr>
          <a:xfrm>
            <a:off x="4648200" y="2540000"/>
            <a:ext cx="2011680" cy="2032000"/>
          </a:xfrm>
          <a:prstGeom prst="roundRect">
            <a:avLst>
              <a:gd name="adj" fmla="val 5682"/>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TextBox 259"/>
          <p:cNvSpPr txBox="1"/>
          <p:nvPr/>
        </p:nvSpPr>
        <p:spPr>
          <a:xfrm>
            <a:off x="4749800" y="2743200"/>
            <a:ext cx="1803400" cy="431800"/>
          </a:xfrm>
          <a:prstGeom prst="rect">
            <a:avLst/>
          </a:prstGeom>
          <a:noFill/>
        </p:spPr>
        <p:txBody>
          <a:bodyPr wrap="square" lIns="45720" rIns="45720" anchor="t">
            <a:spAutoFit/>
          </a:bodyPr>
          <a:lstStyle/>
          <a:p>
            <a:pPr algn="l"/>
            <a:r>
              <a:rPr sz="2200" b="1" dirty="0">
                <a:solidFill>
                  <a:srgbClr val="141414"/>
                </a:solidFill>
                <a:latin typeface="Inter Display"/>
              </a:rPr>
              <a:t>~5M</a:t>
            </a:r>
          </a:p>
        </p:txBody>
      </p:sp>
      <p:sp>
        <p:nvSpPr>
          <p:cNvPr id="261" name="TextBox 260"/>
          <p:cNvSpPr txBox="1"/>
          <p:nvPr/>
        </p:nvSpPr>
        <p:spPr>
          <a:xfrm>
            <a:off x="4749800" y="3276600"/>
            <a:ext cx="1803400" cy="577081"/>
          </a:xfrm>
          <a:prstGeom prst="rect">
            <a:avLst/>
          </a:prstGeom>
          <a:noFill/>
        </p:spPr>
        <p:txBody>
          <a:bodyPr wrap="square" lIns="45720" rIns="45720" anchor="t">
            <a:spAutoFit/>
          </a:bodyPr>
          <a:lstStyle/>
          <a:p>
            <a:pPr algn="l"/>
            <a:r>
              <a:rPr sz="1050" b="0" dirty="0">
                <a:solidFill>
                  <a:srgbClr val="141414"/>
                </a:solidFill>
                <a:latin typeface="Inter"/>
              </a:rPr>
              <a:t>accounts open at T‑Mobile every year.</a:t>
            </a:r>
          </a:p>
        </p:txBody>
      </p:sp>
      <p:sp>
        <p:nvSpPr>
          <p:cNvPr id="262" name="TextBox 261"/>
          <p:cNvSpPr txBox="1"/>
          <p:nvPr/>
        </p:nvSpPr>
        <p:spPr>
          <a:xfrm>
            <a:off x="4749800" y="4241800"/>
            <a:ext cx="1803400" cy="207749"/>
          </a:xfrm>
          <a:prstGeom prst="rect">
            <a:avLst/>
          </a:prstGeom>
          <a:noFill/>
        </p:spPr>
        <p:txBody>
          <a:bodyPr wrap="square" lIns="45720" rIns="45720" anchor="t">
            <a:spAutoFit/>
          </a:bodyPr>
          <a:lstStyle/>
          <a:p>
            <a:pPr algn="l"/>
            <a:r>
              <a:rPr sz="750" b="0">
                <a:solidFill>
                  <a:srgbClr val="6A6A6A"/>
                </a:solidFill>
                <a:latin typeface="Inter"/>
              </a:rPr>
              <a:t>Your filings: churn + 2026 net adds</a:t>
            </a:r>
          </a:p>
        </p:txBody>
      </p:sp>
      <p:sp>
        <p:nvSpPr>
          <p:cNvPr id="263" name="Rounded Rectangle 262"/>
          <p:cNvSpPr/>
          <p:nvPr/>
        </p:nvSpPr>
        <p:spPr>
          <a:xfrm>
            <a:off x="6812280" y="2540000"/>
            <a:ext cx="2011680" cy="2032000"/>
          </a:xfrm>
          <a:prstGeom prst="roundRect">
            <a:avLst>
              <a:gd name="adj" fmla="val 5682"/>
            </a:avLst>
          </a:prstGeom>
          <a:solidFill>
            <a:srgbClr val="FFFFFF"/>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263"/>
          <p:cNvSpPr txBox="1"/>
          <p:nvPr/>
        </p:nvSpPr>
        <p:spPr>
          <a:xfrm>
            <a:off x="6913880" y="2743200"/>
            <a:ext cx="1803400" cy="431800"/>
          </a:xfrm>
          <a:prstGeom prst="rect">
            <a:avLst/>
          </a:prstGeom>
          <a:noFill/>
        </p:spPr>
        <p:txBody>
          <a:bodyPr wrap="square" lIns="45720" rIns="45720" anchor="t">
            <a:spAutoFit/>
          </a:bodyPr>
          <a:lstStyle/>
          <a:p>
            <a:pPr algn="l"/>
            <a:r>
              <a:rPr sz="2200" b="1" dirty="0">
                <a:solidFill>
                  <a:srgbClr val="E20074"/>
                </a:solidFill>
                <a:latin typeface="Inter Display"/>
              </a:rPr>
              <a:t>$1,835</a:t>
            </a:r>
          </a:p>
        </p:txBody>
      </p:sp>
      <p:sp>
        <p:nvSpPr>
          <p:cNvPr id="265" name="TextBox 264"/>
          <p:cNvSpPr txBox="1"/>
          <p:nvPr/>
        </p:nvSpPr>
        <p:spPr>
          <a:xfrm>
            <a:off x="6913880" y="3276600"/>
            <a:ext cx="1803400" cy="253916"/>
          </a:xfrm>
          <a:prstGeom prst="rect">
            <a:avLst/>
          </a:prstGeom>
          <a:noFill/>
        </p:spPr>
        <p:txBody>
          <a:bodyPr wrap="square" lIns="45720" rIns="45720" anchor="t">
            <a:spAutoFit/>
          </a:bodyPr>
          <a:lstStyle/>
          <a:p>
            <a:pPr algn="l"/>
            <a:r>
              <a:rPr sz="1050" b="0">
                <a:solidFill>
                  <a:srgbClr val="141414"/>
                </a:solidFill>
                <a:latin typeface="Inter"/>
              </a:rPr>
              <a:t>a year, from every account that finishes.</a:t>
            </a:r>
          </a:p>
        </p:txBody>
      </p:sp>
      <p:sp>
        <p:nvSpPr>
          <p:cNvPr id="266" name="TextBox 265"/>
          <p:cNvSpPr txBox="1"/>
          <p:nvPr/>
        </p:nvSpPr>
        <p:spPr>
          <a:xfrm>
            <a:off x="6913880" y="4241800"/>
            <a:ext cx="1803400" cy="207749"/>
          </a:xfrm>
          <a:prstGeom prst="rect">
            <a:avLst/>
          </a:prstGeom>
          <a:noFill/>
        </p:spPr>
        <p:txBody>
          <a:bodyPr wrap="square" lIns="45720" rIns="45720" anchor="t">
            <a:spAutoFit/>
          </a:bodyPr>
          <a:lstStyle/>
          <a:p>
            <a:pPr algn="l"/>
            <a:r>
              <a:rPr sz="750" b="0" dirty="0">
                <a:solidFill>
                  <a:srgbClr val="6A6A6A"/>
                </a:solidFill>
                <a:latin typeface="Inter"/>
              </a:rPr>
              <a:t>Postpaid ARPA, Q2 2026</a:t>
            </a:r>
          </a:p>
        </p:txBody>
      </p:sp>
    </p:spTree>
    <p:extLst>
      <p:ext uri="{BB962C8B-B14F-4D97-AF65-F5344CB8AC3E}">
        <p14:creationId xmlns:p14="http://schemas.microsoft.com/office/powerpoint/2010/main" val="26120937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251"/>
                                        </p:tgtEl>
                                        <p:attrNameLst>
                                          <p:attrName>style.visibility</p:attrName>
                                        </p:attrNameLst>
                                      </p:cBhvr>
                                      <p:to>
                                        <p:strVal val="visible"/>
                                      </p:to>
                                    </p:set>
                                    <p:animEffect transition="in" filter="fade">
                                      <p:cBhvr>
                                        <p:cTn id="7" dur="450"/>
                                        <p:tgtEl>
                                          <p:spTgt spid="251"/>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252"/>
                                        </p:tgtEl>
                                        <p:attrNameLst>
                                          <p:attrName>style.visibility</p:attrName>
                                        </p:attrNameLst>
                                      </p:cBhvr>
                                      <p:to>
                                        <p:strVal val="visible"/>
                                      </p:to>
                                    </p:set>
                                    <p:animEffect transition="in" filter="fade">
                                      <p:cBhvr>
                                        <p:cTn id="10" dur="450"/>
                                        <p:tgtEl>
                                          <p:spTgt spid="252"/>
                                        </p:tgtEl>
                                      </p:cBhvr>
                                    </p:animEffect>
                                  </p:childTnLst>
                                </p:cTn>
                              </p:par>
                              <p:par>
                                <p:cTn id="11" presetID="10" presetClass="entr" presetSubtype="0" fill="hold" grpId="0" nodeType="withEffect">
                                  <p:stCondLst>
                                    <p:cond delay="150"/>
                                  </p:stCondLst>
                                  <p:childTnLst>
                                    <p:set>
                                      <p:cBhvr>
                                        <p:cTn id="12" dur="1" fill="hold">
                                          <p:stCondLst>
                                            <p:cond delay="0"/>
                                          </p:stCondLst>
                                        </p:cTn>
                                        <p:tgtEl>
                                          <p:spTgt spid="253"/>
                                        </p:tgtEl>
                                        <p:attrNameLst>
                                          <p:attrName>style.visibility</p:attrName>
                                        </p:attrNameLst>
                                      </p:cBhvr>
                                      <p:to>
                                        <p:strVal val="visible"/>
                                      </p:to>
                                    </p:set>
                                    <p:animEffect transition="in" filter="fade">
                                      <p:cBhvr>
                                        <p:cTn id="13" dur="450"/>
                                        <p:tgtEl>
                                          <p:spTgt spid="253"/>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254"/>
                                        </p:tgtEl>
                                        <p:attrNameLst>
                                          <p:attrName>style.visibility</p:attrName>
                                        </p:attrNameLst>
                                      </p:cBhvr>
                                      <p:to>
                                        <p:strVal val="visible"/>
                                      </p:to>
                                    </p:set>
                                    <p:animEffect transition="in" filter="fade">
                                      <p:cBhvr>
                                        <p:cTn id="16" dur="450"/>
                                        <p:tgtEl>
                                          <p:spTgt spid="254"/>
                                        </p:tgtEl>
                                      </p:cBhvr>
                                    </p:animEffect>
                                  </p:childTnLst>
                                </p:cTn>
                              </p:par>
                              <p:par>
                                <p:cTn id="17" presetID="10" presetClass="entr" presetSubtype="0" fill="hold" grpId="0" nodeType="withEffect">
                                  <p:stCondLst>
                                    <p:cond delay="330"/>
                                  </p:stCondLst>
                                  <p:childTnLst>
                                    <p:set>
                                      <p:cBhvr>
                                        <p:cTn id="18" dur="1" fill="hold">
                                          <p:stCondLst>
                                            <p:cond delay="0"/>
                                          </p:stCondLst>
                                        </p:cTn>
                                        <p:tgtEl>
                                          <p:spTgt spid="255"/>
                                        </p:tgtEl>
                                        <p:attrNameLst>
                                          <p:attrName>style.visibility</p:attrName>
                                        </p:attrNameLst>
                                      </p:cBhvr>
                                      <p:to>
                                        <p:strVal val="visible"/>
                                      </p:to>
                                    </p:set>
                                    <p:animEffect transition="in" filter="fade">
                                      <p:cBhvr>
                                        <p:cTn id="19" dur="450"/>
                                        <p:tgtEl>
                                          <p:spTgt spid="255"/>
                                        </p:tgtEl>
                                      </p:cBhvr>
                                    </p:animEffect>
                                  </p:childTnLst>
                                </p:cTn>
                              </p:par>
                              <p:par>
                                <p:cTn id="20" presetID="10" presetClass="entr" presetSubtype="0" fill="hold" grpId="0" nodeType="withEffect">
                                  <p:stCondLst>
                                    <p:cond delay="330"/>
                                  </p:stCondLst>
                                  <p:childTnLst>
                                    <p:set>
                                      <p:cBhvr>
                                        <p:cTn id="21" dur="1" fill="hold">
                                          <p:stCondLst>
                                            <p:cond delay="0"/>
                                          </p:stCondLst>
                                        </p:cTn>
                                        <p:tgtEl>
                                          <p:spTgt spid="256"/>
                                        </p:tgtEl>
                                        <p:attrNameLst>
                                          <p:attrName>style.visibility</p:attrName>
                                        </p:attrNameLst>
                                      </p:cBhvr>
                                      <p:to>
                                        <p:strVal val="visible"/>
                                      </p:to>
                                    </p:set>
                                    <p:animEffect transition="in" filter="fade">
                                      <p:cBhvr>
                                        <p:cTn id="22" dur="450"/>
                                        <p:tgtEl>
                                          <p:spTgt spid="256"/>
                                        </p:tgtEl>
                                      </p:cBhvr>
                                    </p:animEffect>
                                  </p:childTnLst>
                                </p:cTn>
                              </p:par>
                              <p:par>
                                <p:cTn id="23" presetID="10" presetClass="entr" presetSubtype="0" fill="hold" grpId="0" nodeType="withEffect">
                                  <p:stCondLst>
                                    <p:cond delay="330"/>
                                  </p:stCondLst>
                                  <p:childTnLst>
                                    <p:set>
                                      <p:cBhvr>
                                        <p:cTn id="24" dur="1" fill="hold">
                                          <p:stCondLst>
                                            <p:cond delay="0"/>
                                          </p:stCondLst>
                                        </p:cTn>
                                        <p:tgtEl>
                                          <p:spTgt spid="257"/>
                                        </p:tgtEl>
                                        <p:attrNameLst>
                                          <p:attrName>style.visibility</p:attrName>
                                        </p:attrNameLst>
                                      </p:cBhvr>
                                      <p:to>
                                        <p:strVal val="visible"/>
                                      </p:to>
                                    </p:set>
                                    <p:animEffect transition="in" filter="fade">
                                      <p:cBhvr>
                                        <p:cTn id="25" dur="450"/>
                                        <p:tgtEl>
                                          <p:spTgt spid="257"/>
                                        </p:tgtEl>
                                      </p:cBhvr>
                                    </p:animEffect>
                                  </p:childTnLst>
                                </p:cTn>
                              </p:par>
                              <p:par>
                                <p:cTn id="26" presetID="10" presetClass="entr" presetSubtype="0" fill="hold" grpId="0" nodeType="withEffect">
                                  <p:stCondLst>
                                    <p:cond delay="330"/>
                                  </p:stCondLst>
                                  <p:childTnLst>
                                    <p:set>
                                      <p:cBhvr>
                                        <p:cTn id="27" dur="1" fill="hold">
                                          <p:stCondLst>
                                            <p:cond delay="0"/>
                                          </p:stCondLst>
                                        </p:cTn>
                                        <p:tgtEl>
                                          <p:spTgt spid="258"/>
                                        </p:tgtEl>
                                        <p:attrNameLst>
                                          <p:attrName>style.visibility</p:attrName>
                                        </p:attrNameLst>
                                      </p:cBhvr>
                                      <p:to>
                                        <p:strVal val="visible"/>
                                      </p:to>
                                    </p:set>
                                    <p:animEffect transition="in" filter="fade">
                                      <p:cBhvr>
                                        <p:cTn id="28" dur="450"/>
                                        <p:tgtEl>
                                          <p:spTgt spid="258"/>
                                        </p:tgtEl>
                                      </p:cBhvr>
                                    </p:animEffect>
                                  </p:childTnLst>
                                </p:cTn>
                              </p:par>
                              <p:par>
                                <p:cTn id="29" presetID="10" presetClass="entr" presetSubtype="0" fill="hold" grpId="0" nodeType="withEffect">
                                  <p:stCondLst>
                                    <p:cond delay="510"/>
                                  </p:stCondLst>
                                  <p:childTnLst>
                                    <p:set>
                                      <p:cBhvr>
                                        <p:cTn id="30" dur="1" fill="hold">
                                          <p:stCondLst>
                                            <p:cond delay="0"/>
                                          </p:stCondLst>
                                        </p:cTn>
                                        <p:tgtEl>
                                          <p:spTgt spid="259"/>
                                        </p:tgtEl>
                                        <p:attrNameLst>
                                          <p:attrName>style.visibility</p:attrName>
                                        </p:attrNameLst>
                                      </p:cBhvr>
                                      <p:to>
                                        <p:strVal val="visible"/>
                                      </p:to>
                                    </p:set>
                                    <p:animEffect transition="in" filter="fade">
                                      <p:cBhvr>
                                        <p:cTn id="31" dur="450"/>
                                        <p:tgtEl>
                                          <p:spTgt spid="259"/>
                                        </p:tgtEl>
                                      </p:cBhvr>
                                    </p:animEffect>
                                  </p:childTnLst>
                                </p:cTn>
                              </p:par>
                              <p:par>
                                <p:cTn id="32" presetID="10" presetClass="entr" presetSubtype="0" fill="hold" grpId="0" nodeType="withEffect">
                                  <p:stCondLst>
                                    <p:cond delay="510"/>
                                  </p:stCondLst>
                                  <p:childTnLst>
                                    <p:set>
                                      <p:cBhvr>
                                        <p:cTn id="33" dur="1" fill="hold">
                                          <p:stCondLst>
                                            <p:cond delay="0"/>
                                          </p:stCondLst>
                                        </p:cTn>
                                        <p:tgtEl>
                                          <p:spTgt spid="260"/>
                                        </p:tgtEl>
                                        <p:attrNameLst>
                                          <p:attrName>style.visibility</p:attrName>
                                        </p:attrNameLst>
                                      </p:cBhvr>
                                      <p:to>
                                        <p:strVal val="visible"/>
                                      </p:to>
                                    </p:set>
                                    <p:animEffect transition="in" filter="fade">
                                      <p:cBhvr>
                                        <p:cTn id="34" dur="450"/>
                                        <p:tgtEl>
                                          <p:spTgt spid="260"/>
                                        </p:tgtEl>
                                      </p:cBhvr>
                                    </p:animEffect>
                                  </p:childTnLst>
                                </p:cTn>
                              </p:par>
                              <p:par>
                                <p:cTn id="35" presetID="10" presetClass="entr" presetSubtype="0" fill="hold" grpId="0" nodeType="withEffect">
                                  <p:stCondLst>
                                    <p:cond delay="510"/>
                                  </p:stCondLst>
                                  <p:childTnLst>
                                    <p:set>
                                      <p:cBhvr>
                                        <p:cTn id="36" dur="1" fill="hold">
                                          <p:stCondLst>
                                            <p:cond delay="0"/>
                                          </p:stCondLst>
                                        </p:cTn>
                                        <p:tgtEl>
                                          <p:spTgt spid="261"/>
                                        </p:tgtEl>
                                        <p:attrNameLst>
                                          <p:attrName>style.visibility</p:attrName>
                                        </p:attrNameLst>
                                      </p:cBhvr>
                                      <p:to>
                                        <p:strVal val="visible"/>
                                      </p:to>
                                    </p:set>
                                    <p:animEffect transition="in" filter="fade">
                                      <p:cBhvr>
                                        <p:cTn id="37" dur="450"/>
                                        <p:tgtEl>
                                          <p:spTgt spid="261"/>
                                        </p:tgtEl>
                                      </p:cBhvr>
                                    </p:animEffect>
                                  </p:childTnLst>
                                </p:cTn>
                              </p:par>
                              <p:par>
                                <p:cTn id="38" presetID="10" presetClass="entr" presetSubtype="0" fill="hold" grpId="0" nodeType="withEffect">
                                  <p:stCondLst>
                                    <p:cond delay="510"/>
                                  </p:stCondLst>
                                  <p:childTnLst>
                                    <p:set>
                                      <p:cBhvr>
                                        <p:cTn id="39" dur="1" fill="hold">
                                          <p:stCondLst>
                                            <p:cond delay="0"/>
                                          </p:stCondLst>
                                        </p:cTn>
                                        <p:tgtEl>
                                          <p:spTgt spid="262"/>
                                        </p:tgtEl>
                                        <p:attrNameLst>
                                          <p:attrName>style.visibility</p:attrName>
                                        </p:attrNameLst>
                                      </p:cBhvr>
                                      <p:to>
                                        <p:strVal val="visible"/>
                                      </p:to>
                                    </p:set>
                                    <p:animEffect transition="in" filter="fade">
                                      <p:cBhvr>
                                        <p:cTn id="40" dur="450"/>
                                        <p:tgtEl>
                                          <p:spTgt spid="262"/>
                                        </p:tgtEl>
                                      </p:cBhvr>
                                    </p:animEffect>
                                  </p:childTnLst>
                                </p:cTn>
                              </p:par>
                              <p:par>
                                <p:cTn id="41" presetID="10" presetClass="entr" presetSubtype="0" fill="hold" grpId="0" nodeType="withEffect">
                                  <p:stCondLst>
                                    <p:cond delay="690"/>
                                  </p:stCondLst>
                                  <p:childTnLst>
                                    <p:set>
                                      <p:cBhvr>
                                        <p:cTn id="42" dur="1" fill="hold">
                                          <p:stCondLst>
                                            <p:cond delay="0"/>
                                          </p:stCondLst>
                                        </p:cTn>
                                        <p:tgtEl>
                                          <p:spTgt spid="263"/>
                                        </p:tgtEl>
                                        <p:attrNameLst>
                                          <p:attrName>style.visibility</p:attrName>
                                        </p:attrNameLst>
                                      </p:cBhvr>
                                      <p:to>
                                        <p:strVal val="visible"/>
                                      </p:to>
                                    </p:set>
                                    <p:animEffect transition="in" filter="fade">
                                      <p:cBhvr>
                                        <p:cTn id="43" dur="450"/>
                                        <p:tgtEl>
                                          <p:spTgt spid="263"/>
                                        </p:tgtEl>
                                      </p:cBhvr>
                                    </p:animEffect>
                                  </p:childTnLst>
                                </p:cTn>
                              </p:par>
                              <p:par>
                                <p:cTn id="44" presetID="10" presetClass="entr" presetSubtype="0" fill="hold" grpId="0" nodeType="withEffect">
                                  <p:stCondLst>
                                    <p:cond delay="690"/>
                                  </p:stCondLst>
                                  <p:childTnLst>
                                    <p:set>
                                      <p:cBhvr>
                                        <p:cTn id="45" dur="1" fill="hold">
                                          <p:stCondLst>
                                            <p:cond delay="0"/>
                                          </p:stCondLst>
                                        </p:cTn>
                                        <p:tgtEl>
                                          <p:spTgt spid="264"/>
                                        </p:tgtEl>
                                        <p:attrNameLst>
                                          <p:attrName>style.visibility</p:attrName>
                                        </p:attrNameLst>
                                      </p:cBhvr>
                                      <p:to>
                                        <p:strVal val="visible"/>
                                      </p:to>
                                    </p:set>
                                    <p:animEffect transition="in" filter="fade">
                                      <p:cBhvr>
                                        <p:cTn id="46" dur="450"/>
                                        <p:tgtEl>
                                          <p:spTgt spid="264"/>
                                        </p:tgtEl>
                                      </p:cBhvr>
                                    </p:animEffect>
                                  </p:childTnLst>
                                </p:cTn>
                              </p:par>
                              <p:par>
                                <p:cTn id="47" presetID="10" presetClass="entr" presetSubtype="0" fill="hold" grpId="0" nodeType="withEffect">
                                  <p:stCondLst>
                                    <p:cond delay="690"/>
                                  </p:stCondLst>
                                  <p:childTnLst>
                                    <p:set>
                                      <p:cBhvr>
                                        <p:cTn id="48" dur="1" fill="hold">
                                          <p:stCondLst>
                                            <p:cond delay="0"/>
                                          </p:stCondLst>
                                        </p:cTn>
                                        <p:tgtEl>
                                          <p:spTgt spid="265"/>
                                        </p:tgtEl>
                                        <p:attrNameLst>
                                          <p:attrName>style.visibility</p:attrName>
                                        </p:attrNameLst>
                                      </p:cBhvr>
                                      <p:to>
                                        <p:strVal val="visible"/>
                                      </p:to>
                                    </p:set>
                                    <p:animEffect transition="in" filter="fade">
                                      <p:cBhvr>
                                        <p:cTn id="49" dur="450"/>
                                        <p:tgtEl>
                                          <p:spTgt spid="265"/>
                                        </p:tgtEl>
                                      </p:cBhvr>
                                    </p:animEffect>
                                  </p:childTnLst>
                                </p:cTn>
                              </p:par>
                              <p:par>
                                <p:cTn id="50" presetID="10" presetClass="entr" presetSubtype="0" fill="hold" grpId="0" nodeType="withEffect">
                                  <p:stCondLst>
                                    <p:cond delay="690"/>
                                  </p:stCondLst>
                                  <p:childTnLst>
                                    <p:set>
                                      <p:cBhvr>
                                        <p:cTn id="51" dur="1" fill="hold">
                                          <p:stCondLst>
                                            <p:cond delay="0"/>
                                          </p:stCondLst>
                                        </p:cTn>
                                        <p:tgtEl>
                                          <p:spTgt spid="266"/>
                                        </p:tgtEl>
                                        <p:attrNameLst>
                                          <p:attrName>style.visibility</p:attrName>
                                        </p:attrNameLst>
                                      </p:cBhvr>
                                      <p:to>
                                        <p:strVal val="visible"/>
                                      </p:to>
                                    </p:set>
                                    <p:animEffect transition="in" filter="fade">
                                      <p:cBhvr>
                                        <p:cTn id="52" dur="45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animBg="1"/>
      <p:bldP spid="252" grpId="0"/>
      <p:bldP spid="253" grpId="0"/>
      <p:bldP spid="254" grpId="0"/>
      <p:bldP spid="255" grpId="0" animBg="1"/>
      <p:bldP spid="256" grpId="0"/>
      <p:bldP spid="257" grpId="0"/>
      <p:bldP spid="258" grpId="0"/>
      <p:bldP spid="259" grpId="0" animBg="1"/>
      <p:bldP spid="260" grpId="0"/>
      <p:bldP spid="261" grpId="0"/>
      <p:bldP spid="262" grpId="0"/>
      <p:bldP spid="263" grpId="0" animBg="1"/>
      <p:bldP spid="264" grpId="0"/>
      <p:bldP spid="265" grpId="0"/>
      <p:bldP spid="266"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6F7F9"/>
        </a:solidFill>
        <a:effectLst/>
      </p:bgPr>
    </p:bg>
    <p:spTree>
      <p:nvGrpSpPr>
        <p:cNvPr id="1" name="Shape 165"/>
        <p:cNvGrpSpPr/>
        <p:nvPr/>
      </p:nvGrpSpPr>
      <p:grpSpPr>
        <a:xfrm>
          <a:off x="0" y="0"/>
          <a:ext cx="0" cy="0"/>
          <a:chOff x="0" y="0"/>
          <a:chExt cx="0" cy="0"/>
        </a:xfrm>
      </p:grpSpPr>
      <p:sp>
        <p:nvSpPr>
          <p:cNvPr id="166" name="Google Shape;166;p18"/>
          <p:cNvSpPr txBox="1"/>
          <p:nvPr/>
        </p:nvSpPr>
        <p:spPr>
          <a:xfrm>
            <a:off x="320040" y="304800"/>
            <a:ext cx="8503800" cy="1028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800" b="0">
                <a:solidFill>
                  <a:srgbClr val="0F1A2A"/>
                </a:solidFill>
                <a:latin typeface="Sora SemiBold"/>
                <a:ea typeface="Sora SemiBold"/>
                <a:cs typeface="Sora SemiBold"/>
                <a:sym typeface="Sora SemiBold"/>
              </a:rPr>
              <a:t>How Formly fills a form</a:t>
            </a:r>
            <a:endParaRPr sz="2800" b="0">
              <a:solidFill>
                <a:srgbClr val="0F1A2A"/>
              </a:solidFill>
              <a:latin typeface="Sora SemiBold"/>
              <a:ea typeface="Sora SemiBold"/>
              <a:cs typeface="Sora SemiBold"/>
              <a:sym typeface="Sora SemiBold"/>
            </a:endParaRPr>
          </a:p>
        </p:txBody>
      </p:sp>
      <p:sp>
        <p:nvSpPr>
          <p:cNvPr id="500" name="T‑Mobile sign-up"/>
          <p:cNvSpPr/>
          <p:nvPr/>
        </p:nvSpPr>
        <p:spPr>
          <a:xfrm>
            <a:off x="457200" y="1625600"/>
            <a:ext cx="1031770" cy="2032000"/>
          </a:xfrm>
          <a:prstGeom prst="roundRect">
            <a:avLst>
              <a:gd name="adj" fmla="val 14286"/>
            </a:avLst>
          </a:prstGeom>
          <a:solidFill>
            <a:srgbClr val="FFFFFF"/>
          </a:solidFill>
          <a:ln w="12700">
            <a:solidFill>
              <a:srgbClr val="E5E7EB"/>
            </a:solidFill>
          </a:ln>
        </p:spPr>
        <p:txBody>
          <a:bodyPr wrap="square" lIns="101600" tIns="508000" rIns="101600" bIns="50800" anchor="t">
            <a:noAutofit/>
          </a:bodyPr>
          <a:lstStyle/>
          <a:p>
            <a:pPr marL="0" indent="0" algn="ctr">
              <a:spcAft>
                <a:spcPts val="0"/>
              </a:spcAft>
              <a:buNone/>
            </a:pPr>
            <a:r>
              <a:rPr lang="en-US" sz="1200" b="1" dirty="0">
                <a:solidFill>
                  <a:srgbClr val="0F1A2A"/>
                </a:solidFill>
                <a:latin typeface="DM Sans"/>
                <a:ea typeface="DM Sans"/>
                <a:cs typeface="DM Sans"/>
                <a:sym typeface="DM Sans"/>
              </a:rPr>
              <a:t>T‑Mobile sign-up</a:t>
            </a:r>
          </a:p>
        </p:txBody>
      </p:sp>
      <p:sp>
        <p:nvSpPr>
          <p:cNvPr id="501" name="Fill with Formly pill"/>
          <p:cNvSpPr/>
          <p:nvPr/>
        </p:nvSpPr>
        <p:spPr>
          <a:xfrm>
            <a:off x="530897" y="3073400"/>
            <a:ext cx="884374" cy="304800"/>
          </a:xfrm>
          <a:prstGeom prst="roundRect">
            <a:avLst>
              <a:gd name="adj" fmla="val 29167"/>
            </a:avLst>
          </a:prstGeom>
          <a:solidFill>
            <a:srgbClr val="0F1A2A"/>
          </a:solidFill>
          <a:ln>
            <a:noFill/>
          </a:ln>
        </p:spPr>
        <p:txBody>
          <a:bodyPr wrap="none" lIns="0" tIns="50800" rIns="0" bIns="50800" anchor="ctr">
            <a:noAutofit/>
          </a:bodyPr>
          <a:lstStyle/>
          <a:p>
            <a:pPr marL="0" indent="0" algn="ctr">
              <a:spcAft>
                <a:spcPts val="0"/>
              </a:spcAft>
              <a:buNone/>
            </a:pPr>
            <a:r>
              <a:rPr lang="en-US" sz="750" b="0" dirty="0">
                <a:solidFill>
                  <a:srgbClr val="FFFFFF"/>
                </a:solidFill>
                <a:latin typeface="Sora SemiBold"/>
                <a:ea typeface="Sora SemiBold"/>
                <a:cs typeface="Sora SemiBold"/>
                <a:sym typeface="Sora SemiBold"/>
              </a:rPr>
              <a:t>Fill with Formly</a:t>
            </a:r>
          </a:p>
        </p:txBody>
      </p:sp>
      <p:cxnSp>
        <p:nvCxnSpPr>
          <p:cNvPr id="502" name="Arrow"/>
          <p:cNvCxnSpPr/>
          <p:nvPr/>
        </p:nvCxnSpPr>
        <p:spPr>
          <a:xfrm>
            <a:off x="1501253" y="2641600"/>
            <a:ext cx="143342" cy="0"/>
          </a:xfrm>
          <a:prstGeom prst="straightConnector1">
            <a:avLst/>
          </a:prstGeom>
          <a:ln w="19050">
            <a:solidFill>
              <a:srgbClr val="5B6575"/>
            </a:solidFill>
            <a:tailEnd type="triangle" w="med" len="med"/>
          </a:ln>
        </p:spPr>
      </p:cxnSp>
      <p:sp>
        <p:nvSpPr>
          <p:cNvPr id="503" name="Step 1"/>
          <p:cNvSpPr/>
          <p:nvPr/>
        </p:nvSpPr>
        <p:spPr>
          <a:xfrm>
            <a:off x="1656879" y="1625600"/>
            <a:ext cx="1031770" cy="2032000"/>
          </a:xfrm>
          <a:prstGeom prst="roundRect">
            <a:avLst>
              <a:gd name="adj" fmla="val 14286"/>
            </a:avLst>
          </a:prstGeom>
          <a:solidFill>
            <a:srgbClr val="FFFFFF"/>
          </a:solidFill>
          <a:ln w="12700">
            <a:solidFill>
              <a:srgbClr val="E5E7EB"/>
            </a:solidFill>
          </a:ln>
        </p:spPr>
        <p:txBody>
          <a:bodyPr wrap="square" lIns="76200" tIns="50800" rIns="76200" bIns="50800" anchor="ctr">
            <a:noAutofit/>
          </a:bodyPr>
          <a:lstStyle/>
          <a:p>
            <a:pPr marL="0" indent="0" algn="ctr">
              <a:spcAft>
                <a:spcPts val="0"/>
              </a:spcAft>
              <a:buNone/>
            </a:pPr>
            <a:r>
              <a:rPr lang="en-US" sz="1200" b="1" dirty="0">
                <a:solidFill>
                  <a:srgbClr val="0F1A2A"/>
                </a:solidFill>
                <a:latin typeface="DM Sans"/>
                <a:ea typeface="DM Sans"/>
                <a:cs typeface="DM Sans"/>
                <a:sym typeface="DM Sans"/>
              </a:rPr>
              <a:t>Formly popup</a:t>
            </a:r>
          </a:p>
        </p:txBody>
      </p:sp>
      <p:cxnSp>
        <p:nvCxnSpPr>
          <p:cNvPr id="504" name="Arrow"/>
          <p:cNvCxnSpPr/>
          <p:nvPr/>
        </p:nvCxnSpPr>
        <p:spPr>
          <a:xfrm>
            <a:off x="2700932" y="2641600"/>
            <a:ext cx="143342" cy="0"/>
          </a:xfrm>
          <a:prstGeom prst="straightConnector1">
            <a:avLst/>
          </a:prstGeom>
          <a:ln w="19050">
            <a:solidFill>
              <a:srgbClr val="5B6575"/>
            </a:solidFill>
            <a:tailEnd type="triangle" w="med" len="med"/>
          </a:ln>
        </p:spPr>
      </p:cxnSp>
      <p:sp>
        <p:nvSpPr>
          <p:cNvPr id="505" name="Stage Read"/>
          <p:cNvSpPr/>
          <p:nvPr/>
        </p:nvSpPr>
        <p:spPr>
          <a:xfrm>
            <a:off x="2856558" y="1625600"/>
            <a:ext cx="1031770" cy="2032000"/>
          </a:xfrm>
          <a:prstGeom prst="roundRect">
            <a:avLst>
              <a:gd name="adj" fmla="val 14286"/>
            </a:avLst>
          </a:prstGeom>
          <a:solidFill>
            <a:srgbClr val="FFFFFF"/>
          </a:solidFill>
          <a:ln w="19050">
            <a:solidFill>
              <a:srgbClr val="0FA968"/>
            </a:solidFill>
          </a:ln>
        </p:spPr>
        <p:txBody>
          <a:bodyPr wrap="square" lIns="76200" tIns="50800" rIns="76200" bIns="50800" anchor="ctr">
            <a:noAutofit/>
          </a:bodyPr>
          <a:lstStyle/>
          <a:p>
            <a:pPr marL="0" indent="0" algn="ctr">
              <a:spcAft>
                <a:spcPts val="400"/>
              </a:spcAft>
              <a:buNone/>
            </a:pPr>
            <a:r>
              <a:rPr lang="en-US" sz="1400" b="0" dirty="0">
                <a:solidFill>
                  <a:srgbClr val="0B7D4D"/>
                </a:solidFill>
                <a:latin typeface="Sora SemiBold"/>
                <a:ea typeface="Sora SemiBold"/>
                <a:cs typeface="Sora SemiBold"/>
                <a:sym typeface="Sora SemiBold"/>
              </a:rPr>
              <a:t>Read</a:t>
            </a:r>
          </a:p>
          <a:p>
            <a:pPr marL="0" indent="0" algn="ctr">
              <a:spcAft>
                <a:spcPts val="0"/>
              </a:spcAft>
              <a:buNone/>
            </a:pPr>
            <a:r>
              <a:rPr lang="en-US" sz="1100" b="0" dirty="0">
                <a:solidFill>
                  <a:srgbClr val="0F1A2A"/>
                </a:solidFill>
                <a:latin typeface="DM Sans"/>
                <a:ea typeface="DM Sans"/>
                <a:cs typeface="DM Sans"/>
                <a:sym typeface="DM Sans"/>
              </a:rPr>
              <a:t>Gemini reads your PDFs, photos and docs</a:t>
            </a:r>
          </a:p>
        </p:txBody>
      </p:sp>
      <p:cxnSp>
        <p:nvCxnSpPr>
          <p:cNvPr id="506" name="Arrow"/>
          <p:cNvCxnSpPr/>
          <p:nvPr/>
        </p:nvCxnSpPr>
        <p:spPr>
          <a:xfrm>
            <a:off x="3900612" y="2641600"/>
            <a:ext cx="143342" cy="0"/>
          </a:xfrm>
          <a:prstGeom prst="straightConnector1">
            <a:avLst/>
          </a:prstGeom>
          <a:ln w="19050">
            <a:solidFill>
              <a:srgbClr val="0FA968"/>
            </a:solidFill>
            <a:tailEnd type="triangle" w="med" len="med"/>
          </a:ln>
        </p:spPr>
      </p:cxnSp>
      <p:sp>
        <p:nvSpPr>
          <p:cNvPr id="507" name="Stage Twin"/>
          <p:cNvSpPr/>
          <p:nvPr/>
        </p:nvSpPr>
        <p:spPr>
          <a:xfrm>
            <a:off x="4056237" y="1625600"/>
            <a:ext cx="1031770" cy="2032000"/>
          </a:xfrm>
          <a:prstGeom prst="roundRect">
            <a:avLst>
              <a:gd name="adj" fmla="val 14286"/>
            </a:avLst>
          </a:prstGeom>
          <a:solidFill>
            <a:srgbClr val="FFFFFF"/>
          </a:solidFill>
          <a:ln w="19050">
            <a:solidFill>
              <a:srgbClr val="0FA968"/>
            </a:solidFill>
          </a:ln>
        </p:spPr>
        <p:txBody>
          <a:bodyPr wrap="square" lIns="76200" tIns="50800" rIns="76200" bIns="50800" anchor="ctr">
            <a:noAutofit/>
          </a:bodyPr>
          <a:lstStyle/>
          <a:p>
            <a:pPr marL="0" indent="0" algn="ctr">
              <a:spcAft>
                <a:spcPts val="400"/>
              </a:spcAft>
              <a:buNone/>
            </a:pPr>
            <a:r>
              <a:rPr lang="en-US" sz="1400" b="0" dirty="0">
                <a:solidFill>
                  <a:srgbClr val="0B7D4D"/>
                </a:solidFill>
                <a:latin typeface="Sora SemiBold"/>
                <a:ea typeface="Sora SemiBold"/>
                <a:cs typeface="Sora SemiBold"/>
                <a:sym typeface="Sora SemiBold"/>
              </a:rPr>
              <a:t>Twin</a:t>
            </a:r>
          </a:p>
          <a:p>
            <a:pPr marL="0" indent="0" algn="ctr">
              <a:spcAft>
                <a:spcPts val="0"/>
              </a:spcAft>
              <a:buNone/>
            </a:pPr>
            <a:r>
              <a:rPr lang="en-US" sz="1100" b="0" dirty="0">
                <a:solidFill>
                  <a:srgbClr val="0F1A2A"/>
                </a:solidFill>
                <a:latin typeface="DM Sans"/>
                <a:ea typeface="DM Sans"/>
                <a:cs typeface="DM Sans"/>
                <a:sym typeface="DM Sans"/>
              </a:rPr>
              <a:t>One profile, every fact tagged with its source</a:t>
            </a:r>
          </a:p>
        </p:txBody>
      </p:sp>
      <p:cxnSp>
        <p:nvCxnSpPr>
          <p:cNvPr id="508" name="Arrow"/>
          <p:cNvCxnSpPr/>
          <p:nvPr/>
        </p:nvCxnSpPr>
        <p:spPr>
          <a:xfrm>
            <a:off x="5100291" y="2641600"/>
            <a:ext cx="143342" cy="0"/>
          </a:xfrm>
          <a:prstGeom prst="straightConnector1">
            <a:avLst/>
          </a:prstGeom>
          <a:ln w="19050">
            <a:solidFill>
              <a:srgbClr val="0FA968"/>
            </a:solidFill>
            <a:tailEnd type="triangle" w="med" len="med"/>
          </a:ln>
        </p:spPr>
      </p:cxnSp>
      <p:sp>
        <p:nvSpPr>
          <p:cNvPr id="509" name="Stage Fill"/>
          <p:cNvSpPr/>
          <p:nvPr/>
        </p:nvSpPr>
        <p:spPr>
          <a:xfrm>
            <a:off x="5255916" y="1625600"/>
            <a:ext cx="1031770" cy="2032000"/>
          </a:xfrm>
          <a:prstGeom prst="roundRect">
            <a:avLst>
              <a:gd name="adj" fmla="val 14286"/>
            </a:avLst>
          </a:prstGeom>
          <a:solidFill>
            <a:srgbClr val="FFFFFF"/>
          </a:solidFill>
          <a:ln w="19050">
            <a:solidFill>
              <a:srgbClr val="0FA968"/>
            </a:solidFill>
          </a:ln>
        </p:spPr>
        <p:txBody>
          <a:bodyPr wrap="square" lIns="76200" tIns="50800" rIns="76200" bIns="50800" anchor="ctr">
            <a:noAutofit/>
          </a:bodyPr>
          <a:lstStyle/>
          <a:p>
            <a:pPr marL="0" indent="0" algn="ctr">
              <a:spcAft>
                <a:spcPts val="400"/>
              </a:spcAft>
              <a:buNone/>
            </a:pPr>
            <a:r>
              <a:rPr lang="en-US" sz="1400" b="0" dirty="0">
                <a:solidFill>
                  <a:srgbClr val="0B7D4D"/>
                </a:solidFill>
                <a:latin typeface="Sora SemiBold"/>
                <a:ea typeface="Sora SemiBold"/>
                <a:cs typeface="Sora SemiBold"/>
                <a:sym typeface="Sora SemiBold"/>
              </a:rPr>
              <a:t>Fill</a:t>
            </a:r>
          </a:p>
          <a:p>
            <a:pPr marL="0" indent="0" algn="ctr">
              <a:spcAft>
                <a:spcPts val="0"/>
              </a:spcAft>
              <a:buNone/>
            </a:pPr>
            <a:r>
              <a:rPr lang="en-US" sz="1100" b="0" dirty="0">
                <a:solidFill>
                  <a:srgbClr val="0F1A2A"/>
                </a:solidFill>
                <a:latin typeface="DM Sans"/>
                <a:ea typeface="DM Sans"/>
                <a:cs typeface="DM Sans"/>
                <a:sym typeface="DM Sans"/>
              </a:rPr>
              <a:t>T‑Mobile's form plus your twin gives the answers</a:t>
            </a:r>
          </a:p>
        </p:txBody>
      </p:sp>
      <p:cxnSp>
        <p:nvCxnSpPr>
          <p:cNvPr id="510" name="Arrow"/>
          <p:cNvCxnSpPr/>
          <p:nvPr/>
        </p:nvCxnSpPr>
        <p:spPr>
          <a:xfrm>
            <a:off x="6299970" y="2641600"/>
            <a:ext cx="143342" cy="0"/>
          </a:xfrm>
          <a:prstGeom prst="straightConnector1">
            <a:avLst/>
          </a:prstGeom>
          <a:ln w="19050">
            <a:solidFill>
              <a:srgbClr val="5B6575"/>
            </a:solidFill>
            <a:tailEnd type="triangle" w="med" len="med"/>
          </a:ln>
        </p:spPr>
      </p:cxnSp>
      <p:sp>
        <p:nvSpPr>
          <p:cNvPr id="511" name="Step 5"/>
          <p:cNvSpPr/>
          <p:nvPr/>
        </p:nvSpPr>
        <p:spPr>
          <a:xfrm>
            <a:off x="6455595" y="1625600"/>
            <a:ext cx="1031770" cy="2032000"/>
          </a:xfrm>
          <a:prstGeom prst="roundRect">
            <a:avLst>
              <a:gd name="adj" fmla="val 14286"/>
            </a:avLst>
          </a:prstGeom>
          <a:solidFill>
            <a:srgbClr val="FFFFFF"/>
          </a:solidFill>
          <a:ln w="12700">
            <a:solidFill>
              <a:srgbClr val="E5E7EB"/>
            </a:solidFill>
          </a:ln>
        </p:spPr>
        <p:txBody>
          <a:bodyPr wrap="square" lIns="76200" tIns="50800" rIns="76200" bIns="50800" anchor="ctr">
            <a:noAutofit/>
          </a:bodyPr>
          <a:lstStyle/>
          <a:p>
            <a:pPr marL="0" indent="0" algn="ctr">
              <a:spcAft>
                <a:spcPts val="0"/>
              </a:spcAft>
              <a:buNone/>
            </a:pPr>
            <a:r>
              <a:rPr lang="en-US" sz="1200" b="1" dirty="0">
                <a:solidFill>
                  <a:srgbClr val="0F1A2A"/>
                </a:solidFill>
                <a:latin typeface="DM Sans"/>
                <a:ea typeface="DM Sans"/>
                <a:cs typeface="DM Sans"/>
                <a:sym typeface="DM Sans"/>
              </a:rPr>
              <a:t>You review and approve</a:t>
            </a:r>
          </a:p>
        </p:txBody>
      </p:sp>
      <p:cxnSp>
        <p:nvCxnSpPr>
          <p:cNvPr id="512" name="Arrow"/>
          <p:cNvCxnSpPr/>
          <p:nvPr/>
        </p:nvCxnSpPr>
        <p:spPr>
          <a:xfrm>
            <a:off x="7499649" y="2641600"/>
            <a:ext cx="143342" cy="0"/>
          </a:xfrm>
          <a:prstGeom prst="straightConnector1">
            <a:avLst/>
          </a:prstGeom>
          <a:ln w="19050">
            <a:solidFill>
              <a:srgbClr val="5B6575"/>
            </a:solidFill>
            <a:tailEnd type="triangle" w="med" len="med"/>
          </a:ln>
        </p:spPr>
      </p:cxnSp>
      <p:sp>
        <p:nvSpPr>
          <p:cNvPr id="513" name="Step 6"/>
          <p:cNvSpPr/>
          <p:nvPr/>
        </p:nvSpPr>
        <p:spPr>
          <a:xfrm>
            <a:off x="7655274" y="1625600"/>
            <a:ext cx="1031770" cy="2032000"/>
          </a:xfrm>
          <a:prstGeom prst="roundRect">
            <a:avLst>
              <a:gd name="adj" fmla="val 14286"/>
            </a:avLst>
          </a:prstGeom>
          <a:solidFill>
            <a:srgbClr val="FFFFFF"/>
          </a:solidFill>
          <a:ln w="12700">
            <a:solidFill>
              <a:srgbClr val="E5E7EB"/>
            </a:solidFill>
          </a:ln>
        </p:spPr>
        <p:txBody>
          <a:bodyPr wrap="square" lIns="76200" tIns="50800" rIns="76200" bIns="50800" anchor="ctr">
            <a:noAutofit/>
          </a:bodyPr>
          <a:lstStyle/>
          <a:p>
            <a:pPr marL="0" indent="0" algn="ctr">
              <a:spcAft>
                <a:spcPts val="0"/>
              </a:spcAft>
              <a:buNone/>
            </a:pPr>
            <a:r>
              <a:rPr lang="en-US" sz="1200" b="1" dirty="0">
                <a:solidFill>
                  <a:srgbClr val="0F1A2A"/>
                </a:solidFill>
                <a:latin typeface="DM Sans"/>
                <a:ea typeface="DM Sans"/>
                <a:cs typeface="DM Sans"/>
                <a:sym typeface="DM Sans"/>
              </a:rPr>
              <a:t>Answers drop into T‑Mobile's form</a:t>
            </a:r>
          </a:p>
        </p:txBody>
      </p:sp>
      <p:sp>
        <p:nvSpPr>
          <p:cNvPr id="514" name="Inside Formly label"/>
          <p:cNvSpPr/>
          <p:nvPr/>
        </p:nvSpPr>
        <p:spPr>
          <a:xfrm>
            <a:off x="2856558" y="1320800"/>
            <a:ext cx="3431129" cy="228600"/>
          </a:xfrm>
          <a:prstGeom prst="rect">
            <a:avLst/>
          </a:prstGeom>
          <a:noFill/>
          <a:ln>
            <a:noFill/>
          </a:ln>
        </p:spPr>
        <p:txBody>
          <a:bodyPr wrap="square" lIns="0" tIns="50800" rIns="0" bIns="50800" anchor="ctr">
            <a:noAutofit/>
          </a:bodyPr>
          <a:lstStyle/>
          <a:p>
            <a:pPr marL="0" indent="0" algn="ctr">
              <a:spcAft>
                <a:spcPts val="0"/>
              </a:spcAft>
              <a:buNone/>
            </a:pPr>
            <a:r>
              <a:rPr lang="en-US" sz="1100" b="0" dirty="0">
                <a:solidFill>
                  <a:srgbClr val="0B7D4D"/>
                </a:solidFill>
                <a:latin typeface="Sora SemiBold"/>
                <a:ea typeface="Sora SemiBold"/>
                <a:cs typeface="Sora SemiBold"/>
                <a:sym typeface="Sora SemiBold"/>
              </a:rPr>
              <a:t>Inside Formly</a:t>
            </a:r>
          </a:p>
        </p:txBody>
      </p:sp>
      <p:sp>
        <p:nvSpPr>
          <p:cNvPr id="515" name="Demo note"/>
          <p:cNvSpPr/>
          <p:nvPr/>
        </p:nvSpPr>
        <p:spPr>
          <a:xfrm>
            <a:off x="457200" y="3937000"/>
            <a:ext cx="8229600" cy="254000"/>
          </a:xfrm>
          <a:prstGeom prst="rect">
            <a:avLst/>
          </a:prstGeom>
          <a:noFill/>
          <a:ln>
            <a:noFill/>
          </a:ln>
        </p:spPr>
        <p:txBody>
          <a:bodyPr wrap="square" lIns="0" tIns="50800" rIns="0" bIns="50800" anchor="ctr">
            <a:noAutofit/>
          </a:bodyPr>
          <a:lstStyle/>
          <a:p>
            <a:pPr marL="0" indent="0" algn="l">
              <a:spcAft>
                <a:spcPts val="0"/>
              </a:spcAft>
              <a:buNone/>
            </a:pPr>
            <a:r>
              <a:rPr lang="en-US" sz="1200" b="0" dirty="0">
                <a:solidFill>
                  <a:srgbClr val="5B6575"/>
                </a:solidFill>
                <a:latin typeface="DM Sans"/>
                <a:ea typeface="DM Sans"/>
                <a:cs typeface="DM Sans"/>
                <a:sym typeface="DM Sans"/>
              </a:rPr>
              <a:t>Shown with Alex Chen's documents in the live demo</a:t>
            </a:r>
          </a:p>
        </p:txBody>
      </p:sp>
    </p:spTree>
    <p:extLst>
      <p:ext uri="{BB962C8B-B14F-4D97-AF65-F5344CB8AC3E}">
        <p14:creationId xmlns:p14="http://schemas.microsoft.com/office/powerpoint/2010/main" val="19371256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6F7F9"/>
        </a:solidFill>
        <a:effectLst/>
      </p:bgPr>
    </p:bg>
    <p:spTree>
      <p:nvGrpSpPr>
        <p:cNvPr id="1" name="Shape 165"/>
        <p:cNvGrpSpPr/>
        <p:nvPr/>
      </p:nvGrpSpPr>
      <p:grpSpPr>
        <a:xfrm>
          <a:off x="0" y="0"/>
          <a:ext cx="0" cy="0"/>
          <a:chOff x="0" y="0"/>
          <a:chExt cx="0" cy="0"/>
        </a:xfrm>
      </p:grpSpPr>
      <p:sp>
        <p:nvSpPr>
          <p:cNvPr id="166" name="Google Shape;166;p18"/>
          <p:cNvSpPr txBox="1"/>
          <p:nvPr/>
        </p:nvSpPr>
        <p:spPr>
          <a:xfrm>
            <a:off x="320040" y="304800"/>
            <a:ext cx="8503800" cy="1028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800" b="0">
                <a:solidFill>
                  <a:srgbClr val="0F1A2A"/>
                </a:solidFill>
                <a:latin typeface="Sora SemiBold"/>
                <a:ea typeface="Sora SemiBold"/>
                <a:cs typeface="Sora SemiBold"/>
                <a:sym typeface="Sora SemiBold"/>
              </a:rPr>
              <a:t>One button, one schema</a:t>
            </a:r>
            <a:endParaRPr sz="2700" b="0">
              <a:solidFill>
                <a:srgbClr val="0F1A2A"/>
              </a:solidFill>
              <a:latin typeface="Sora SemiBold"/>
              <a:ea typeface="Sora SemiBold"/>
              <a:cs typeface="Sora SemiBold"/>
              <a:sym typeface="Sora SemiBold"/>
            </a:endParaRPr>
          </a:p>
        </p:txBody>
      </p:sp>
      <p:sp>
        <p:nvSpPr>
          <p:cNvPr id="500" name="Step 1"/>
          <p:cNvSpPr/>
          <p:nvPr/>
        </p:nvSpPr>
        <p:spPr>
          <a:xfrm>
            <a:off x="457200" y="1397000"/>
            <a:ext cx="2489200" cy="1651000"/>
          </a:xfrm>
          <a:prstGeom prst="roundRect">
            <a:avLst>
              <a:gd name="adj" fmla="val 9231"/>
            </a:avLst>
          </a:prstGeom>
          <a:solidFill>
            <a:srgbClr val="FFFFFF"/>
          </a:solidFill>
          <a:ln w="12700">
            <a:solidFill>
              <a:srgbClr val="E5E7EB"/>
            </a:solidFill>
          </a:ln>
        </p:spPr>
        <p:txBody>
          <a:bodyPr wrap="square" lIns="177800" tIns="660400" rIns="177800" bIns="50800" anchor="t">
            <a:noAutofit/>
          </a:bodyPr>
          <a:lstStyle/>
          <a:p>
            <a:pPr marL="0" indent="0" algn="l">
              <a:spcAft>
                <a:spcPts val="0"/>
              </a:spcAft>
              <a:buNone/>
            </a:pPr>
            <a:r>
              <a:rPr lang="en-US" sz="1400" b="0" dirty="0">
                <a:solidFill>
                  <a:srgbClr val="0F1A2A"/>
                </a:solidFill>
                <a:latin typeface="DM Sans"/>
                <a:ea typeface="DM Sans"/>
                <a:cs typeface="DM Sans"/>
                <a:sym typeface="DM Sans"/>
              </a:rPr>
              <a:t>Add the Fill with Formly button</a:t>
            </a:r>
          </a:p>
        </p:txBody>
      </p:sp>
      <p:sp>
        <p:nvSpPr>
          <p:cNvPr id="501" name="Step number 1"/>
          <p:cNvSpPr/>
          <p:nvPr/>
        </p:nvSpPr>
        <p:spPr>
          <a:xfrm>
            <a:off x="635000" y="1574800"/>
            <a:ext cx="355600" cy="355600"/>
          </a:xfrm>
          <a:prstGeom prst="ellipse">
            <a:avLst/>
          </a:prstGeom>
          <a:solidFill>
            <a:srgbClr val="0FA968"/>
          </a:solidFill>
          <a:ln>
            <a:noFill/>
          </a:ln>
        </p:spPr>
        <p:txBody>
          <a:bodyPr wrap="square" lIns="0" tIns="0" rIns="0" bIns="50800" anchor="ctr">
            <a:noAutofit/>
          </a:bodyPr>
          <a:lstStyle/>
          <a:p>
            <a:pPr marL="0" indent="0" algn="ctr">
              <a:spcAft>
                <a:spcPts val="0"/>
              </a:spcAft>
              <a:buNone/>
            </a:pPr>
            <a:r>
              <a:rPr lang="en-US" sz="1300" b="0" dirty="0">
                <a:solidFill>
                  <a:srgbClr val="0F1A2A"/>
                </a:solidFill>
                <a:latin typeface="Sora SemiBold"/>
                <a:ea typeface="Sora SemiBold"/>
                <a:cs typeface="Sora SemiBold"/>
                <a:sym typeface="Sora SemiBold"/>
              </a:rPr>
              <a:t>1</a:t>
            </a:r>
          </a:p>
        </p:txBody>
      </p:sp>
      <p:cxnSp>
        <p:nvCxnSpPr>
          <p:cNvPr id="502" name="Arrow"/>
          <p:cNvCxnSpPr/>
          <p:nvPr/>
        </p:nvCxnSpPr>
        <p:spPr>
          <a:xfrm>
            <a:off x="2997200" y="2222500"/>
            <a:ext cx="279400" cy="0"/>
          </a:xfrm>
          <a:prstGeom prst="straightConnector1">
            <a:avLst/>
          </a:prstGeom>
          <a:ln w="19050">
            <a:solidFill>
              <a:srgbClr val="5B6575"/>
            </a:solidFill>
            <a:tailEnd type="triangle" w="med" len="med"/>
          </a:ln>
        </p:spPr>
      </p:cxnSp>
      <p:sp>
        <p:nvSpPr>
          <p:cNvPr id="503" name="Step 2"/>
          <p:cNvSpPr/>
          <p:nvPr/>
        </p:nvSpPr>
        <p:spPr>
          <a:xfrm>
            <a:off x="3327400" y="1397000"/>
            <a:ext cx="2489200" cy="1651000"/>
          </a:xfrm>
          <a:prstGeom prst="roundRect">
            <a:avLst>
              <a:gd name="adj" fmla="val 9231"/>
            </a:avLst>
          </a:prstGeom>
          <a:solidFill>
            <a:srgbClr val="FFFFFF"/>
          </a:solidFill>
          <a:ln w="12700">
            <a:solidFill>
              <a:srgbClr val="E5E7EB"/>
            </a:solidFill>
          </a:ln>
        </p:spPr>
        <p:txBody>
          <a:bodyPr wrap="square" lIns="177800" tIns="660400" rIns="177800" bIns="50800" anchor="t">
            <a:noAutofit/>
          </a:bodyPr>
          <a:lstStyle/>
          <a:p>
            <a:pPr marL="0" indent="0" algn="l">
              <a:spcAft>
                <a:spcPts val="0"/>
              </a:spcAft>
              <a:buNone/>
            </a:pPr>
            <a:r>
              <a:rPr lang="en-US" sz="1400" b="0" dirty="0">
                <a:solidFill>
                  <a:srgbClr val="0F1A2A"/>
                </a:solidFill>
                <a:latin typeface="DM Sans"/>
                <a:ea typeface="DM Sans"/>
                <a:cs typeface="DM Sans"/>
                <a:sym typeface="DM Sans"/>
              </a:rPr>
              <a:t>Send the blank form as JSON: 30 fields, each with a label and type</a:t>
            </a:r>
          </a:p>
        </p:txBody>
      </p:sp>
      <p:sp>
        <p:nvSpPr>
          <p:cNvPr id="504" name="Step number 2"/>
          <p:cNvSpPr/>
          <p:nvPr/>
        </p:nvSpPr>
        <p:spPr>
          <a:xfrm>
            <a:off x="3505200" y="1574800"/>
            <a:ext cx="355600" cy="355600"/>
          </a:xfrm>
          <a:prstGeom prst="ellipse">
            <a:avLst/>
          </a:prstGeom>
          <a:solidFill>
            <a:srgbClr val="0FA968"/>
          </a:solidFill>
          <a:ln>
            <a:noFill/>
          </a:ln>
        </p:spPr>
        <p:txBody>
          <a:bodyPr wrap="square" lIns="0" tIns="0" rIns="0" bIns="50800" anchor="ctr">
            <a:noAutofit/>
          </a:bodyPr>
          <a:lstStyle/>
          <a:p>
            <a:pPr marL="0" indent="0" algn="ctr">
              <a:spcAft>
                <a:spcPts val="0"/>
              </a:spcAft>
              <a:buNone/>
            </a:pPr>
            <a:r>
              <a:rPr lang="en-US" sz="1300" b="0" dirty="0">
                <a:solidFill>
                  <a:srgbClr val="0F1A2A"/>
                </a:solidFill>
                <a:latin typeface="Sora SemiBold"/>
                <a:ea typeface="Sora SemiBold"/>
                <a:cs typeface="Sora SemiBold"/>
                <a:sym typeface="Sora SemiBold"/>
              </a:rPr>
              <a:t>2</a:t>
            </a:r>
          </a:p>
        </p:txBody>
      </p:sp>
      <p:cxnSp>
        <p:nvCxnSpPr>
          <p:cNvPr id="505" name="Arrow"/>
          <p:cNvCxnSpPr/>
          <p:nvPr/>
        </p:nvCxnSpPr>
        <p:spPr>
          <a:xfrm>
            <a:off x="5867400" y="2222500"/>
            <a:ext cx="279400" cy="0"/>
          </a:xfrm>
          <a:prstGeom prst="straightConnector1">
            <a:avLst/>
          </a:prstGeom>
          <a:ln w="19050">
            <a:solidFill>
              <a:srgbClr val="5B6575"/>
            </a:solidFill>
            <a:tailEnd type="triangle" w="med" len="med"/>
          </a:ln>
        </p:spPr>
      </p:cxnSp>
      <p:sp>
        <p:nvSpPr>
          <p:cNvPr id="506" name="Step 3"/>
          <p:cNvSpPr/>
          <p:nvPr/>
        </p:nvSpPr>
        <p:spPr>
          <a:xfrm>
            <a:off x="6197600" y="1397000"/>
            <a:ext cx="2489200" cy="1651000"/>
          </a:xfrm>
          <a:prstGeom prst="roundRect">
            <a:avLst>
              <a:gd name="adj" fmla="val 9231"/>
            </a:avLst>
          </a:prstGeom>
          <a:solidFill>
            <a:srgbClr val="FFFFFF"/>
          </a:solidFill>
          <a:ln w="12700">
            <a:solidFill>
              <a:srgbClr val="E5E7EB"/>
            </a:solidFill>
          </a:ln>
        </p:spPr>
        <p:txBody>
          <a:bodyPr wrap="square" lIns="177800" tIns="660400" rIns="177800" bIns="50800" anchor="t">
            <a:noAutofit/>
          </a:bodyPr>
          <a:lstStyle/>
          <a:p>
            <a:pPr marL="0" indent="0" algn="l">
              <a:spcAft>
                <a:spcPts val="0"/>
              </a:spcAft>
              <a:buNone/>
            </a:pPr>
            <a:r>
              <a:rPr lang="en-US" sz="1400" b="0" dirty="0">
                <a:solidFill>
                  <a:srgbClr val="0F1A2A"/>
                </a:solidFill>
                <a:latin typeface="DM Sans"/>
                <a:ea typeface="DM Sans"/>
                <a:cs typeface="DM Sans"/>
                <a:sym typeface="DM Sans"/>
              </a:rPr>
              <a:t>Get back only the answers the customer approved</a:t>
            </a:r>
          </a:p>
        </p:txBody>
      </p:sp>
      <p:sp>
        <p:nvSpPr>
          <p:cNvPr id="507" name="Step number 3"/>
          <p:cNvSpPr/>
          <p:nvPr/>
        </p:nvSpPr>
        <p:spPr>
          <a:xfrm>
            <a:off x="6375400" y="1574800"/>
            <a:ext cx="355600" cy="355600"/>
          </a:xfrm>
          <a:prstGeom prst="ellipse">
            <a:avLst/>
          </a:prstGeom>
          <a:solidFill>
            <a:srgbClr val="0FA968"/>
          </a:solidFill>
          <a:ln>
            <a:noFill/>
          </a:ln>
        </p:spPr>
        <p:txBody>
          <a:bodyPr wrap="square" lIns="0" tIns="0" rIns="0" bIns="50800" anchor="ctr">
            <a:noAutofit/>
          </a:bodyPr>
          <a:lstStyle/>
          <a:p>
            <a:pPr marL="0" indent="0" algn="ctr">
              <a:spcAft>
                <a:spcPts val="0"/>
              </a:spcAft>
              <a:buNone/>
            </a:pPr>
            <a:r>
              <a:rPr lang="en-US" sz="1300" b="0" dirty="0">
                <a:solidFill>
                  <a:srgbClr val="0F1A2A"/>
                </a:solidFill>
                <a:latin typeface="Sora SemiBold"/>
                <a:ea typeface="Sora SemiBold"/>
                <a:cs typeface="Sora SemiBold"/>
                <a:sym typeface="Sora SemiBold"/>
              </a:rPr>
              <a:t>3</a:t>
            </a:r>
          </a:p>
        </p:txBody>
      </p:sp>
      <p:sp>
        <p:nvSpPr>
          <p:cNvPr id="508" name="Code box"/>
          <p:cNvSpPr/>
          <p:nvPr/>
        </p:nvSpPr>
        <p:spPr>
          <a:xfrm>
            <a:off x="457200" y="3429000"/>
            <a:ext cx="8229600" cy="711200"/>
          </a:xfrm>
          <a:prstGeom prst="roundRect">
            <a:avLst>
              <a:gd name="adj" fmla="val 21429"/>
            </a:avLst>
          </a:prstGeom>
          <a:solidFill>
            <a:srgbClr val="0F1A2A"/>
          </a:solidFill>
          <a:ln>
            <a:noFill/>
          </a:ln>
        </p:spPr>
        <p:txBody>
          <a:bodyPr wrap="square" lIns="254000" tIns="50800" rIns="254000" bIns="50800" anchor="ctr">
            <a:noAutofit/>
          </a:bodyPr>
          <a:lstStyle/>
          <a:p>
            <a:pPr marL="0" indent="0" algn="l">
              <a:spcAft>
                <a:spcPts val="0"/>
              </a:spcAft>
              <a:buNone/>
            </a:pPr>
            <a:r>
              <a:rPr lang="en-US" sz="1600" b="0" dirty="0">
                <a:solidFill>
                  <a:srgbClr val="FFFFFF"/>
                </a:solidFill>
                <a:latin typeface="Consolas"/>
                <a:ea typeface="Consolas"/>
                <a:cs typeface="Consolas"/>
                <a:sym typeface="Consolas"/>
              </a:rPr>
              <a:t>&lt;FormlyButton schema={signup} onFilled={fill} /&gt;</a:t>
            </a:r>
          </a:p>
        </p:txBody>
      </p:sp>
    </p:spTree>
    <p:extLst>
      <p:ext uri="{BB962C8B-B14F-4D97-AF65-F5344CB8AC3E}">
        <p14:creationId xmlns:p14="http://schemas.microsoft.com/office/powerpoint/2010/main" val="119449055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6F7F9"/>
        </a:solidFill>
        <a:effectLst/>
      </p:bgPr>
    </p:bg>
    <p:spTree>
      <p:nvGrpSpPr>
        <p:cNvPr id="1" name="Shape 165"/>
        <p:cNvGrpSpPr/>
        <p:nvPr/>
      </p:nvGrpSpPr>
      <p:grpSpPr>
        <a:xfrm>
          <a:off x="0" y="0"/>
          <a:ext cx="0" cy="0"/>
          <a:chOff x="0" y="0"/>
          <a:chExt cx="0" cy="0"/>
        </a:xfrm>
      </p:grpSpPr>
      <p:sp>
        <p:nvSpPr>
          <p:cNvPr id="166" name="Google Shape;166;p18"/>
          <p:cNvSpPr txBox="1"/>
          <p:nvPr/>
        </p:nvSpPr>
        <p:spPr>
          <a:xfrm>
            <a:off x="320040" y="304800"/>
            <a:ext cx="8503800" cy="1028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800" b="0">
                <a:solidFill>
                  <a:srgbClr val="0F1A2A"/>
                </a:solidFill>
                <a:latin typeface="Sora SemiBold"/>
                <a:ea typeface="Sora SemiBold"/>
                <a:cs typeface="Sora SemiBold"/>
                <a:sym typeface="Sora SemiBold"/>
              </a:rPr>
              <a:t>You see every answer, and where it came from</a:t>
            </a:r>
            <a:endParaRPr sz="2700" b="0">
              <a:solidFill>
                <a:srgbClr val="0F1A2A"/>
              </a:solidFill>
              <a:latin typeface="Sora SemiBold"/>
              <a:ea typeface="Sora SemiBold"/>
              <a:cs typeface="Sora SemiBold"/>
              <a:sym typeface="Sora SemiBold"/>
            </a:endParaRPr>
          </a:p>
        </p:txBody>
      </p:sp>
      <p:sp>
        <p:nvSpPr>
          <p:cNvPr id="500" name="Label current carrier"/>
          <p:cNvSpPr/>
          <p:nvPr/>
        </p:nvSpPr>
        <p:spPr>
          <a:xfrm>
            <a:off x="457200" y="1727200"/>
            <a:ext cx="5334000" cy="254000"/>
          </a:xfrm>
          <a:prstGeom prst="rect">
            <a:avLst/>
          </a:prstGeom>
          <a:noFill/>
          <a:ln>
            <a:noFill/>
          </a:ln>
        </p:spPr>
        <p:txBody>
          <a:bodyPr wrap="square" lIns="0" tIns="50800" rIns="0" bIns="50800" anchor="b">
            <a:noAutofit/>
          </a:bodyPr>
          <a:lstStyle/>
          <a:p>
            <a:pPr marL="0" indent="0" algn="l">
              <a:spcAft>
                <a:spcPts val="0"/>
              </a:spcAft>
              <a:buNone/>
            </a:pPr>
            <a:r>
              <a:rPr lang="en-US" sz="1200" b="0" dirty="0">
                <a:solidFill>
                  <a:srgbClr val="5B6575"/>
                </a:solidFill>
                <a:latin typeface="DM Sans"/>
                <a:ea typeface="DM Sans"/>
                <a:cs typeface="DM Sans"/>
                <a:sym typeface="DM Sans"/>
              </a:rPr>
              <a:t>Current carrier</a:t>
            </a:r>
          </a:p>
        </p:txBody>
      </p:sp>
      <p:sp>
        <p:nvSpPr>
          <p:cNvPr id="501" name="Field current carrier"/>
          <p:cNvSpPr/>
          <p:nvPr/>
        </p:nvSpPr>
        <p:spPr>
          <a:xfrm>
            <a:off x="457200" y="2032000"/>
            <a:ext cx="5334000" cy="584200"/>
          </a:xfrm>
          <a:prstGeom prst="roundRect">
            <a:avLst>
              <a:gd name="adj" fmla="val 26087"/>
            </a:avLst>
          </a:prstGeom>
          <a:solidFill>
            <a:srgbClr val="FFFFFF"/>
          </a:solidFill>
          <a:ln w="12700">
            <a:solidFill>
              <a:srgbClr val="E5E7EB"/>
            </a:solidFill>
          </a:ln>
        </p:spPr>
        <p:txBody>
          <a:bodyPr wrap="square" lIns="228600" tIns="50800" rIns="228600" bIns="50800" anchor="ctr">
            <a:noAutofit/>
          </a:bodyPr>
          <a:lstStyle/>
          <a:p>
            <a:pPr marL="0" indent="0" algn="l">
              <a:spcAft>
                <a:spcPts val="0"/>
              </a:spcAft>
              <a:buNone/>
            </a:pPr>
            <a:r>
              <a:rPr lang="en-US" sz="1600" b="0" dirty="0">
                <a:solidFill>
                  <a:srgbClr val="0F1A2A"/>
                </a:solidFill>
                <a:latin typeface="DM Sans"/>
                <a:ea typeface="DM Sans"/>
                <a:cs typeface="DM Sans"/>
                <a:sym typeface="DM Sans"/>
              </a:rPr>
              <a:t>Verizon</a:t>
            </a:r>
          </a:p>
        </p:txBody>
      </p:sp>
      <p:sp>
        <p:nvSpPr>
          <p:cNvPr id="502" name="Fern bar"/>
          <p:cNvSpPr/>
          <p:nvPr/>
        </p:nvSpPr>
        <p:spPr>
          <a:xfrm>
            <a:off x="457200" y="2108200"/>
            <a:ext cx="38100" cy="431800"/>
          </a:xfrm>
          <a:prstGeom prst="roundRect">
            <a:avLst>
              <a:gd name="adj" fmla="val 50000"/>
            </a:avLst>
          </a:prstGeom>
          <a:solidFill>
            <a:srgbClr val="0FA968"/>
          </a:solidFill>
          <a:ln>
            <a:noFill/>
          </a:ln>
        </p:spPr>
        <p:txBody>
          <a:bodyPr wrap="square" lIns="101600" tIns="50800" rIns="101600" bIns="50800" anchor="ctr">
            <a:noAutofit/>
          </a:bodyPr>
          <a:lstStyle/>
          <a:p>
            <a:endParaRPr lang="en-US"/>
          </a:p>
        </p:txBody>
      </p:sp>
      <p:sp>
        <p:nvSpPr>
          <p:cNvPr id="503" name="Source chip"/>
          <p:cNvSpPr/>
          <p:nvPr/>
        </p:nvSpPr>
        <p:spPr>
          <a:xfrm>
            <a:off x="457200" y="2717800"/>
            <a:ext cx="2540000" cy="330200"/>
          </a:xfrm>
          <a:prstGeom prst="roundRect">
            <a:avLst>
              <a:gd name="adj" fmla="val 30769"/>
            </a:avLst>
          </a:prstGeom>
          <a:solidFill>
            <a:srgbClr val="FFFFFF"/>
          </a:solidFill>
          <a:ln w="12700">
            <a:solidFill>
              <a:srgbClr val="E5E7EB"/>
            </a:solidFill>
          </a:ln>
        </p:spPr>
        <p:txBody>
          <a:bodyPr wrap="square" lIns="279400" tIns="50800" rIns="279400" bIns="50800" anchor="ctr">
            <a:noAutofit/>
          </a:bodyPr>
          <a:lstStyle/>
          <a:p>
            <a:pPr marL="0" indent="0" algn="l">
              <a:spcAft>
                <a:spcPts val="0"/>
              </a:spcAft>
              <a:buNone/>
            </a:pPr>
            <a:r>
              <a:rPr lang="en-US" sz="1100" b="0" dirty="0">
                <a:solidFill>
                  <a:srgbClr val="5B6575"/>
                </a:solidFill>
                <a:latin typeface="DM Sans"/>
                <a:ea typeface="DM Sans"/>
                <a:cs typeface="DM Sans"/>
                <a:sym typeface="DM Sans"/>
              </a:rPr>
              <a:t>Your Verizon bill in Gmail</a:t>
            </a:r>
          </a:p>
        </p:txBody>
      </p:sp>
      <p:sp>
        <p:nvSpPr>
          <p:cNvPr id="504" name="Source dot"/>
          <p:cNvSpPr/>
          <p:nvPr/>
        </p:nvSpPr>
        <p:spPr>
          <a:xfrm>
            <a:off x="584200" y="2832100"/>
            <a:ext cx="101600" cy="101600"/>
          </a:xfrm>
          <a:prstGeom prst="ellipse">
            <a:avLst/>
          </a:prstGeom>
          <a:solidFill>
            <a:srgbClr val="0FA968"/>
          </a:solidFill>
          <a:ln>
            <a:noFill/>
          </a:ln>
        </p:spPr>
        <p:txBody>
          <a:bodyPr wrap="square" lIns="101600" tIns="50800" rIns="101600" bIns="50800" anchor="ctr">
            <a:noAutofit/>
          </a:bodyPr>
          <a:lstStyle/>
          <a:p>
            <a:endParaRPr lang="en-US"/>
          </a:p>
        </p:txBody>
      </p:sp>
      <p:sp>
        <p:nvSpPr>
          <p:cNvPr id="505" name="Edit button"/>
          <p:cNvSpPr/>
          <p:nvPr/>
        </p:nvSpPr>
        <p:spPr>
          <a:xfrm>
            <a:off x="6146800" y="1727200"/>
            <a:ext cx="1397000" cy="381000"/>
          </a:xfrm>
          <a:prstGeom prst="roundRect">
            <a:avLst>
              <a:gd name="adj" fmla="val 30000"/>
            </a:avLst>
          </a:prstGeom>
          <a:solidFill>
            <a:srgbClr val="FFFFFF"/>
          </a:solidFill>
          <a:ln w="12700">
            <a:solidFill>
              <a:srgbClr val="E5E7EB"/>
            </a:solidFill>
          </a:ln>
        </p:spPr>
        <p:txBody>
          <a:bodyPr wrap="square" lIns="50800" tIns="50800" rIns="50800" bIns="50800" anchor="ctr">
            <a:noAutofit/>
          </a:bodyPr>
          <a:lstStyle/>
          <a:p>
            <a:pPr marL="0" indent="0" algn="ctr">
              <a:spcAft>
                <a:spcPts val="0"/>
              </a:spcAft>
              <a:buNone/>
            </a:pPr>
            <a:r>
              <a:rPr lang="en-US" sz="1200" b="0" dirty="0">
                <a:solidFill>
                  <a:srgbClr val="0F1A2A"/>
                </a:solidFill>
                <a:latin typeface="Sora SemiBold"/>
                <a:ea typeface="Sora SemiBold"/>
                <a:cs typeface="Sora SemiBold"/>
                <a:sym typeface="Sora SemiBold"/>
              </a:rPr>
              <a:t>Edit</a:t>
            </a:r>
          </a:p>
        </p:txBody>
      </p:sp>
      <p:sp>
        <p:nvSpPr>
          <p:cNvPr id="506" name="Remove button"/>
          <p:cNvSpPr/>
          <p:nvPr/>
        </p:nvSpPr>
        <p:spPr>
          <a:xfrm>
            <a:off x="6146800" y="2209800"/>
            <a:ext cx="1397000" cy="381000"/>
          </a:xfrm>
          <a:prstGeom prst="roundRect">
            <a:avLst>
              <a:gd name="adj" fmla="val 30000"/>
            </a:avLst>
          </a:prstGeom>
          <a:solidFill>
            <a:srgbClr val="FFFFFF"/>
          </a:solidFill>
          <a:ln w="12700">
            <a:solidFill>
              <a:srgbClr val="E5E7EB"/>
            </a:solidFill>
          </a:ln>
        </p:spPr>
        <p:txBody>
          <a:bodyPr wrap="square" lIns="50800" tIns="50800" rIns="50800" bIns="50800" anchor="ctr">
            <a:noAutofit/>
          </a:bodyPr>
          <a:lstStyle/>
          <a:p>
            <a:pPr marL="0" indent="0" algn="ctr">
              <a:spcAft>
                <a:spcPts val="0"/>
              </a:spcAft>
              <a:buNone/>
            </a:pPr>
            <a:r>
              <a:rPr lang="en-US" sz="1200" b="0" dirty="0">
                <a:solidFill>
                  <a:srgbClr val="0F1A2A"/>
                </a:solidFill>
                <a:latin typeface="Sora SemiBold"/>
                <a:ea typeface="Sora SemiBold"/>
                <a:cs typeface="Sora SemiBold"/>
                <a:sym typeface="Sora SemiBold"/>
              </a:rPr>
              <a:t>Remove</a:t>
            </a:r>
          </a:p>
        </p:txBody>
      </p:sp>
      <p:sp>
        <p:nvSpPr>
          <p:cNvPr id="507" name="Censor button"/>
          <p:cNvSpPr/>
          <p:nvPr/>
        </p:nvSpPr>
        <p:spPr>
          <a:xfrm>
            <a:off x="6146800" y="2692400"/>
            <a:ext cx="1397000" cy="381000"/>
          </a:xfrm>
          <a:prstGeom prst="roundRect">
            <a:avLst>
              <a:gd name="adj" fmla="val 30000"/>
            </a:avLst>
          </a:prstGeom>
          <a:solidFill>
            <a:srgbClr val="FFFFFF"/>
          </a:solidFill>
          <a:ln w="12700">
            <a:solidFill>
              <a:srgbClr val="E5E7EB"/>
            </a:solidFill>
          </a:ln>
        </p:spPr>
        <p:txBody>
          <a:bodyPr wrap="square" lIns="50800" tIns="50800" rIns="50800" bIns="50800" anchor="ctr">
            <a:noAutofit/>
          </a:bodyPr>
          <a:lstStyle/>
          <a:p>
            <a:pPr marL="0" indent="0" algn="ctr">
              <a:spcAft>
                <a:spcPts val="0"/>
              </a:spcAft>
              <a:buNone/>
            </a:pPr>
            <a:r>
              <a:rPr lang="en-US" sz="1200" b="0" dirty="0">
                <a:solidFill>
                  <a:srgbClr val="0F1A2A"/>
                </a:solidFill>
                <a:latin typeface="Sora SemiBold"/>
                <a:ea typeface="Sora SemiBold"/>
                <a:cs typeface="Sora SemiBold"/>
                <a:sym typeface="Sora SemiBold"/>
              </a:rPr>
              <a:t>Censor</a:t>
            </a:r>
          </a:p>
        </p:txBody>
      </p:sp>
      <p:sp>
        <p:nvSpPr>
          <p:cNvPr id="508" name="Label transfer PIN"/>
          <p:cNvSpPr/>
          <p:nvPr/>
        </p:nvSpPr>
        <p:spPr>
          <a:xfrm>
            <a:off x="457200" y="3505200"/>
            <a:ext cx="5334000" cy="254000"/>
          </a:xfrm>
          <a:prstGeom prst="rect">
            <a:avLst/>
          </a:prstGeom>
          <a:noFill/>
          <a:ln>
            <a:noFill/>
          </a:ln>
        </p:spPr>
        <p:txBody>
          <a:bodyPr wrap="square" lIns="0" tIns="50800" rIns="0" bIns="50800" anchor="b">
            <a:noAutofit/>
          </a:bodyPr>
          <a:lstStyle/>
          <a:p>
            <a:pPr marL="0" indent="0" algn="l">
              <a:spcAft>
                <a:spcPts val="0"/>
              </a:spcAft>
              <a:buNone/>
            </a:pPr>
            <a:r>
              <a:rPr lang="en-US" sz="1200" b="0" dirty="0">
                <a:solidFill>
                  <a:srgbClr val="5B6575"/>
                </a:solidFill>
                <a:latin typeface="DM Sans"/>
                <a:ea typeface="DM Sans"/>
                <a:cs typeface="DM Sans"/>
                <a:sym typeface="DM Sans"/>
              </a:rPr>
              <a:t>Transfer PIN</a:t>
            </a:r>
          </a:p>
        </p:txBody>
      </p:sp>
      <p:sp>
        <p:nvSpPr>
          <p:cNvPr id="509" name="Field transfer PIN"/>
          <p:cNvSpPr/>
          <p:nvPr/>
        </p:nvSpPr>
        <p:spPr>
          <a:xfrm>
            <a:off x="457200" y="3810000"/>
            <a:ext cx="5334000" cy="584200"/>
          </a:xfrm>
          <a:prstGeom prst="roundRect">
            <a:avLst>
              <a:gd name="adj" fmla="val 26087"/>
            </a:avLst>
          </a:prstGeom>
          <a:solidFill>
            <a:srgbClr val="FFFFFF"/>
          </a:solidFill>
          <a:ln w="12700">
            <a:solidFill>
              <a:srgbClr val="E5E7EB"/>
            </a:solidFill>
          </a:ln>
        </p:spPr>
        <p:txBody>
          <a:bodyPr wrap="square" lIns="101600" tIns="50800" rIns="101600" bIns="50800" anchor="ctr">
            <a:noAutofit/>
          </a:bodyPr>
          <a:lstStyle/>
          <a:p>
            <a:endParaRPr lang="en-US"/>
          </a:p>
        </p:txBody>
      </p:sp>
      <p:sp>
        <p:nvSpPr>
          <p:cNvPr id="510" name="Not found message"/>
          <p:cNvSpPr/>
          <p:nvPr/>
        </p:nvSpPr>
        <p:spPr>
          <a:xfrm>
            <a:off x="457200" y="4495800"/>
            <a:ext cx="5334000" cy="279400"/>
          </a:xfrm>
          <a:prstGeom prst="rect">
            <a:avLst/>
          </a:prstGeom>
          <a:noFill/>
          <a:ln>
            <a:noFill/>
          </a:ln>
        </p:spPr>
        <p:txBody>
          <a:bodyPr wrap="square" lIns="0" tIns="50800" rIns="0" bIns="50800" anchor="ctr">
            <a:noAutofit/>
          </a:bodyPr>
          <a:lstStyle/>
          <a:p>
            <a:pPr marL="0" indent="0" algn="l">
              <a:spcAft>
                <a:spcPts val="0"/>
              </a:spcAft>
              <a:buNone/>
            </a:pPr>
            <a:r>
              <a:rPr lang="en-US" sz="1200" b="0" dirty="0">
                <a:solidFill>
                  <a:srgbClr val="5B6575"/>
                </a:solidFill>
                <a:latin typeface="DM Sans"/>
                <a:ea typeface="DM Sans"/>
                <a:cs typeface="DM Sans"/>
                <a:sym typeface="DM Sans"/>
              </a:rPr>
              <a:t>Not found. Type it or leave it blank.</a:t>
            </a:r>
          </a:p>
        </p:txBody>
      </p:sp>
    </p:spTree>
    <p:extLst>
      <p:ext uri="{BB962C8B-B14F-4D97-AF65-F5344CB8AC3E}">
        <p14:creationId xmlns:p14="http://schemas.microsoft.com/office/powerpoint/2010/main" val="41672129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6F7F9"/>
        </a:solidFill>
        <a:effectLst/>
      </p:bgPr>
    </p:bg>
    <p:spTree>
      <p:nvGrpSpPr>
        <p:cNvPr id="1" name="Shape 165"/>
        <p:cNvGrpSpPr/>
        <p:nvPr/>
      </p:nvGrpSpPr>
      <p:grpSpPr>
        <a:xfrm>
          <a:off x="0" y="0"/>
          <a:ext cx="0" cy="0"/>
          <a:chOff x="0" y="0"/>
          <a:chExt cx="0" cy="0"/>
        </a:xfrm>
      </p:grpSpPr>
      <p:sp>
        <p:nvSpPr>
          <p:cNvPr id="166" name="Google Shape;166;p18"/>
          <p:cNvSpPr txBox="1"/>
          <p:nvPr/>
        </p:nvSpPr>
        <p:spPr>
          <a:xfrm>
            <a:off x="320040" y="304800"/>
            <a:ext cx="8503800" cy="1028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800" b="0">
                <a:solidFill>
                  <a:srgbClr val="0F1A2A"/>
                </a:solidFill>
                <a:latin typeface="Sora SemiBold"/>
                <a:ea typeface="Sora SemiBold"/>
                <a:cs typeface="Sora SemiBold"/>
                <a:sym typeface="Sora SemiBold"/>
              </a:rPr>
              <a:t>T‑Mobile gets answers, not accounts</a:t>
            </a:r>
            <a:endParaRPr sz="2700" b="0">
              <a:solidFill>
                <a:srgbClr val="0F1A2A"/>
              </a:solidFill>
              <a:latin typeface="Sora SemiBold"/>
              <a:ea typeface="Sora SemiBold"/>
              <a:cs typeface="Sora SemiBold"/>
              <a:sym typeface="Sora SemiBold"/>
            </a:endParaRPr>
          </a:p>
        </p:txBody>
      </p:sp>
      <p:sp>
        <p:nvSpPr>
          <p:cNvPr id="500" name="Your side"/>
          <p:cNvSpPr/>
          <p:nvPr/>
        </p:nvSpPr>
        <p:spPr>
          <a:xfrm>
            <a:off x="457200" y="1168400"/>
            <a:ext cx="3810000" cy="228600"/>
          </a:xfrm>
          <a:prstGeom prst="rect">
            <a:avLst/>
          </a:prstGeom>
          <a:noFill/>
          <a:ln>
            <a:noFill/>
          </a:ln>
        </p:spPr>
        <p:txBody>
          <a:bodyPr wrap="square" lIns="0" tIns="50800" rIns="0" bIns="50800" anchor="ctr">
            <a:noAutofit/>
          </a:bodyPr>
          <a:lstStyle/>
          <a:p>
            <a:pPr marL="0" indent="0" algn="l">
              <a:spcAft>
                <a:spcPts val="0"/>
              </a:spcAft>
              <a:buNone/>
            </a:pPr>
            <a:r>
              <a:rPr lang="en-US" sz="1200" b="0" dirty="0">
                <a:solidFill>
                  <a:srgbClr val="5B6575"/>
                </a:solidFill>
                <a:latin typeface="Sora SemiBold"/>
                <a:ea typeface="Sora SemiBold"/>
                <a:cs typeface="Sora SemiBold"/>
                <a:sym typeface="Sora SemiBold"/>
              </a:rPr>
              <a:t>Your side</a:t>
            </a:r>
          </a:p>
        </p:txBody>
      </p:sp>
      <p:sp>
        <p:nvSpPr>
          <p:cNvPr id="501" name="T‑Mobile side"/>
          <p:cNvSpPr/>
          <p:nvPr/>
        </p:nvSpPr>
        <p:spPr>
          <a:xfrm>
            <a:off x="5080000" y="1168400"/>
            <a:ext cx="3606800" cy="228600"/>
          </a:xfrm>
          <a:prstGeom prst="rect">
            <a:avLst/>
          </a:prstGeom>
          <a:noFill/>
          <a:ln>
            <a:noFill/>
          </a:ln>
        </p:spPr>
        <p:txBody>
          <a:bodyPr wrap="square" lIns="0" tIns="50800" rIns="0" bIns="50800" anchor="ctr">
            <a:noAutofit/>
          </a:bodyPr>
          <a:lstStyle/>
          <a:p>
            <a:pPr marL="0" indent="0" algn="l">
              <a:spcAft>
                <a:spcPts val="0"/>
              </a:spcAft>
              <a:buNone/>
            </a:pPr>
            <a:r>
              <a:rPr lang="en-US" sz="1200" b="0" dirty="0">
                <a:solidFill>
                  <a:srgbClr val="5B6575"/>
                </a:solidFill>
                <a:latin typeface="Sora SemiBold"/>
                <a:ea typeface="Sora SemiBold"/>
                <a:cs typeface="Sora SemiBold"/>
                <a:sym typeface="Sora SemiBold"/>
              </a:rPr>
              <a:t>T‑Mobile's side</a:t>
            </a:r>
          </a:p>
        </p:txBody>
      </p:sp>
      <p:cxnSp>
        <p:nvCxnSpPr>
          <p:cNvPr id="502" name="Arrow"/>
          <p:cNvCxnSpPr/>
          <p:nvPr/>
        </p:nvCxnSpPr>
        <p:spPr>
          <a:xfrm>
            <a:off x="4724400" y="1143000"/>
            <a:ext cx="0" cy="1574800"/>
          </a:xfrm>
          <a:prstGeom prst="straightConnector1">
            <a:avLst/>
          </a:prstGeom>
          <a:ln w="12700">
            <a:solidFill>
              <a:srgbClr val="5B6575"/>
            </a:solidFill>
            <a:prstDash val="dash"/>
          </a:ln>
        </p:spPr>
      </p:cxnSp>
      <p:sp>
        <p:nvSpPr>
          <p:cNvPr id="503" name="Your documents"/>
          <p:cNvSpPr/>
          <p:nvPr/>
        </p:nvSpPr>
        <p:spPr>
          <a:xfrm>
            <a:off x="457200" y="1473200"/>
            <a:ext cx="2794000" cy="482600"/>
          </a:xfrm>
          <a:prstGeom prst="roundRect">
            <a:avLst>
              <a:gd name="adj" fmla="val 31579"/>
            </a:avLst>
          </a:prstGeom>
          <a:solidFill>
            <a:srgbClr val="FFFFFF"/>
          </a:solidFill>
          <a:ln w="12700">
            <a:solidFill>
              <a:srgbClr val="E5E7EB"/>
            </a:solidFill>
          </a:ln>
        </p:spPr>
        <p:txBody>
          <a:bodyPr wrap="square" lIns="101600" tIns="50800" rIns="101600" bIns="50800" anchor="ctr">
            <a:noAutofit/>
          </a:bodyPr>
          <a:lstStyle/>
          <a:p>
            <a:pPr marL="0" indent="0" algn="ctr">
              <a:spcAft>
                <a:spcPts val="0"/>
              </a:spcAft>
              <a:buNone/>
            </a:pPr>
            <a:r>
              <a:rPr lang="en-US" sz="1300" b="0" dirty="0">
                <a:solidFill>
                  <a:srgbClr val="0F1A2A"/>
                </a:solidFill>
                <a:latin typeface="DM Sans"/>
                <a:ea typeface="DM Sans"/>
                <a:cs typeface="DM Sans"/>
                <a:sym typeface="DM Sans"/>
              </a:rPr>
              <a:t>Your documents and accounts</a:t>
            </a:r>
          </a:p>
        </p:txBody>
      </p:sp>
      <p:sp>
        <p:nvSpPr>
          <p:cNvPr id="504" name="Your twin"/>
          <p:cNvSpPr/>
          <p:nvPr/>
        </p:nvSpPr>
        <p:spPr>
          <a:xfrm>
            <a:off x="457200" y="2108200"/>
            <a:ext cx="2794000" cy="482600"/>
          </a:xfrm>
          <a:prstGeom prst="roundRect">
            <a:avLst>
              <a:gd name="adj" fmla="val 31579"/>
            </a:avLst>
          </a:prstGeom>
          <a:solidFill>
            <a:srgbClr val="FFFFFF"/>
          </a:solidFill>
          <a:ln w="19050">
            <a:solidFill>
              <a:srgbClr val="0FA968"/>
            </a:solidFill>
          </a:ln>
        </p:spPr>
        <p:txBody>
          <a:bodyPr wrap="square" lIns="101600" tIns="50800" rIns="101600" bIns="50800" anchor="ctr">
            <a:noAutofit/>
          </a:bodyPr>
          <a:lstStyle/>
          <a:p>
            <a:pPr marL="0" indent="0" algn="ctr">
              <a:spcAft>
                <a:spcPts val="0"/>
              </a:spcAft>
              <a:buNone/>
            </a:pPr>
            <a:r>
              <a:rPr lang="en-US" sz="1300" b="0" dirty="0">
                <a:solidFill>
                  <a:srgbClr val="0F1A2A"/>
                </a:solidFill>
                <a:latin typeface="Sora SemiBold"/>
                <a:ea typeface="Sora SemiBold"/>
                <a:cs typeface="Sora SemiBold"/>
                <a:sym typeface="Sora SemiBold"/>
              </a:rPr>
              <a:t>Your twin</a:t>
            </a:r>
          </a:p>
        </p:txBody>
      </p:sp>
      <p:sp>
        <p:nvSpPr>
          <p:cNvPr id="505" name="Finished form"/>
          <p:cNvSpPr/>
          <p:nvPr/>
        </p:nvSpPr>
        <p:spPr>
          <a:xfrm>
            <a:off x="5892800" y="2108200"/>
            <a:ext cx="2794000" cy="482600"/>
          </a:xfrm>
          <a:prstGeom prst="roundRect">
            <a:avLst>
              <a:gd name="adj" fmla="val 31579"/>
            </a:avLst>
          </a:prstGeom>
          <a:solidFill>
            <a:srgbClr val="FFFFFF"/>
          </a:solidFill>
          <a:ln w="12700">
            <a:solidFill>
              <a:srgbClr val="E5E7EB"/>
            </a:solidFill>
          </a:ln>
        </p:spPr>
        <p:txBody>
          <a:bodyPr wrap="square" lIns="101600" tIns="50800" rIns="101600" bIns="50800" anchor="ctr">
            <a:noAutofit/>
          </a:bodyPr>
          <a:lstStyle/>
          <a:p>
            <a:pPr marL="0" indent="0" algn="ctr">
              <a:spcAft>
                <a:spcPts val="0"/>
              </a:spcAft>
              <a:buNone/>
            </a:pPr>
            <a:r>
              <a:rPr lang="en-US" sz="1300" b="0" dirty="0">
                <a:solidFill>
                  <a:srgbClr val="0F1A2A"/>
                </a:solidFill>
                <a:latin typeface="DM Sans"/>
                <a:ea typeface="DM Sans"/>
                <a:cs typeface="DM Sans"/>
                <a:sym typeface="DM Sans"/>
              </a:rPr>
              <a:t>The finished form only</a:t>
            </a:r>
          </a:p>
        </p:txBody>
      </p:sp>
      <p:cxnSp>
        <p:nvCxnSpPr>
          <p:cNvPr id="506" name="Arrow"/>
          <p:cNvCxnSpPr/>
          <p:nvPr/>
        </p:nvCxnSpPr>
        <p:spPr>
          <a:xfrm>
            <a:off x="1854200" y="1955800"/>
            <a:ext cx="0" cy="152400"/>
          </a:xfrm>
          <a:prstGeom prst="straightConnector1">
            <a:avLst/>
          </a:prstGeom>
          <a:ln w="19050">
            <a:solidFill>
              <a:srgbClr val="5B6575"/>
            </a:solidFill>
            <a:tailEnd type="triangle" w="med" len="med"/>
          </a:ln>
        </p:spPr>
      </p:cxnSp>
      <p:cxnSp>
        <p:nvCxnSpPr>
          <p:cNvPr id="507" name="Arrow"/>
          <p:cNvCxnSpPr/>
          <p:nvPr/>
        </p:nvCxnSpPr>
        <p:spPr>
          <a:xfrm>
            <a:off x="3251200" y="2349500"/>
            <a:ext cx="2641600" cy="0"/>
          </a:xfrm>
          <a:prstGeom prst="straightConnector1">
            <a:avLst/>
          </a:prstGeom>
          <a:ln w="25400">
            <a:solidFill>
              <a:srgbClr val="0FA968"/>
            </a:solidFill>
            <a:tailEnd type="triangle" w="med" len="med"/>
          </a:ln>
        </p:spPr>
      </p:cxnSp>
      <p:sp>
        <p:nvSpPr>
          <p:cNvPr id="508" name="Arrow label"/>
          <p:cNvSpPr/>
          <p:nvPr/>
        </p:nvSpPr>
        <p:spPr>
          <a:xfrm>
            <a:off x="3327400" y="2032000"/>
            <a:ext cx="2489200" cy="254000"/>
          </a:xfrm>
          <a:prstGeom prst="rect">
            <a:avLst/>
          </a:prstGeom>
          <a:solidFill>
            <a:srgbClr val="F6F7F9"/>
          </a:solidFill>
          <a:ln>
            <a:noFill/>
          </a:ln>
        </p:spPr>
        <p:txBody>
          <a:bodyPr wrap="square" lIns="0" tIns="50800" rIns="0" bIns="50800" anchor="ctr">
            <a:noAutofit/>
          </a:bodyPr>
          <a:lstStyle/>
          <a:p>
            <a:pPr marL="0" indent="0" algn="ctr">
              <a:spcAft>
                <a:spcPts val="0"/>
              </a:spcAft>
              <a:buNone/>
            </a:pPr>
            <a:r>
              <a:rPr lang="en-US" sz="1100" b="0" dirty="0">
                <a:solidFill>
                  <a:srgbClr val="0B7D4D"/>
                </a:solidFill>
                <a:latin typeface="Sora SemiBold"/>
                <a:ea typeface="Sora SemiBold"/>
                <a:cs typeface="Sora SemiBold"/>
                <a:sym typeface="Sora SemiBold"/>
              </a:rPr>
              <a:t>only the answers you approve</a:t>
            </a:r>
          </a:p>
        </p:txBody>
      </p:sp>
      <p:sp>
        <p:nvSpPr>
          <p:cNvPr id="509" name="Permission prompt"/>
          <p:cNvSpPr/>
          <p:nvPr/>
        </p:nvSpPr>
        <p:spPr>
          <a:xfrm>
            <a:off x="457200" y="2870200"/>
            <a:ext cx="5080000" cy="1422400"/>
          </a:xfrm>
          <a:prstGeom prst="roundRect">
            <a:avLst>
              <a:gd name="adj" fmla="val 10714"/>
            </a:avLst>
          </a:prstGeom>
          <a:solidFill>
            <a:srgbClr val="FFFFFF"/>
          </a:solidFill>
          <a:ln w="12700">
            <a:solidFill>
              <a:srgbClr val="E5E7EB"/>
            </a:solidFill>
          </a:ln>
        </p:spPr>
        <p:txBody>
          <a:bodyPr wrap="square" lIns="101600" tIns="50800" rIns="101600" bIns="50800" anchor="ctr">
            <a:noAutofit/>
          </a:bodyPr>
          <a:lstStyle/>
          <a:p>
            <a:endParaRPr lang="en-US"/>
          </a:p>
        </p:txBody>
      </p:sp>
      <p:sp>
        <p:nvSpPr>
          <p:cNvPr id="510" name="Prompt text"/>
          <p:cNvSpPr/>
          <p:nvPr/>
        </p:nvSpPr>
        <p:spPr>
          <a:xfrm>
            <a:off x="660400" y="2997200"/>
            <a:ext cx="4699000" cy="508000"/>
          </a:xfrm>
          <a:prstGeom prst="rect">
            <a:avLst/>
          </a:prstGeom>
          <a:noFill/>
          <a:ln>
            <a:noFill/>
          </a:ln>
        </p:spPr>
        <p:txBody>
          <a:bodyPr wrap="square" lIns="0" tIns="50800" rIns="0" bIns="50800" anchor="t">
            <a:noAutofit/>
          </a:bodyPr>
          <a:lstStyle/>
          <a:p>
            <a:pPr marL="0" indent="0" algn="l">
              <a:spcAft>
                <a:spcPts val="0"/>
              </a:spcAft>
              <a:buNone/>
            </a:pPr>
            <a:r>
              <a:rPr lang="en-US" sz="1300" b="0" dirty="0">
                <a:solidFill>
                  <a:srgbClr val="0F1A2A"/>
                </a:solidFill>
                <a:latin typeface="Sora SemiBold"/>
                <a:ea typeface="Sora SemiBold"/>
                <a:cs typeface="Sora SemiBold"/>
                <a:sym typeface="Sora SemiBold"/>
              </a:rPr>
              <a:t>T‑Mobile is asking for your IDs (SSN, driver's license)</a:t>
            </a:r>
          </a:p>
        </p:txBody>
      </p:sp>
      <p:sp>
        <p:nvSpPr>
          <p:cNvPr id="511" name="Allow once button"/>
          <p:cNvSpPr/>
          <p:nvPr/>
        </p:nvSpPr>
        <p:spPr>
          <a:xfrm>
            <a:off x="660400" y="3708400"/>
            <a:ext cx="1270000" cy="381000"/>
          </a:xfrm>
          <a:prstGeom prst="roundRect">
            <a:avLst>
              <a:gd name="adj" fmla="val 30000"/>
            </a:avLst>
          </a:prstGeom>
          <a:solidFill>
            <a:srgbClr val="0F1A2A"/>
          </a:solidFill>
          <a:ln>
            <a:noFill/>
          </a:ln>
        </p:spPr>
        <p:txBody>
          <a:bodyPr wrap="square" lIns="25400" tIns="50800" rIns="25400" bIns="50800" anchor="ctr">
            <a:noAutofit/>
          </a:bodyPr>
          <a:lstStyle/>
          <a:p>
            <a:pPr marL="0" indent="0" algn="ctr">
              <a:spcAft>
                <a:spcPts val="0"/>
              </a:spcAft>
              <a:buNone/>
            </a:pPr>
            <a:r>
              <a:rPr lang="en-US" sz="1100" b="0" dirty="0">
                <a:solidFill>
                  <a:srgbClr val="FFFFFF"/>
                </a:solidFill>
                <a:latin typeface="Sora SemiBold"/>
                <a:ea typeface="Sora SemiBold"/>
                <a:cs typeface="Sora SemiBold"/>
                <a:sym typeface="Sora SemiBold"/>
              </a:rPr>
              <a:t>Allow once</a:t>
            </a:r>
          </a:p>
        </p:txBody>
      </p:sp>
      <p:sp>
        <p:nvSpPr>
          <p:cNvPr id="512" name="Always allow button"/>
          <p:cNvSpPr/>
          <p:nvPr/>
        </p:nvSpPr>
        <p:spPr>
          <a:xfrm>
            <a:off x="2057400" y="3708400"/>
            <a:ext cx="1397000" cy="381000"/>
          </a:xfrm>
          <a:prstGeom prst="roundRect">
            <a:avLst>
              <a:gd name="adj" fmla="val 30000"/>
            </a:avLst>
          </a:prstGeom>
          <a:solidFill>
            <a:srgbClr val="FFFFFF"/>
          </a:solidFill>
          <a:ln w="12700">
            <a:solidFill>
              <a:srgbClr val="E5E7EB"/>
            </a:solidFill>
          </a:ln>
        </p:spPr>
        <p:txBody>
          <a:bodyPr wrap="square" lIns="25400" tIns="50800" rIns="25400" bIns="50800" anchor="ctr">
            <a:noAutofit/>
          </a:bodyPr>
          <a:lstStyle/>
          <a:p>
            <a:pPr marL="0" indent="0" algn="ctr">
              <a:spcAft>
                <a:spcPts val="0"/>
              </a:spcAft>
              <a:buNone/>
            </a:pPr>
            <a:r>
              <a:rPr lang="en-US" sz="1100" b="0" dirty="0">
                <a:solidFill>
                  <a:srgbClr val="0F1A2A"/>
                </a:solidFill>
                <a:latin typeface="Sora SemiBold"/>
                <a:ea typeface="Sora SemiBold"/>
                <a:cs typeface="Sora SemiBold"/>
                <a:sym typeface="Sora SemiBold"/>
              </a:rPr>
              <a:t>Always allow</a:t>
            </a:r>
          </a:p>
        </p:txBody>
      </p:sp>
      <p:sp>
        <p:nvSpPr>
          <p:cNvPr id="513" name="Deny button"/>
          <p:cNvSpPr/>
          <p:nvPr/>
        </p:nvSpPr>
        <p:spPr>
          <a:xfrm>
            <a:off x="3581400" y="3708400"/>
            <a:ext cx="889000" cy="381000"/>
          </a:xfrm>
          <a:prstGeom prst="roundRect">
            <a:avLst>
              <a:gd name="adj" fmla="val 30000"/>
            </a:avLst>
          </a:prstGeom>
          <a:solidFill>
            <a:srgbClr val="FFFFFF"/>
          </a:solidFill>
          <a:ln w="12700">
            <a:solidFill>
              <a:srgbClr val="E5E7EB"/>
            </a:solidFill>
          </a:ln>
        </p:spPr>
        <p:txBody>
          <a:bodyPr wrap="square" lIns="25400" tIns="50800" rIns="25400" bIns="50800" anchor="ctr">
            <a:noAutofit/>
          </a:bodyPr>
          <a:lstStyle/>
          <a:p>
            <a:pPr marL="0" indent="0" algn="ctr">
              <a:spcAft>
                <a:spcPts val="0"/>
              </a:spcAft>
              <a:buNone/>
            </a:pPr>
            <a:r>
              <a:rPr lang="en-US" sz="1100" b="0" dirty="0">
                <a:solidFill>
                  <a:srgbClr val="0F1A2A"/>
                </a:solidFill>
                <a:latin typeface="Sora SemiBold"/>
                <a:ea typeface="Sora SemiBold"/>
                <a:cs typeface="Sora SemiBold"/>
                <a:sym typeface="Sora SemiBold"/>
              </a:rPr>
              <a:t>Deny</a:t>
            </a:r>
          </a:p>
        </p:txBody>
      </p:sp>
      <p:sp>
        <p:nvSpPr>
          <p:cNvPr id="514" name="Groups heading"/>
          <p:cNvSpPr/>
          <p:nvPr/>
        </p:nvSpPr>
        <p:spPr>
          <a:xfrm>
            <a:off x="5892800" y="2870200"/>
            <a:ext cx="2794000" cy="228600"/>
          </a:xfrm>
          <a:prstGeom prst="rect">
            <a:avLst/>
          </a:prstGeom>
          <a:noFill/>
          <a:ln>
            <a:noFill/>
          </a:ln>
        </p:spPr>
        <p:txBody>
          <a:bodyPr wrap="square" lIns="0" tIns="50800" rIns="0" bIns="50800" anchor="ctr">
            <a:noAutofit/>
          </a:bodyPr>
          <a:lstStyle/>
          <a:p>
            <a:pPr marL="0" indent="0" algn="l">
              <a:spcAft>
                <a:spcPts val="0"/>
              </a:spcAft>
              <a:buNone/>
            </a:pPr>
            <a:r>
              <a:rPr lang="en-US" sz="1100" b="0" dirty="0">
                <a:solidFill>
                  <a:srgbClr val="5B6575"/>
                </a:solidFill>
                <a:latin typeface="DM Sans"/>
                <a:ea typeface="DM Sans"/>
                <a:cs typeface="DM Sans"/>
                <a:sym typeface="DM Sans"/>
              </a:rPr>
              <a:t>Formly asks about five groups</a:t>
            </a:r>
          </a:p>
        </p:txBody>
      </p:sp>
      <p:sp>
        <p:nvSpPr>
          <p:cNvPr id="515" name="Groups list"/>
          <p:cNvSpPr/>
          <p:nvPr/>
        </p:nvSpPr>
        <p:spPr>
          <a:xfrm>
            <a:off x="5892800" y="3124200"/>
            <a:ext cx="2794000" cy="1193800"/>
          </a:xfrm>
          <a:prstGeom prst="rect">
            <a:avLst/>
          </a:prstGeom>
          <a:noFill/>
          <a:ln>
            <a:noFill/>
          </a:ln>
        </p:spPr>
        <p:txBody>
          <a:bodyPr wrap="square" lIns="0" tIns="50800" rIns="0" bIns="50800" anchor="t">
            <a:noAutofit/>
          </a:bodyPr>
          <a:lstStyle/>
          <a:p>
            <a:pPr marL="114300" indent="-114300">
              <a:spcAft>
                <a:spcPts val="200"/>
              </a:spcAft>
              <a:buClr>
                <a:srgbClr val="0FA968"/>
              </a:buClr>
              <a:buFont typeface="Arial"/>
              <a:buChar char="•"/>
            </a:pPr>
            <a:r>
              <a:rPr lang="en-US" sz="1200" b="0" dirty="0">
                <a:solidFill>
                  <a:srgbClr val="0F1A2A"/>
                </a:solidFill>
                <a:latin typeface="DM Sans"/>
                <a:ea typeface="DM Sans"/>
                <a:cs typeface="DM Sans"/>
                <a:sym typeface="DM Sans"/>
              </a:rPr>
              <a:t>Contact and address</a:t>
            </a:r>
          </a:p>
          <a:p>
            <a:pPr marL="114300" indent="-114300">
              <a:spcAft>
                <a:spcPts val="200"/>
              </a:spcAft>
              <a:buClr>
                <a:srgbClr val="0FA968"/>
              </a:buClr>
              <a:buFont typeface="Arial"/>
              <a:buChar char="•"/>
            </a:pPr>
            <a:r>
              <a:rPr lang="en-US" sz="1200" b="0" dirty="0">
                <a:solidFill>
                  <a:srgbClr val="0F1A2A"/>
                </a:solidFill>
                <a:latin typeface="DM Sans"/>
                <a:ea typeface="DM Sans"/>
                <a:cs typeface="DM Sans"/>
                <a:sym typeface="DM Sans"/>
              </a:rPr>
              <a:t>IDs</a:t>
            </a:r>
          </a:p>
          <a:p>
            <a:pPr marL="114300" indent="-114300">
              <a:spcAft>
                <a:spcPts val="200"/>
              </a:spcAft>
              <a:buClr>
                <a:srgbClr val="0FA968"/>
              </a:buClr>
              <a:buFont typeface="Arial"/>
              <a:buChar char="•"/>
            </a:pPr>
            <a:r>
              <a:rPr lang="en-US" sz="1200" b="0" dirty="0">
                <a:solidFill>
                  <a:srgbClr val="0F1A2A"/>
                </a:solidFill>
                <a:latin typeface="DM Sans"/>
                <a:ea typeface="DM Sans"/>
                <a:cs typeface="DM Sans"/>
                <a:sym typeface="DM Sans"/>
              </a:rPr>
              <a:t>Payment card</a:t>
            </a:r>
          </a:p>
          <a:p>
            <a:pPr marL="114300" indent="-114300">
              <a:spcAft>
                <a:spcPts val="200"/>
              </a:spcAft>
              <a:buClr>
                <a:srgbClr val="0FA968"/>
              </a:buClr>
              <a:buFont typeface="Arial"/>
              <a:buChar char="•"/>
            </a:pPr>
            <a:r>
              <a:rPr lang="en-US" sz="1200" b="0" dirty="0">
                <a:solidFill>
                  <a:srgbClr val="0F1A2A"/>
                </a:solidFill>
                <a:latin typeface="DM Sans"/>
                <a:ea typeface="DM Sans"/>
                <a:cs typeface="DM Sans"/>
                <a:sym typeface="DM Sans"/>
              </a:rPr>
              <a:t>Work and income</a:t>
            </a:r>
          </a:p>
          <a:p>
            <a:pPr marL="114300" indent="-114300">
              <a:spcAft>
                <a:spcPts val="200"/>
              </a:spcAft>
              <a:buClr>
                <a:srgbClr val="0FA968"/>
              </a:buClr>
              <a:buFont typeface="Arial"/>
              <a:buChar char="•"/>
            </a:pPr>
            <a:r>
              <a:rPr lang="en-US" sz="1200" b="0" dirty="0">
                <a:solidFill>
                  <a:srgbClr val="0F1A2A"/>
                </a:solidFill>
                <a:latin typeface="DM Sans"/>
                <a:ea typeface="DM Sans"/>
                <a:cs typeface="DM Sans"/>
                <a:sym typeface="DM Sans"/>
              </a:rPr>
              <a:t>Phone and carrier</a:t>
            </a:r>
          </a:p>
        </p:txBody>
      </p:sp>
      <p:sp>
        <p:nvSpPr>
          <p:cNvPr id="516" name="Modes line"/>
          <p:cNvSpPr/>
          <p:nvPr/>
        </p:nvSpPr>
        <p:spPr>
          <a:xfrm>
            <a:off x="457200" y="4419600"/>
            <a:ext cx="8229600" cy="254000"/>
          </a:xfrm>
          <a:prstGeom prst="rect">
            <a:avLst/>
          </a:prstGeom>
          <a:noFill/>
          <a:ln>
            <a:noFill/>
          </a:ln>
        </p:spPr>
        <p:txBody>
          <a:bodyPr wrap="square" lIns="0" tIns="50800" rIns="0" bIns="50800" anchor="ctr">
            <a:noAutofit/>
          </a:bodyPr>
          <a:lstStyle/>
          <a:p>
            <a:pPr marL="0" indent="0" algn="l">
              <a:spcAft>
                <a:spcPts val="0"/>
              </a:spcAft>
              <a:buNone/>
            </a:pPr>
            <a:r>
              <a:rPr lang="en-US" sz="1200" b="0" dirty="0">
                <a:solidFill>
                  <a:srgbClr val="5B6575"/>
                </a:solidFill>
                <a:latin typeface="DM Sans"/>
                <a:ea typeface="DM Sans"/>
                <a:cs typeface="DM Sans"/>
                <a:sym typeface="DM Sans"/>
              </a:rPr>
              <a:t>Auto mode asks before IDs and cards. Share everything never asks.</a:t>
            </a:r>
          </a:p>
        </p:txBody>
      </p:sp>
    </p:spTree>
    <p:extLst>
      <p:ext uri="{BB962C8B-B14F-4D97-AF65-F5344CB8AC3E}">
        <p14:creationId xmlns:p14="http://schemas.microsoft.com/office/powerpoint/2010/main" val="355239481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6F7F9"/>
        </a:solidFill>
        <a:effectLst/>
      </p:bgPr>
    </p:bg>
    <p:spTree>
      <p:nvGrpSpPr>
        <p:cNvPr id="1" name="Shape 165"/>
        <p:cNvGrpSpPr/>
        <p:nvPr/>
      </p:nvGrpSpPr>
      <p:grpSpPr>
        <a:xfrm>
          <a:off x="0" y="0"/>
          <a:ext cx="0" cy="0"/>
          <a:chOff x="0" y="0"/>
          <a:chExt cx="0" cy="0"/>
        </a:xfrm>
      </p:grpSpPr>
      <p:sp>
        <p:nvSpPr>
          <p:cNvPr id="166" name="Google Shape;166;p18"/>
          <p:cNvSpPr txBox="1"/>
          <p:nvPr/>
        </p:nvSpPr>
        <p:spPr>
          <a:xfrm>
            <a:off x="320040" y="304800"/>
            <a:ext cx="8503800" cy="1028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800" b="0">
                <a:solidFill>
                  <a:srgbClr val="0F1A2A"/>
                </a:solidFill>
                <a:latin typeface="Sora SemiBold"/>
                <a:ea typeface="Sora SemiBold"/>
                <a:cs typeface="Sora SemiBold"/>
                <a:sym typeface="Sora SemiBold"/>
              </a:rPr>
              <a:t>Others fill a slice. Formly fills the form</a:t>
            </a:r>
            <a:endParaRPr sz="2700" b="0">
              <a:solidFill>
                <a:srgbClr val="0F1A2A"/>
              </a:solidFill>
              <a:latin typeface="Sora SemiBold"/>
              <a:ea typeface="Sora SemiBold"/>
              <a:cs typeface="Sora SemiBold"/>
              <a:sym typeface="Sora SemiBold"/>
            </a:endParaRPr>
          </a:p>
        </p:txBody>
      </p:sp>
      <p:graphicFrame>
        <p:nvGraphicFramePr>
          <p:cNvPr id="500" name="Comparison table"/>
          <p:cNvGraphicFramePr>
            <a:graphicFrameLocks noGrp="1"/>
          </p:cNvGraphicFramePr>
          <p:nvPr/>
        </p:nvGraphicFramePr>
        <p:xfrm>
          <a:off x="457200" y="1498600"/>
          <a:ext cx="8229600" cy="2844800"/>
        </p:xfrm>
        <a:graphic>
          <a:graphicData uri="http://schemas.openxmlformats.org/drawingml/2006/table">
            <a:tbl>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711200">
                <a:tc>
                  <a:txBody>
                    <a:bodyPr/>
                    <a:lstStyle/>
                    <a:p>
                      <a:pPr algn="l"/>
                      <a:r>
                        <a:rPr lang="en-US" sz="1500" b="0" dirty="0">
                          <a:solidFill>
                            <a:srgbClr val="0F1A2A"/>
                          </a:solidFill>
                          <a:latin typeface="Sora SemiBold"/>
                          <a:ea typeface="Sora SemiBold"/>
                          <a:cs typeface="Sora SemiBold"/>
                          <a:sym typeface="Sora SemiBold"/>
                        </a:rPr>
                        <a:t>Browser autofill</a:t>
                      </a:r>
                    </a:p>
                  </a:txBody>
                  <a:tcPr marL="177800" marR="177800" marT="76200" marB="76200" anchor="ctr">
                    <a:lnL w="12700">
                      <a:noFill/>
                    </a:lnL>
                    <a:lnR w="12700">
                      <a:noFill/>
                    </a:lnR>
                    <a:lnT w="12700">
                      <a:noFill/>
                    </a:lnT>
                    <a:lnB w="12700">
                      <a:solidFill>
                        <a:srgbClr val="E5E7EB"/>
                      </a:solidFill>
                    </a:lnB>
                    <a:noFill/>
                  </a:tcPr>
                </a:tc>
                <a:tc>
                  <a:txBody>
                    <a:bodyPr/>
                    <a:lstStyle/>
                    <a:p>
                      <a:pPr algn="l"/>
                      <a:r>
                        <a:rPr lang="en-US" sz="1500" b="0" dirty="0">
                          <a:solidFill>
                            <a:srgbClr val="0F1A2A"/>
                          </a:solidFill>
                          <a:latin typeface="DM Sans"/>
                          <a:ea typeface="DM Sans"/>
                          <a:cs typeface="DM Sans"/>
                          <a:sym typeface="DM Sans"/>
                        </a:rPr>
                        <a:t>Fills name, address and card</a:t>
                      </a:r>
                    </a:p>
                  </a:txBody>
                  <a:tcPr marL="177800" marR="177800" marT="76200" marB="76200" anchor="ctr">
                    <a:lnL w="12700">
                      <a:noFill/>
                    </a:lnL>
                    <a:lnR w="12700">
                      <a:noFill/>
                    </a:lnR>
                    <a:lnT w="12700">
                      <a:noFill/>
                    </a:lnT>
                    <a:lnB w="12700">
                      <a:solidFill>
                        <a:srgbClr val="E5E7EB"/>
                      </a:solidFill>
                    </a:lnB>
                    <a:noFill/>
                  </a:tcPr>
                </a:tc>
                <a:extLst>
                  <a:ext uri="{0D108BD9-81ED-4DB2-BD59-A6C34878D82A}">
                    <a16:rowId xmlns:a16="http://schemas.microsoft.com/office/drawing/2014/main" val="10000"/>
                  </a:ext>
                </a:extLst>
              </a:tr>
              <a:tr h="711200">
                <a:tc>
                  <a:txBody>
                    <a:bodyPr/>
                    <a:lstStyle/>
                    <a:p>
                      <a:pPr algn="l"/>
                      <a:r>
                        <a:rPr lang="en-US" sz="1500" b="0" dirty="0">
                          <a:solidFill>
                            <a:srgbClr val="0F1A2A"/>
                          </a:solidFill>
                          <a:latin typeface="Sora SemiBold"/>
                          <a:ea typeface="Sora SemiBold"/>
                          <a:cs typeface="Sora SemiBold"/>
                          <a:sym typeface="Sora SemiBold"/>
                        </a:rPr>
                        <a:t>Password managers</a:t>
                      </a:r>
                    </a:p>
                  </a:txBody>
                  <a:tcPr marL="177800" marR="177800" marT="76200" marB="76200" anchor="ctr">
                    <a:lnL w="12700">
                      <a:noFill/>
                    </a:lnL>
                    <a:lnR w="12700">
                      <a:noFill/>
                    </a:lnR>
                    <a:lnT w="12700" cap="flat" cmpd="sng" algn="ctr">
                      <a:solidFill>
                        <a:srgbClr val="E5E7EB"/>
                      </a:solidFill>
                      <a:prstDash val="solid"/>
                      <a:round/>
                      <a:headEnd type="none" w="med" len="med"/>
                      <a:tailEnd type="none" w="med" len="med"/>
                    </a:lnT>
                    <a:lnB w="12700">
                      <a:solidFill>
                        <a:srgbClr val="E5E7EB"/>
                      </a:solidFill>
                    </a:lnB>
                    <a:noFill/>
                  </a:tcPr>
                </a:tc>
                <a:tc>
                  <a:txBody>
                    <a:bodyPr/>
                    <a:lstStyle/>
                    <a:p>
                      <a:pPr algn="l"/>
                      <a:r>
                        <a:rPr lang="en-US" sz="1500" b="0" dirty="0">
                          <a:solidFill>
                            <a:srgbClr val="0F1A2A"/>
                          </a:solidFill>
                          <a:latin typeface="DM Sans"/>
                          <a:ea typeface="DM Sans"/>
                          <a:cs typeface="DM Sans"/>
                          <a:sym typeface="DM Sans"/>
                        </a:rPr>
                        <a:t>Fill logins and saved identities</a:t>
                      </a:r>
                    </a:p>
                  </a:txBody>
                  <a:tcPr marL="177800" marR="177800" marT="76200" marB="76200" anchor="ctr">
                    <a:lnL w="12700">
                      <a:noFill/>
                    </a:lnL>
                    <a:lnR w="12700">
                      <a:noFill/>
                    </a:lnR>
                    <a:lnT w="12700" cap="flat" cmpd="sng" algn="ctr">
                      <a:solidFill>
                        <a:srgbClr val="E5E7EB"/>
                      </a:solidFill>
                      <a:prstDash val="solid"/>
                      <a:round/>
                      <a:headEnd type="none" w="med" len="med"/>
                      <a:tailEnd type="none" w="med" len="med"/>
                    </a:lnT>
                    <a:lnB w="12700">
                      <a:solidFill>
                        <a:srgbClr val="E5E7EB"/>
                      </a:solidFill>
                    </a:lnB>
                    <a:noFill/>
                  </a:tcPr>
                </a:tc>
                <a:extLst>
                  <a:ext uri="{0D108BD9-81ED-4DB2-BD59-A6C34878D82A}">
                    <a16:rowId xmlns:a16="http://schemas.microsoft.com/office/drawing/2014/main" val="10001"/>
                  </a:ext>
                </a:extLst>
              </a:tr>
              <a:tr h="711200">
                <a:tc>
                  <a:txBody>
                    <a:bodyPr/>
                    <a:lstStyle/>
                    <a:p>
                      <a:pPr algn="l"/>
                      <a:r>
                        <a:rPr lang="en-US" sz="1500" b="0" dirty="0">
                          <a:solidFill>
                            <a:srgbClr val="0F1A2A"/>
                          </a:solidFill>
                          <a:latin typeface="Sora SemiBold"/>
                          <a:ea typeface="Sora SemiBold"/>
                          <a:cs typeface="Sora SemiBold"/>
                          <a:sym typeface="Sora SemiBold"/>
                        </a:rPr>
                        <a:t>Plaid</a:t>
                      </a:r>
                    </a:p>
                  </a:txBody>
                  <a:tcPr marL="177800" marR="177800" marT="76200" marB="76200" anchor="ctr">
                    <a:lnL w="12700">
                      <a:noFill/>
                    </a:lnL>
                    <a:lnR w="12700">
                      <a:noFill/>
                    </a:lnR>
                    <a:lnT w="12700" cap="flat" cmpd="sng" algn="ctr">
                      <a:solidFill>
                        <a:srgbClr val="E5E7EB"/>
                      </a:solidFill>
                      <a:prstDash val="solid"/>
                      <a:round/>
                      <a:headEnd type="none" w="med" len="med"/>
                      <a:tailEnd type="none" w="med" len="med"/>
                    </a:lnT>
                    <a:lnB w="12700">
                      <a:solidFill>
                        <a:srgbClr val="E5E7EB"/>
                      </a:solidFill>
                    </a:lnB>
                    <a:noFill/>
                  </a:tcPr>
                </a:tc>
                <a:tc>
                  <a:txBody>
                    <a:bodyPr/>
                    <a:lstStyle/>
                    <a:p>
                      <a:pPr algn="l"/>
                      <a:r>
                        <a:rPr lang="en-US" sz="1500" b="0" dirty="0">
                          <a:solidFill>
                            <a:srgbClr val="0F1A2A"/>
                          </a:solidFill>
                          <a:latin typeface="DM Sans"/>
                          <a:ea typeface="DM Sans"/>
                          <a:cs typeface="DM Sans"/>
                          <a:sym typeface="DM Sans"/>
                        </a:rPr>
                        <a:t>Shares bank data with apps</a:t>
                      </a:r>
                    </a:p>
                  </a:txBody>
                  <a:tcPr marL="177800" marR="177800" marT="76200" marB="76200" anchor="ctr">
                    <a:lnL w="12700">
                      <a:noFill/>
                    </a:lnL>
                    <a:lnR w="12700">
                      <a:noFill/>
                    </a:lnR>
                    <a:lnT w="12700" cap="flat" cmpd="sng" algn="ctr">
                      <a:solidFill>
                        <a:srgbClr val="E5E7EB"/>
                      </a:solidFill>
                      <a:prstDash val="solid"/>
                      <a:round/>
                      <a:headEnd type="none" w="med" len="med"/>
                      <a:tailEnd type="none" w="med" len="med"/>
                    </a:lnT>
                    <a:lnB w="12700">
                      <a:solidFill>
                        <a:srgbClr val="E5E7EB"/>
                      </a:solidFill>
                    </a:lnB>
                    <a:noFill/>
                  </a:tcPr>
                </a:tc>
                <a:extLst>
                  <a:ext uri="{0D108BD9-81ED-4DB2-BD59-A6C34878D82A}">
                    <a16:rowId xmlns:a16="http://schemas.microsoft.com/office/drawing/2014/main" val="10002"/>
                  </a:ext>
                </a:extLst>
              </a:tr>
              <a:tr h="711200">
                <a:tc>
                  <a:txBody>
                    <a:bodyPr/>
                    <a:lstStyle/>
                    <a:p>
                      <a:pPr algn="l"/>
                      <a:r>
                        <a:rPr lang="en-US" sz="1500" b="0" dirty="0">
                          <a:solidFill>
                            <a:srgbClr val="0B7D4D"/>
                          </a:solidFill>
                          <a:latin typeface="Sora SemiBold"/>
                          <a:ea typeface="Sora SemiBold"/>
                          <a:cs typeface="Sora SemiBold"/>
                          <a:sym typeface="Sora SemiBold"/>
                        </a:rPr>
                        <a:t>Formly</a:t>
                      </a:r>
                    </a:p>
                  </a:txBody>
                  <a:tcPr marL="177800" marR="177800" marT="76200" marB="76200" anchor="ctr">
                    <a:lnL w="12700">
                      <a:noFill/>
                    </a:lnL>
                    <a:lnR w="12700">
                      <a:noFill/>
                    </a:lnR>
                    <a:lnT w="12700" cap="flat" cmpd="sng" algn="ctr">
                      <a:solidFill>
                        <a:srgbClr val="E5E7EB"/>
                      </a:solidFill>
                      <a:prstDash val="solid"/>
                      <a:round/>
                      <a:headEnd type="none" w="med" len="med"/>
                      <a:tailEnd type="none" w="med" len="med"/>
                    </a:lnT>
                    <a:lnB w="12700">
                      <a:noFill/>
                    </a:lnB>
                    <a:solidFill>
                      <a:srgbClr val="E3F5EC"/>
                    </a:solidFill>
                  </a:tcPr>
                </a:tc>
                <a:tc>
                  <a:txBody>
                    <a:bodyPr/>
                    <a:lstStyle/>
                    <a:p>
                      <a:pPr algn="l"/>
                      <a:r>
                        <a:rPr lang="en-US" sz="1500" b="0" dirty="0">
                          <a:solidFill>
                            <a:srgbClr val="0F1A2A"/>
                          </a:solidFill>
                          <a:latin typeface="DM Sans"/>
                          <a:ea typeface="DM Sans"/>
                          <a:cs typeface="DM Sans"/>
                          <a:sym typeface="DM Sans"/>
                        </a:rPr>
                        <a:t>Fills any field, from your own documents, with a source and your approval</a:t>
                      </a:r>
                    </a:p>
                  </a:txBody>
                  <a:tcPr marL="177800" marR="177800" marT="76200" marB="76200" anchor="ctr">
                    <a:lnL w="12700">
                      <a:noFill/>
                    </a:lnL>
                    <a:lnR w="12700">
                      <a:noFill/>
                    </a:lnR>
                    <a:lnT w="12700" cap="flat" cmpd="sng" algn="ctr">
                      <a:solidFill>
                        <a:srgbClr val="E5E7EB"/>
                      </a:solidFill>
                      <a:prstDash val="solid"/>
                      <a:round/>
                      <a:headEnd type="none" w="med" len="med"/>
                      <a:tailEnd type="none" w="med" len="med"/>
                    </a:lnT>
                    <a:lnB w="12700">
                      <a:noFill/>
                    </a:lnB>
                    <a:solidFill>
                      <a:srgbClr val="E3F5E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2553312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6F7F9"/>
        </a:solidFill>
        <a:effectLst/>
      </p:bgPr>
    </p:bg>
    <p:spTree>
      <p:nvGrpSpPr>
        <p:cNvPr id="1" name="Shape 165"/>
        <p:cNvGrpSpPr/>
        <p:nvPr/>
      </p:nvGrpSpPr>
      <p:grpSpPr>
        <a:xfrm>
          <a:off x="0" y="0"/>
          <a:ext cx="0" cy="0"/>
          <a:chOff x="0" y="0"/>
          <a:chExt cx="0" cy="0"/>
        </a:xfrm>
      </p:grpSpPr>
      <p:sp>
        <p:nvSpPr>
          <p:cNvPr id="166" name="Google Shape;166;p18"/>
          <p:cNvSpPr txBox="1"/>
          <p:nvPr/>
        </p:nvSpPr>
        <p:spPr>
          <a:xfrm>
            <a:off x="320040" y="304800"/>
            <a:ext cx="8503800" cy="1028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800" b="0">
                <a:solidFill>
                  <a:srgbClr val="0F1A2A"/>
                </a:solidFill>
                <a:latin typeface="Sora SemiBold"/>
                <a:ea typeface="Sora SemiBold"/>
                <a:cs typeface="Sora SemiBold"/>
                <a:sym typeface="Sora SemiBold"/>
              </a:rPr>
              <a:t>Paid per finished sign-up</a:t>
            </a:r>
            <a:endParaRPr sz="2700" b="0">
              <a:solidFill>
                <a:srgbClr val="0F1A2A"/>
              </a:solidFill>
              <a:latin typeface="Sora SemiBold"/>
              <a:ea typeface="Sora SemiBold"/>
              <a:cs typeface="Sora SemiBold"/>
              <a:sym typeface="Sora SemiBold"/>
            </a:endParaRPr>
          </a:p>
        </p:txBody>
      </p:sp>
      <p:sp>
        <p:nvSpPr>
          <p:cNvPr id="500" name="Person"/>
          <p:cNvSpPr/>
          <p:nvPr/>
        </p:nvSpPr>
        <p:spPr>
          <a:xfrm>
            <a:off x="457200" y="1587500"/>
            <a:ext cx="2286000" cy="1524000"/>
          </a:xfrm>
          <a:prstGeom prst="roundRect">
            <a:avLst>
              <a:gd name="adj" fmla="val 10000"/>
            </a:avLst>
          </a:prstGeom>
          <a:solidFill>
            <a:srgbClr val="FFFFFF"/>
          </a:solidFill>
          <a:ln w="12700">
            <a:solidFill>
              <a:srgbClr val="E5E7EB"/>
            </a:solidFill>
          </a:ln>
        </p:spPr>
        <p:txBody>
          <a:bodyPr wrap="square" lIns="101600" tIns="50800" rIns="101600" bIns="50800" anchor="ctr">
            <a:noAutofit/>
          </a:bodyPr>
          <a:lstStyle/>
          <a:p>
            <a:pPr marL="0" indent="0" algn="ctr">
              <a:spcAft>
                <a:spcPts val="300"/>
              </a:spcAft>
              <a:buNone/>
            </a:pPr>
            <a:r>
              <a:rPr lang="en-US" sz="1600" b="0" dirty="0">
                <a:solidFill>
                  <a:srgbClr val="0F1A2A"/>
                </a:solidFill>
                <a:latin typeface="Sora SemiBold"/>
                <a:ea typeface="Sora SemiBold"/>
                <a:cs typeface="Sora SemiBold"/>
                <a:sym typeface="Sora SemiBold"/>
              </a:rPr>
              <a:t>Person</a:t>
            </a:r>
          </a:p>
          <a:p>
            <a:pPr marL="0" indent="0" algn="ctr">
              <a:spcAft>
                <a:spcPts val="0"/>
              </a:spcAft>
              <a:buNone/>
            </a:pPr>
            <a:r>
              <a:rPr lang="en-US" sz="1400" b="0" dirty="0">
                <a:solidFill>
                  <a:srgbClr val="5B6575"/>
                </a:solidFill>
                <a:latin typeface="DM Sans"/>
                <a:ea typeface="DM Sans"/>
                <a:cs typeface="DM Sans"/>
                <a:sym typeface="DM Sans"/>
              </a:rPr>
              <a:t>Free</a:t>
            </a:r>
          </a:p>
        </p:txBody>
      </p:sp>
      <p:sp>
        <p:nvSpPr>
          <p:cNvPr id="501" name="Formly"/>
          <p:cNvSpPr/>
          <p:nvPr/>
        </p:nvSpPr>
        <p:spPr>
          <a:xfrm>
            <a:off x="3429000" y="1587500"/>
            <a:ext cx="2286000" cy="1524000"/>
          </a:xfrm>
          <a:prstGeom prst="roundRect">
            <a:avLst>
              <a:gd name="adj" fmla="val 10000"/>
            </a:avLst>
          </a:prstGeom>
          <a:solidFill>
            <a:srgbClr val="FFFFFF"/>
          </a:solidFill>
          <a:ln w="25400">
            <a:solidFill>
              <a:srgbClr val="0FA968"/>
            </a:solidFill>
          </a:ln>
        </p:spPr>
        <p:txBody>
          <a:bodyPr wrap="square" lIns="101600" tIns="50800" rIns="101600" bIns="50800" anchor="ctr">
            <a:noAutofit/>
          </a:bodyPr>
          <a:lstStyle/>
          <a:p>
            <a:pPr marL="0" indent="0" algn="ctr">
              <a:spcAft>
                <a:spcPts val="0"/>
              </a:spcAft>
              <a:buNone/>
            </a:pPr>
            <a:r>
              <a:rPr lang="en-US" sz="1800" b="0" dirty="0">
                <a:solidFill>
                  <a:srgbClr val="0B7D4D"/>
                </a:solidFill>
                <a:latin typeface="Sora SemiBold"/>
                <a:ea typeface="Sora SemiBold"/>
                <a:cs typeface="Sora SemiBold"/>
                <a:sym typeface="Sora SemiBold"/>
              </a:rPr>
              <a:t>Formly</a:t>
            </a:r>
          </a:p>
        </p:txBody>
      </p:sp>
      <p:sp>
        <p:nvSpPr>
          <p:cNvPr id="502" name="Business"/>
          <p:cNvSpPr/>
          <p:nvPr/>
        </p:nvSpPr>
        <p:spPr>
          <a:xfrm>
            <a:off x="6400800" y="1587500"/>
            <a:ext cx="2286000" cy="1524000"/>
          </a:xfrm>
          <a:prstGeom prst="roundRect">
            <a:avLst>
              <a:gd name="adj" fmla="val 10000"/>
            </a:avLst>
          </a:prstGeom>
          <a:solidFill>
            <a:srgbClr val="FFFFFF"/>
          </a:solidFill>
          <a:ln w="12700">
            <a:solidFill>
              <a:srgbClr val="E5E7EB"/>
            </a:solidFill>
          </a:ln>
        </p:spPr>
        <p:txBody>
          <a:bodyPr wrap="square" lIns="101600" tIns="50800" rIns="101600" bIns="50800" anchor="ctr">
            <a:noAutofit/>
          </a:bodyPr>
          <a:lstStyle/>
          <a:p>
            <a:pPr marL="0" indent="0" algn="ctr">
              <a:spcAft>
                <a:spcPts val="300"/>
              </a:spcAft>
              <a:buNone/>
            </a:pPr>
            <a:r>
              <a:rPr lang="en-US" sz="1600" b="0" dirty="0">
                <a:solidFill>
                  <a:srgbClr val="0F1A2A"/>
                </a:solidFill>
                <a:latin typeface="Sora SemiBold"/>
                <a:ea typeface="Sora SemiBold"/>
                <a:cs typeface="Sora SemiBold"/>
                <a:sym typeface="Sora SemiBold"/>
              </a:rPr>
              <a:t>Business</a:t>
            </a:r>
          </a:p>
          <a:p>
            <a:pPr marL="0" indent="0" algn="ctr">
              <a:spcAft>
                <a:spcPts val="300"/>
              </a:spcAft>
              <a:buNone/>
            </a:pPr>
            <a:r>
              <a:rPr lang="en-US" sz="1300" b="0" dirty="0">
                <a:solidFill>
                  <a:srgbClr val="0F1A2A"/>
                </a:solidFill>
                <a:latin typeface="DM Sans"/>
                <a:ea typeface="DM Sans"/>
                <a:cs typeface="DM Sans"/>
                <a:sym typeface="DM Sans"/>
              </a:rPr>
              <a:t>Pays per completed form</a:t>
            </a:r>
          </a:p>
        </p:txBody>
      </p:sp>
      <p:cxnSp>
        <p:nvCxnSpPr>
          <p:cNvPr id="503" name="Arrow"/>
          <p:cNvCxnSpPr/>
          <p:nvPr/>
        </p:nvCxnSpPr>
        <p:spPr>
          <a:xfrm>
            <a:off x="2794000" y="2349500"/>
            <a:ext cx="584200" cy="0"/>
          </a:xfrm>
          <a:prstGeom prst="straightConnector1">
            <a:avLst/>
          </a:prstGeom>
          <a:ln w="19050">
            <a:solidFill>
              <a:srgbClr val="5B6575"/>
            </a:solidFill>
            <a:tailEnd type="triangle" w="med" len="med"/>
          </a:ln>
        </p:spPr>
      </p:cxnSp>
      <p:cxnSp>
        <p:nvCxnSpPr>
          <p:cNvPr id="504" name="Arrow"/>
          <p:cNvCxnSpPr/>
          <p:nvPr/>
        </p:nvCxnSpPr>
        <p:spPr>
          <a:xfrm flipH="1">
            <a:off x="5765800" y="2349500"/>
            <a:ext cx="584200" cy="0"/>
          </a:xfrm>
          <a:prstGeom prst="straightConnector1">
            <a:avLst/>
          </a:prstGeom>
          <a:ln w="19050">
            <a:solidFill>
              <a:srgbClr val="5B6575"/>
            </a:solidFill>
            <a:tailEnd type="triangle" w="med" len="med"/>
          </a:ln>
        </p:spPr>
      </p:cxnSp>
      <p:sp>
        <p:nvSpPr>
          <p:cNvPr id="505" name="Value line"/>
          <p:cNvSpPr/>
          <p:nvPr/>
        </p:nvSpPr>
        <p:spPr>
          <a:xfrm>
            <a:off x="457200" y="3556000"/>
            <a:ext cx="8229600" cy="330200"/>
          </a:xfrm>
          <a:prstGeom prst="rect">
            <a:avLst/>
          </a:prstGeom>
          <a:noFill/>
          <a:ln>
            <a:noFill/>
          </a:ln>
        </p:spPr>
        <p:txBody>
          <a:bodyPr wrap="square" lIns="0" tIns="50800" rIns="0" bIns="50800" anchor="ctr">
            <a:noAutofit/>
          </a:bodyPr>
          <a:lstStyle/>
          <a:p>
            <a:pPr marL="0" indent="0" algn="l">
              <a:spcAft>
                <a:spcPts val="0"/>
              </a:spcAft>
              <a:buNone/>
            </a:pPr>
            <a:r>
              <a:rPr lang="en-US" sz="1600" b="0" dirty="0">
                <a:solidFill>
                  <a:srgbClr val="0F1A2A"/>
                </a:solidFill>
                <a:latin typeface="DM Sans"/>
                <a:ea typeface="DM Sans"/>
                <a:cs typeface="DM Sans"/>
                <a:sym typeface="DM Sans"/>
              </a:rPr>
              <a:t>Each new T‑Mobile account is worth $1,835 a year.</a:t>
            </a:r>
          </a:p>
        </p:txBody>
      </p:sp>
    </p:spTree>
    <p:extLst>
      <p:ext uri="{BB962C8B-B14F-4D97-AF65-F5344CB8AC3E}">
        <p14:creationId xmlns:p14="http://schemas.microsoft.com/office/powerpoint/2010/main" val="39292098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6F7F9"/>
        </a:solidFill>
        <a:effectLst/>
      </p:bgPr>
    </p:bg>
    <p:spTree>
      <p:nvGrpSpPr>
        <p:cNvPr id="1" name="Shape 165"/>
        <p:cNvGrpSpPr/>
        <p:nvPr/>
      </p:nvGrpSpPr>
      <p:grpSpPr>
        <a:xfrm>
          <a:off x="0" y="0"/>
          <a:ext cx="0" cy="0"/>
          <a:chOff x="0" y="0"/>
          <a:chExt cx="0" cy="0"/>
        </a:xfrm>
      </p:grpSpPr>
      <p:sp>
        <p:nvSpPr>
          <p:cNvPr id="166" name="Google Shape;166;p18"/>
          <p:cNvSpPr txBox="1"/>
          <p:nvPr/>
        </p:nvSpPr>
        <p:spPr>
          <a:xfrm>
            <a:off x="320040" y="304800"/>
            <a:ext cx="8503800" cy="1028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800" b="0">
                <a:solidFill>
                  <a:srgbClr val="0F1A2A"/>
                </a:solidFill>
                <a:latin typeface="Sora SemiBold"/>
                <a:ea typeface="Sora SemiBold"/>
                <a:cs typeface="Sora SemiBold"/>
                <a:sym typeface="Sora SemiBold"/>
              </a:rPr>
              <a:t>Built in 24 hours</a:t>
            </a:r>
            <a:endParaRPr sz="2700" b="0">
              <a:solidFill>
                <a:srgbClr val="0F1A2A"/>
              </a:solidFill>
              <a:latin typeface="Sora SemiBold"/>
              <a:ea typeface="Sora SemiBold"/>
              <a:cs typeface="Sora SemiBold"/>
              <a:sym typeface="Sora SemiBold"/>
            </a:endParaRPr>
          </a:p>
        </p:txBody>
      </p:sp>
      <p:sp>
        <p:nvSpPr>
          <p:cNvPr id="500" name="Live today card"/>
          <p:cNvSpPr/>
          <p:nvPr/>
        </p:nvSpPr>
        <p:spPr>
          <a:xfrm>
            <a:off x="457200" y="1244600"/>
            <a:ext cx="4013200" cy="3454400"/>
          </a:xfrm>
          <a:prstGeom prst="roundRect">
            <a:avLst>
              <a:gd name="adj" fmla="val 4412"/>
            </a:avLst>
          </a:prstGeom>
          <a:solidFill>
            <a:srgbClr val="FFFFFF"/>
          </a:solidFill>
          <a:ln w="19050">
            <a:solidFill>
              <a:srgbClr val="0FA968"/>
            </a:solidFill>
          </a:ln>
        </p:spPr>
        <p:txBody>
          <a:bodyPr wrap="square" lIns="228600" tIns="203200" rIns="228600" bIns="50800" anchor="t">
            <a:noAutofit/>
          </a:bodyPr>
          <a:lstStyle/>
          <a:p>
            <a:pPr marL="0" indent="0" algn="l">
              <a:spcAft>
                <a:spcPts val="800"/>
              </a:spcAft>
              <a:buNone/>
            </a:pPr>
            <a:r>
              <a:rPr lang="en-US" sz="1500" b="0" dirty="0">
                <a:solidFill>
                  <a:srgbClr val="0B7D4D"/>
                </a:solidFill>
                <a:latin typeface="Sora SemiBold"/>
                <a:ea typeface="Sora SemiBold"/>
                <a:cs typeface="Sora SemiBold"/>
                <a:sym typeface="Sora SemiBold"/>
              </a:rPr>
              <a:t>Live today</a:t>
            </a:r>
          </a:p>
          <a:p>
            <a:pPr marL="171450" indent="-171450">
              <a:spcAft>
                <a:spcPts val="500"/>
              </a:spcAft>
              <a:buClr>
                <a:srgbClr val="0FA968"/>
              </a:buClr>
              <a:buFont typeface="Arial"/>
              <a:buChar char="•"/>
            </a:pPr>
            <a:r>
              <a:rPr lang="en-US" sz="1300" b="0" dirty="0">
                <a:solidFill>
                  <a:srgbClr val="0F1A2A"/>
                </a:solidFill>
                <a:latin typeface="DM Sans"/>
                <a:ea typeface="DM Sans"/>
                <a:cs typeface="DM Sans"/>
                <a:sym typeface="DM Sans"/>
              </a:rPr>
              <a:t>Four demo forms: T‑Mobile, Chase, SpaceXAI, CA DMV</a:t>
            </a:r>
          </a:p>
          <a:p>
            <a:pPr marL="171450" indent="-171450">
              <a:spcAft>
                <a:spcPts val="500"/>
              </a:spcAft>
              <a:buClr>
                <a:srgbClr val="0FA968"/>
              </a:buClr>
              <a:buFont typeface="Arial"/>
              <a:buChar char="•"/>
            </a:pPr>
            <a:r>
              <a:rPr lang="en-US" sz="1300" b="0" dirty="0">
                <a:solidFill>
                  <a:srgbClr val="0F1A2A"/>
                </a:solidFill>
                <a:latin typeface="DM Sans"/>
                <a:ea typeface="DM Sans"/>
                <a:cs typeface="DM Sans"/>
                <a:sym typeface="DM Sans"/>
              </a:rPr>
              <a:t>The Formly popup, Google and iCloud sign-in</a:t>
            </a:r>
          </a:p>
          <a:p>
            <a:pPr marL="171450" indent="-171450">
              <a:spcAft>
                <a:spcPts val="500"/>
              </a:spcAft>
              <a:buClr>
                <a:srgbClr val="0FA968"/>
              </a:buClr>
              <a:buFont typeface="Arial"/>
              <a:buChar char="•"/>
            </a:pPr>
            <a:r>
              <a:rPr lang="en-US" sz="1300" b="0" dirty="0">
                <a:solidFill>
                  <a:srgbClr val="0F1A2A"/>
                </a:solidFill>
                <a:latin typeface="DM Sans"/>
                <a:ea typeface="DM Sans"/>
                <a:cs typeface="DM Sans"/>
                <a:sym typeface="DM Sans"/>
              </a:rPr>
              <a:t>Upload of PDFs, photos, docs and text</a:t>
            </a:r>
          </a:p>
          <a:p>
            <a:pPr marL="171450" indent="-171450">
              <a:spcAft>
                <a:spcPts val="500"/>
              </a:spcAft>
              <a:buClr>
                <a:srgbClr val="0FA968"/>
              </a:buClr>
              <a:buFont typeface="Arial"/>
              <a:buChar char="•"/>
            </a:pPr>
            <a:r>
              <a:rPr lang="en-US" sz="1300" b="0" dirty="0">
                <a:solidFill>
                  <a:srgbClr val="0F1A2A"/>
                </a:solidFill>
                <a:latin typeface="DM Sans"/>
                <a:ea typeface="DM Sans"/>
                <a:cs typeface="DM Sans"/>
                <a:sym typeface="DM Sans"/>
              </a:rPr>
              <a:t>Gemini reading, a twin with sources</a:t>
            </a:r>
          </a:p>
          <a:p>
            <a:pPr marL="171450" indent="-171450">
              <a:spcAft>
                <a:spcPts val="500"/>
              </a:spcAft>
              <a:buClr>
                <a:srgbClr val="0FA968"/>
              </a:buClr>
              <a:buFont typeface="Arial"/>
              <a:buChar char="•"/>
            </a:pPr>
            <a:r>
              <a:rPr lang="en-US" sz="1300" b="0" dirty="0">
                <a:solidFill>
                  <a:srgbClr val="0F1A2A"/>
                </a:solidFill>
                <a:latin typeface="DM Sans"/>
                <a:ea typeface="DM Sans"/>
                <a:cs typeface="DM Sans"/>
                <a:sym typeface="DM Sans"/>
              </a:rPr>
              <a:t>All 30 T‑Mobile fields filled</a:t>
            </a:r>
          </a:p>
          <a:p>
            <a:pPr marL="171450" indent="-171450">
              <a:spcAft>
                <a:spcPts val="500"/>
              </a:spcAft>
              <a:buClr>
                <a:srgbClr val="0FA968"/>
              </a:buClr>
              <a:buFont typeface="Arial"/>
              <a:buChar char="•"/>
            </a:pPr>
            <a:r>
              <a:rPr lang="en-US" sz="1300" b="0" dirty="0">
                <a:solidFill>
                  <a:srgbClr val="0F1A2A"/>
                </a:solidFill>
                <a:latin typeface="DM Sans"/>
                <a:ea typeface="DM Sans"/>
                <a:cs typeface="DM Sans"/>
                <a:sym typeface="DM Sans"/>
              </a:rPr>
              <a:t>Grouped permission prompts</a:t>
            </a:r>
          </a:p>
          <a:p>
            <a:pPr marL="171450" indent="-171450">
              <a:spcAft>
                <a:spcPts val="500"/>
              </a:spcAft>
              <a:buClr>
                <a:srgbClr val="0FA968"/>
              </a:buClr>
              <a:buFont typeface="Arial"/>
              <a:buChar char="•"/>
            </a:pPr>
            <a:r>
              <a:rPr lang="en-US" sz="1300" b="0" dirty="0">
                <a:solidFill>
                  <a:srgbClr val="0F1A2A"/>
                </a:solidFill>
                <a:latin typeface="DM Sans"/>
                <a:ea typeface="DM Sans"/>
                <a:cs typeface="DM Sans"/>
                <a:sym typeface="DM Sans"/>
              </a:rPr>
              <a:t>Edit, remove or censor any fact</a:t>
            </a:r>
          </a:p>
          <a:p>
            <a:pPr marL="171450" indent="-171450">
              <a:spcAft>
                <a:spcPts val="500"/>
              </a:spcAft>
              <a:buClr>
                <a:srgbClr val="0FA968"/>
              </a:buClr>
              <a:buFont typeface="Arial"/>
              <a:buChar char="•"/>
            </a:pPr>
            <a:r>
              <a:rPr lang="en-US" sz="1300" b="0" dirty="0">
                <a:solidFill>
                  <a:srgbClr val="0F1A2A"/>
                </a:solidFill>
                <a:latin typeface="DM Sans"/>
                <a:ea typeface="DM Sans"/>
                <a:cs typeface="DM Sans"/>
                <a:sym typeface="DM Sans"/>
              </a:rPr>
              <a:t>Tested on 9 NVIDIA Nemotron personas</a:t>
            </a:r>
          </a:p>
        </p:txBody>
      </p:sp>
      <p:sp>
        <p:nvSpPr>
          <p:cNvPr id="501" name="Next card"/>
          <p:cNvSpPr/>
          <p:nvPr/>
        </p:nvSpPr>
        <p:spPr>
          <a:xfrm>
            <a:off x="4673600" y="1244600"/>
            <a:ext cx="4013200" cy="3454400"/>
          </a:xfrm>
          <a:prstGeom prst="roundRect">
            <a:avLst>
              <a:gd name="adj" fmla="val 4412"/>
            </a:avLst>
          </a:prstGeom>
          <a:solidFill>
            <a:srgbClr val="FFFFFF"/>
          </a:solidFill>
          <a:ln w="12700">
            <a:solidFill>
              <a:srgbClr val="E5E7EB"/>
            </a:solidFill>
          </a:ln>
        </p:spPr>
        <p:txBody>
          <a:bodyPr wrap="square" lIns="228600" tIns="203200" rIns="228600" bIns="50800" anchor="t">
            <a:noAutofit/>
          </a:bodyPr>
          <a:lstStyle/>
          <a:p>
            <a:pPr marL="0" indent="0" algn="l">
              <a:spcAft>
                <a:spcPts val="800"/>
              </a:spcAft>
              <a:buNone/>
            </a:pPr>
            <a:r>
              <a:rPr lang="en-US" sz="1500" b="0" dirty="0">
                <a:solidFill>
                  <a:srgbClr val="5B6575"/>
                </a:solidFill>
                <a:latin typeface="Sora SemiBold"/>
                <a:ea typeface="Sora SemiBold"/>
                <a:cs typeface="Sora SemiBold"/>
                <a:sym typeface="Sora SemiBold"/>
              </a:rPr>
              <a:t>Next</a:t>
            </a:r>
          </a:p>
          <a:p>
            <a:pPr marL="171450" indent="-171450">
              <a:spcAft>
                <a:spcPts val="500"/>
              </a:spcAft>
              <a:buClr>
                <a:srgbClr val="5B6575"/>
              </a:buClr>
              <a:buFont typeface="Arial"/>
              <a:buChar char="•"/>
            </a:pPr>
            <a:r>
              <a:rPr lang="en-US" sz="1300" b="0" dirty="0">
                <a:solidFill>
                  <a:srgbClr val="0F1A2A"/>
                </a:solidFill>
                <a:latin typeface="DM Sans"/>
                <a:ea typeface="DM Sans"/>
                <a:cs typeface="DM Sans"/>
                <a:sym typeface="DM Sans"/>
              </a:rPr>
              <a:t>Real Gmail and Google Drive sign-in</a:t>
            </a:r>
          </a:p>
          <a:p>
            <a:pPr marL="171450" indent="-171450">
              <a:spcAft>
                <a:spcPts val="500"/>
              </a:spcAft>
              <a:buClr>
                <a:srgbClr val="5B6575"/>
              </a:buClr>
              <a:buFont typeface="Arial"/>
              <a:buChar char="•"/>
            </a:pPr>
            <a:r>
              <a:rPr lang="en-US" sz="1300" b="0" dirty="0">
                <a:solidFill>
                  <a:srgbClr val="0F1A2A"/>
                </a:solidFill>
                <a:latin typeface="DM Sans"/>
                <a:ea typeface="DM Sans"/>
                <a:cs typeface="DM Sans"/>
                <a:sym typeface="DM Sans"/>
              </a:rPr>
              <a:t>Encryption at rest</a:t>
            </a:r>
          </a:p>
          <a:p>
            <a:pPr marL="171450" indent="-171450">
              <a:spcAft>
                <a:spcPts val="500"/>
              </a:spcAft>
              <a:buClr>
                <a:srgbClr val="5B6575"/>
              </a:buClr>
              <a:buFont typeface="Arial"/>
              <a:buChar char="•"/>
            </a:pPr>
            <a:r>
              <a:rPr lang="en-US" sz="1300" b="0" dirty="0">
                <a:solidFill>
                  <a:srgbClr val="0F1A2A"/>
                </a:solidFill>
                <a:latin typeface="DM Sans"/>
                <a:ea typeface="DM Sans"/>
                <a:cs typeface="DM Sans"/>
                <a:sym typeface="DM Sans"/>
              </a:rPr>
              <a:t>Bank and wallet connectors</a:t>
            </a:r>
          </a:p>
          <a:p>
            <a:pPr marL="171450" indent="-171450">
              <a:spcAft>
                <a:spcPts val="500"/>
              </a:spcAft>
              <a:buClr>
                <a:srgbClr val="5B6575"/>
              </a:buClr>
              <a:buFont typeface="Arial"/>
              <a:buChar char="•"/>
            </a:pPr>
            <a:r>
              <a:rPr lang="en-US" sz="1300" b="0" dirty="0">
                <a:solidFill>
                  <a:srgbClr val="0F1A2A"/>
                </a:solidFill>
                <a:latin typeface="DM Sans"/>
                <a:ea typeface="DM Sans"/>
                <a:cs typeface="DM Sans"/>
                <a:sym typeface="DM Sans"/>
              </a:rPr>
              <a:t>A form standard any business can adopt</a:t>
            </a:r>
          </a:p>
        </p:txBody>
      </p:sp>
    </p:spTree>
    <p:extLst>
      <p:ext uri="{BB962C8B-B14F-4D97-AF65-F5344CB8AC3E}">
        <p14:creationId xmlns:p14="http://schemas.microsoft.com/office/powerpoint/2010/main" val="41874365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6F7F9"/>
        </a:solidFill>
        <a:effectLst/>
      </p:bgPr>
    </p:bg>
    <p:spTree>
      <p:nvGrpSpPr>
        <p:cNvPr id="1" name="Shape 165"/>
        <p:cNvGrpSpPr/>
        <p:nvPr/>
      </p:nvGrpSpPr>
      <p:grpSpPr>
        <a:xfrm>
          <a:off x="0" y="0"/>
          <a:ext cx="0" cy="0"/>
          <a:chOff x="0" y="0"/>
          <a:chExt cx="0" cy="0"/>
        </a:xfrm>
      </p:grpSpPr>
      <p:sp>
        <p:nvSpPr>
          <p:cNvPr id="166" name="Google Shape;166;p18"/>
          <p:cNvSpPr txBox="1"/>
          <p:nvPr/>
        </p:nvSpPr>
        <p:spPr>
          <a:xfrm>
            <a:off x="320040" y="304800"/>
            <a:ext cx="8503800" cy="1028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800" b="0">
                <a:solidFill>
                  <a:srgbClr val="0F1A2A"/>
                </a:solidFill>
                <a:latin typeface="Sora SemiBold"/>
                <a:ea typeface="Sora SemiBold"/>
                <a:cs typeface="Sora SemiBold"/>
                <a:sym typeface="Sora SemiBold"/>
              </a:rPr>
              <a:t>How it's built</a:t>
            </a:r>
            <a:endParaRPr sz="2700" b="0">
              <a:solidFill>
                <a:srgbClr val="0F1A2A"/>
              </a:solidFill>
              <a:latin typeface="Sora SemiBold"/>
              <a:ea typeface="Sora SemiBold"/>
              <a:cs typeface="Sora SemiBold"/>
              <a:sym typeface="Sora SemiBold"/>
            </a:endParaRPr>
          </a:p>
        </p:txBody>
      </p:sp>
      <p:sp>
        <p:nvSpPr>
          <p:cNvPr id="500" name="App tag"/>
          <p:cNvSpPr/>
          <p:nvPr/>
        </p:nvSpPr>
        <p:spPr>
          <a:xfrm>
            <a:off x="457200" y="1320800"/>
            <a:ext cx="889000" cy="685800"/>
          </a:xfrm>
          <a:prstGeom prst="rect">
            <a:avLst/>
          </a:prstGeom>
          <a:noFill/>
          <a:ln>
            <a:noFill/>
          </a:ln>
        </p:spPr>
        <p:txBody>
          <a:bodyPr wrap="square" lIns="0" tIns="50800" rIns="0" bIns="50800" anchor="ctr">
            <a:noAutofit/>
          </a:bodyPr>
          <a:lstStyle/>
          <a:p>
            <a:pPr marL="0" indent="0" algn="l">
              <a:spcAft>
                <a:spcPts val="0"/>
              </a:spcAft>
              <a:buNone/>
            </a:pPr>
            <a:r>
              <a:rPr lang="en-US" sz="1200" b="0" dirty="0">
                <a:solidFill>
                  <a:srgbClr val="5B6575"/>
                </a:solidFill>
                <a:latin typeface="Sora SemiBold"/>
                <a:ea typeface="Sora SemiBold"/>
                <a:cs typeface="Sora SemiBold"/>
                <a:sym typeface="Sora SemiBold"/>
              </a:rPr>
              <a:t>App</a:t>
            </a:r>
          </a:p>
        </p:txBody>
      </p:sp>
      <p:sp>
        <p:nvSpPr>
          <p:cNvPr id="501" name="App layer"/>
          <p:cNvSpPr/>
          <p:nvPr/>
        </p:nvSpPr>
        <p:spPr>
          <a:xfrm>
            <a:off x="1397000" y="1320800"/>
            <a:ext cx="4191000" cy="685800"/>
          </a:xfrm>
          <a:prstGeom prst="roundRect">
            <a:avLst>
              <a:gd name="adj" fmla="val 22222"/>
            </a:avLst>
          </a:prstGeom>
          <a:solidFill>
            <a:srgbClr val="FFFFFF"/>
          </a:solidFill>
          <a:ln w="12700">
            <a:solidFill>
              <a:srgbClr val="E5E7EB"/>
            </a:solidFill>
          </a:ln>
        </p:spPr>
        <p:txBody>
          <a:bodyPr wrap="square" lIns="203200" tIns="50800" rIns="203200" bIns="50800" anchor="ctr">
            <a:noAutofit/>
          </a:bodyPr>
          <a:lstStyle/>
          <a:p>
            <a:pPr marL="0" indent="0" algn="l">
              <a:spcAft>
                <a:spcPts val="0"/>
              </a:spcAft>
              <a:buNone/>
            </a:pPr>
            <a:r>
              <a:rPr lang="en-US" sz="1500" b="0" dirty="0">
                <a:solidFill>
                  <a:srgbClr val="0F1A2A"/>
                </a:solidFill>
                <a:latin typeface="DM Sans"/>
                <a:ea typeface="DM Sans"/>
                <a:cs typeface="DM Sans"/>
                <a:sym typeface="DM Sans"/>
              </a:rPr>
              <a:t>Next.js and TypeScript</a:t>
            </a:r>
          </a:p>
        </p:txBody>
      </p:sp>
      <p:sp>
        <p:nvSpPr>
          <p:cNvPr id="502" name="AI tag"/>
          <p:cNvSpPr/>
          <p:nvPr/>
        </p:nvSpPr>
        <p:spPr>
          <a:xfrm>
            <a:off x="457200" y="2133600"/>
            <a:ext cx="889000" cy="685800"/>
          </a:xfrm>
          <a:prstGeom prst="rect">
            <a:avLst/>
          </a:prstGeom>
          <a:noFill/>
          <a:ln>
            <a:noFill/>
          </a:ln>
        </p:spPr>
        <p:txBody>
          <a:bodyPr wrap="square" lIns="0" tIns="50800" rIns="0" bIns="50800" anchor="ctr">
            <a:noAutofit/>
          </a:bodyPr>
          <a:lstStyle/>
          <a:p>
            <a:pPr marL="0" indent="0" algn="l">
              <a:spcAft>
                <a:spcPts val="0"/>
              </a:spcAft>
              <a:buNone/>
            </a:pPr>
            <a:r>
              <a:rPr lang="en-US" sz="1200" b="0" dirty="0">
                <a:solidFill>
                  <a:srgbClr val="5B6575"/>
                </a:solidFill>
                <a:latin typeface="Sora SemiBold"/>
                <a:ea typeface="Sora SemiBold"/>
                <a:cs typeface="Sora SemiBold"/>
                <a:sym typeface="Sora SemiBold"/>
              </a:rPr>
              <a:t>AI</a:t>
            </a:r>
          </a:p>
        </p:txBody>
      </p:sp>
      <p:sp>
        <p:nvSpPr>
          <p:cNvPr id="503" name="AI layer"/>
          <p:cNvSpPr/>
          <p:nvPr/>
        </p:nvSpPr>
        <p:spPr>
          <a:xfrm>
            <a:off x="1397000" y="2133600"/>
            <a:ext cx="4191000" cy="685800"/>
          </a:xfrm>
          <a:prstGeom prst="roundRect">
            <a:avLst>
              <a:gd name="adj" fmla="val 22222"/>
            </a:avLst>
          </a:prstGeom>
          <a:solidFill>
            <a:srgbClr val="FFFFFF"/>
          </a:solidFill>
          <a:ln w="19050">
            <a:solidFill>
              <a:srgbClr val="0FA968"/>
            </a:solidFill>
          </a:ln>
        </p:spPr>
        <p:txBody>
          <a:bodyPr wrap="square" lIns="203200" tIns="50800" rIns="203200" bIns="50800" anchor="ctr">
            <a:noAutofit/>
          </a:bodyPr>
          <a:lstStyle/>
          <a:p>
            <a:pPr marL="0" indent="0" algn="l">
              <a:spcAft>
                <a:spcPts val="0"/>
              </a:spcAft>
              <a:buNone/>
            </a:pPr>
            <a:r>
              <a:rPr lang="en-US" sz="1500" b="0" dirty="0">
                <a:solidFill>
                  <a:srgbClr val="0F1A2A"/>
                </a:solidFill>
                <a:latin typeface="DM Sans"/>
                <a:ea typeface="DM Sans"/>
                <a:cs typeface="DM Sans"/>
                <a:sym typeface="DM Sans"/>
              </a:rPr>
              <a:t>Gemini (fast model, larger ones when busy)</a:t>
            </a:r>
          </a:p>
        </p:txBody>
      </p:sp>
      <p:sp>
        <p:nvSpPr>
          <p:cNvPr id="504" name="Data tag"/>
          <p:cNvSpPr/>
          <p:nvPr/>
        </p:nvSpPr>
        <p:spPr>
          <a:xfrm>
            <a:off x="457200" y="2946400"/>
            <a:ext cx="889000" cy="685800"/>
          </a:xfrm>
          <a:prstGeom prst="rect">
            <a:avLst/>
          </a:prstGeom>
          <a:noFill/>
          <a:ln>
            <a:noFill/>
          </a:ln>
        </p:spPr>
        <p:txBody>
          <a:bodyPr wrap="square" lIns="0" tIns="50800" rIns="0" bIns="50800" anchor="ctr">
            <a:noAutofit/>
          </a:bodyPr>
          <a:lstStyle/>
          <a:p>
            <a:pPr marL="0" indent="0" algn="l">
              <a:spcAft>
                <a:spcPts val="0"/>
              </a:spcAft>
              <a:buNone/>
            </a:pPr>
            <a:r>
              <a:rPr lang="en-US" sz="1200" b="0" dirty="0">
                <a:solidFill>
                  <a:srgbClr val="5B6575"/>
                </a:solidFill>
                <a:latin typeface="Sora SemiBold"/>
                <a:ea typeface="Sora SemiBold"/>
                <a:cs typeface="Sora SemiBold"/>
                <a:sym typeface="Sora SemiBold"/>
              </a:rPr>
              <a:t>Data</a:t>
            </a:r>
          </a:p>
        </p:txBody>
      </p:sp>
      <p:sp>
        <p:nvSpPr>
          <p:cNvPr id="505" name="Data layer"/>
          <p:cNvSpPr/>
          <p:nvPr/>
        </p:nvSpPr>
        <p:spPr>
          <a:xfrm>
            <a:off x="1397000" y="2946400"/>
            <a:ext cx="4191000" cy="685800"/>
          </a:xfrm>
          <a:prstGeom prst="roundRect">
            <a:avLst>
              <a:gd name="adj" fmla="val 22222"/>
            </a:avLst>
          </a:prstGeom>
          <a:solidFill>
            <a:srgbClr val="FFFFFF"/>
          </a:solidFill>
          <a:ln w="12700">
            <a:solidFill>
              <a:srgbClr val="E5E7EB"/>
            </a:solidFill>
          </a:ln>
        </p:spPr>
        <p:txBody>
          <a:bodyPr wrap="square" lIns="203200" tIns="50800" rIns="203200" bIns="50800" anchor="ctr">
            <a:noAutofit/>
          </a:bodyPr>
          <a:lstStyle/>
          <a:p>
            <a:pPr marL="0" indent="0" algn="l">
              <a:spcAft>
                <a:spcPts val="0"/>
              </a:spcAft>
              <a:buNone/>
            </a:pPr>
            <a:r>
              <a:rPr lang="en-US" sz="1500" b="0" dirty="0">
                <a:solidFill>
                  <a:srgbClr val="0F1A2A"/>
                </a:solidFill>
                <a:latin typeface="DM Sans"/>
                <a:ea typeface="DM Sans"/>
                <a:cs typeface="DM Sans"/>
                <a:sym typeface="DM Sans"/>
              </a:rPr>
              <a:t>SQLite</a:t>
            </a:r>
          </a:p>
        </p:txBody>
      </p:sp>
      <p:sp>
        <p:nvSpPr>
          <p:cNvPr id="506" name="Hosting tag"/>
          <p:cNvSpPr/>
          <p:nvPr/>
        </p:nvSpPr>
        <p:spPr>
          <a:xfrm>
            <a:off x="457200" y="3759200"/>
            <a:ext cx="889000" cy="685800"/>
          </a:xfrm>
          <a:prstGeom prst="rect">
            <a:avLst/>
          </a:prstGeom>
          <a:noFill/>
          <a:ln>
            <a:noFill/>
          </a:ln>
        </p:spPr>
        <p:txBody>
          <a:bodyPr wrap="square" lIns="0" tIns="50800" rIns="0" bIns="50800" anchor="ctr">
            <a:noAutofit/>
          </a:bodyPr>
          <a:lstStyle/>
          <a:p>
            <a:pPr marL="0" indent="0" algn="l">
              <a:spcAft>
                <a:spcPts val="0"/>
              </a:spcAft>
              <a:buNone/>
            </a:pPr>
            <a:r>
              <a:rPr lang="en-US" sz="1200" b="0" dirty="0">
                <a:solidFill>
                  <a:srgbClr val="5B6575"/>
                </a:solidFill>
                <a:latin typeface="Sora SemiBold"/>
                <a:ea typeface="Sora SemiBold"/>
                <a:cs typeface="Sora SemiBold"/>
                <a:sym typeface="Sora SemiBold"/>
              </a:rPr>
              <a:t>Hosting</a:t>
            </a:r>
          </a:p>
        </p:txBody>
      </p:sp>
      <p:sp>
        <p:nvSpPr>
          <p:cNvPr id="507" name="Hosting layer"/>
          <p:cNvSpPr/>
          <p:nvPr/>
        </p:nvSpPr>
        <p:spPr>
          <a:xfrm>
            <a:off x="1397000" y="3759200"/>
            <a:ext cx="4191000" cy="685800"/>
          </a:xfrm>
          <a:prstGeom prst="roundRect">
            <a:avLst>
              <a:gd name="adj" fmla="val 22222"/>
            </a:avLst>
          </a:prstGeom>
          <a:solidFill>
            <a:srgbClr val="FFFFFF"/>
          </a:solidFill>
          <a:ln w="12700">
            <a:solidFill>
              <a:srgbClr val="E5E7EB"/>
            </a:solidFill>
          </a:ln>
        </p:spPr>
        <p:txBody>
          <a:bodyPr wrap="square" lIns="203200" tIns="50800" rIns="203200" bIns="50800" anchor="ctr">
            <a:noAutofit/>
          </a:bodyPr>
          <a:lstStyle/>
          <a:p>
            <a:pPr marL="0" indent="0" algn="l">
              <a:spcAft>
                <a:spcPts val="0"/>
              </a:spcAft>
              <a:buNone/>
            </a:pPr>
            <a:r>
              <a:rPr lang="en-US" sz="1500" b="0" dirty="0">
                <a:solidFill>
                  <a:srgbClr val="0F1A2A"/>
                </a:solidFill>
                <a:latin typeface="DM Sans"/>
                <a:ea typeface="DM Sans"/>
                <a:cs typeface="DM Sans"/>
                <a:sym typeface="DM Sans"/>
              </a:rPr>
              <a:t>Docker on Dokploy</a:t>
            </a:r>
          </a:p>
        </p:txBody>
      </p:sp>
      <p:sp>
        <p:nvSpPr>
          <p:cNvPr id="508" name="Handoff note"/>
          <p:cNvSpPr/>
          <p:nvPr/>
        </p:nvSpPr>
        <p:spPr>
          <a:xfrm>
            <a:off x="6045200" y="1320800"/>
            <a:ext cx="2641600" cy="1498600"/>
          </a:xfrm>
          <a:prstGeom prst="roundRect">
            <a:avLst>
              <a:gd name="adj" fmla="val 5769"/>
            </a:avLst>
          </a:prstGeom>
          <a:solidFill>
            <a:srgbClr val="FFFFFF"/>
          </a:solidFill>
          <a:ln w="12700">
            <a:solidFill>
              <a:srgbClr val="E5E7EB"/>
            </a:solidFill>
          </a:ln>
        </p:spPr>
        <p:txBody>
          <a:bodyPr wrap="square" lIns="203200" tIns="203200" rIns="203200" bIns="50800" anchor="t">
            <a:noAutofit/>
          </a:bodyPr>
          <a:lstStyle/>
          <a:p>
            <a:pPr marL="0" indent="0" algn="l">
              <a:spcAft>
                <a:spcPts val="600"/>
              </a:spcAft>
              <a:buNone/>
            </a:pPr>
            <a:r>
              <a:rPr lang="en-US" sz="1300" b="0" dirty="0">
                <a:solidFill>
                  <a:srgbClr val="0FA968"/>
                </a:solidFill>
                <a:latin typeface="Sora SemiBold"/>
                <a:ea typeface="Sora SemiBold"/>
                <a:cs typeface="Sora SemiBold"/>
                <a:sym typeface="Sora SemiBold"/>
              </a:rPr>
              <a:t>Handoff</a:t>
            </a:r>
          </a:p>
          <a:p>
            <a:pPr marL="0" indent="0" algn="l">
              <a:spcAft>
                <a:spcPts val="0"/>
              </a:spcAft>
              <a:buNone/>
            </a:pPr>
            <a:r>
              <a:rPr lang="en-US" sz="1400" b="0" dirty="0">
                <a:solidFill>
                  <a:srgbClr val="0F1A2A"/>
                </a:solidFill>
                <a:latin typeface="DM Sans"/>
                <a:ea typeface="DM Sans"/>
                <a:cs typeface="DM Sans"/>
                <a:sym typeface="DM Sans"/>
              </a:rPr>
              <a:t>The answers go back to the business by popup message, or by redirect if popups are blocked.</a:t>
            </a:r>
          </a:p>
        </p:txBody>
      </p:sp>
    </p:spTree>
    <p:extLst>
      <p:ext uri="{BB962C8B-B14F-4D97-AF65-F5344CB8AC3E}">
        <p14:creationId xmlns:p14="http://schemas.microsoft.com/office/powerpoint/2010/main" val="41848190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6F7F9"/>
        </a:solidFill>
        <a:effectLst/>
      </p:bgPr>
    </p:bg>
    <p:spTree>
      <p:nvGrpSpPr>
        <p:cNvPr id="1" name="Shape 165"/>
        <p:cNvGrpSpPr/>
        <p:nvPr/>
      </p:nvGrpSpPr>
      <p:grpSpPr>
        <a:xfrm>
          <a:off x="0" y="0"/>
          <a:ext cx="0" cy="0"/>
          <a:chOff x="0" y="0"/>
          <a:chExt cx="0" cy="0"/>
        </a:xfrm>
      </p:grpSpPr>
      <p:sp>
        <p:nvSpPr>
          <p:cNvPr id="166" name="Google Shape;166;p18"/>
          <p:cNvSpPr txBox="1"/>
          <p:nvPr/>
        </p:nvSpPr>
        <p:spPr>
          <a:xfrm>
            <a:off x="320040" y="304800"/>
            <a:ext cx="8503800" cy="1028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800" b="0">
                <a:solidFill>
                  <a:srgbClr val="0F1A2A"/>
                </a:solidFill>
                <a:latin typeface="Sora SemiBold"/>
                <a:ea typeface="Sora SemiBold"/>
                <a:cs typeface="Sora SemiBold"/>
                <a:sym typeface="Sora SemiBold"/>
              </a:rPr>
              <a:t>Your twin works everywhere</a:t>
            </a:r>
            <a:endParaRPr sz="2700" b="0">
              <a:solidFill>
                <a:srgbClr val="0F1A2A"/>
              </a:solidFill>
              <a:latin typeface="Sora SemiBold"/>
              <a:ea typeface="Sora SemiBold"/>
              <a:cs typeface="Sora SemiBold"/>
              <a:sym typeface="Sora SemiBold"/>
            </a:endParaRPr>
          </a:p>
        </p:txBody>
      </p:sp>
      <p:cxnSp>
        <p:nvCxnSpPr>
          <p:cNvPr id="500" name="Spoke"/>
          <p:cNvCxnSpPr/>
          <p:nvPr/>
        </p:nvCxnSpPr>
        <p:spPr>
          <a:xfrm flipH="1" flipV="1">
            <a:off x="3048000" y="1676400"/>
            <a:ext cx="889037" cy="651960"/>
          </a:xfrm>
          <a:prstGeom prst="straightConnector1">
            <a:avLst/>
          </a:prstGeom>
          <a:ln w="19050">
            <a:solidFill>
              <a:srgbClr val="5B6575"/>
            </a:solidFill>
          </a:ln>
        </p:spPr>
      </p:cxnSp>
      <p:cxnSp>
        <p:nvCxnSpPr>
          <p:cNvPr id="501" name="Spoke"/>
          <p:cNvCxnSpPr/>
          <p:nvPr/>
        </p:nvCxnSpPr>
        <p:spPr>
          <a:xfrm flipV="1">
            <a:off x="5206963" y="1676400"/>
            <a:ext cx="889037" cy="651960"/>
          </a:xfrm>
          <a:prstGeom prst="straightConnector1">
            <a:avLst/>
          </a:prstGeom>
          <a:ln w="19050">
            <a:solidFill>
              <a:srgbClr val="5B6575"/>
            </a:solidFill>
          </a:ln>
        </p:spPr>
      </p:cxnSp>
      <p:cxnSp>
        <p:nvCxnSpPr>
          <p:cNvPr id="502" name="Spoke"/>
          <p:cNvCxnSpPr/>
          <p:nvPr/>
        </p:nvCxnSpPr>
        <p:spPr>
          <a:xfrm flipH="1">
            <a:off x="3048000" y="3259640"/>
            <a:ext cx="889037" cy="651960"/>
          </a:xfrm>
          <a:prstGeom prst="straightConnector1">
            <a:avLst/>
          </a:prstGeom>
          <a:ln w="19050">
            <a:solidFill>
              <a:srgbClr val="5B6575"/>
            </a:solidFill>
          </a:ln>
        </p:spPr>
      </p:cxnSp>
      <p:cxnSp>
        <p:nvCxnSpPr>
          <p:cNvPr id="503" name="Spoke"/>
          <p:cNvCxnSpPr/>
          <p:nvPr/>
        </p:nvCxnSpPr>
        <p:spPr>
          <a:xfrm>
            <a:off x="5206963" y="3259640"/>
            <a:ext cx="889037" cy="651960"/>
          </a:xfrm>
          <a:prstGeom prst="straightConnector1">
            <a:avLst/>
          </a:prstGeom>
          <a:ln w="19050">
            <a:solidFill>
              <a:srgbClr val="5B6575"/>
            </a:solidFill>
          </a:ln>
        </p:spPr>
      </p:cxnSp>
      <p:sp>
        <p:nvSpPr>
          <p:cNvPr id="504" name="T‑Mobile"/>
          <p:cNvSpPr/>
          <p:nvPr/>
        </p:nvSpPr>
        <p:spPr>
          <a:xfrm>
            <a:off x="1016000" y="1397000"/>
            <a:ext cx="2032000" cy="558800"/>
          </a:xfrm>
          <a:prstGeom prst="roundRect">
            <a:avLst>
              <a:gd name="adj" fmla="val 27273"/>
            </a:avLst>
          </a:prstGeom>
          <a:solidFill>
            <a:srgbClr val="FFFFFF"/>
          </a:solidFill>
          <a:ln w="12700">
            <a:solidFill>
              <a:srgbClr val="E5E7EB"/>
            </a:solidFill>
          </a:ln>
        </p:spPr>
        <p:txBody>
          <a:bodyPr wrap="square" lIns="101600" tIns="50800" rIns="101600" bIns="50800" anchor="ctr">
            <a:noAutofit/>
          </a:bodyPr>
          <a:lstStyle/>
          <a:p>
            <a:pPr marL="0" indent="0" algn="ctr">
              <a:spcAft>
                <a:spcPts val="0"/>
              </a:spcAft>
              <a:buNone/>
            </a:pPr>
            <a:r>
              <a:rPr lang="en-US" sz="1400" b="0" dirty="0">
                <a:solidFill>
                  <a:srgbClr val="0F1A2A"/>
                </a:solidFill>
                <a:latin typeface="Sora SemiBold"/>
                <a:ea typeface="Sora SemiBold"/>
                <a:cs typeface="Sora SemiBold"/>
                <a:sym typeface="Sora SemiBold"/>
              </a:rPr>
              <a:t>T‑Mobile</a:t>
            </a:r>
          </a:p>
        </p:txBody>
      </p:sp>
      <p:sp>
        <p:nvSpPr>
          <p:cNvPr id="505" name="A bank"/>
          <p:cNvSpPr/>
          <p:nvPr/>
        </p:nvSpPr>
        <p:spPr>
          <a:xfrm>
            <a:off x="6096000" y="1397000"/>
            <a:ext cx="2032000" cy="558800"/>
          </a:xfrm>
          <a:prstGeom prst="roundRect">
            <a:avLst>
              <a:gd name="adj" fmla="val 27273"/>
            </a:avLst>
          </a:prstGeom>
          <a:solidFill>
            <a:srgbClr val="FFFFFF"/>
          </a:solidFill>
          <a:ln w="12700">
            <a:solidFill>
              <a:srgbClr val="E5E7EB"/>
            </a:solidFill>
          </a:ln>
        </p:spPr>
        <p:txBody>
          <a:bodyPr wrap="square" lIns="101600" tIns="50800" rIns="101600" bIns="50800" anchor="ctr">
            <a:noAutofit/>
          </a:bodyPr>
          <a:lstStyle/>
          <a:p>
            <a:pPr marL="0" indent="0" algn="ctr">
              <a:spcAft>
                <a:spcPts val="0"/>
              </a:spcAft>
              <a:buNone/>
            </a:pPr>
            <a:r>
              <a:rPr lang="en-US" sz="1400" b="0" dirty="0">
                <a:solidFill>
                  <a:srgbClr val="0F1A2A"/>
                </a:solidFill>
                <a:latin typeface="Sora SemiBold"/>
                <a:ea typeface="Sora SemiBold"/>
                <a:cs typeface="Sora SemiBold"/>
                <a:sym typeface="Sora SemiBold"/>
              </a:rPr>
              <a:t>A bank</a:t>
            </a:r>
          </a:p>
        </p:txBody>
      </p:sp>
      <p:sp>
        <p:nvSpPr>
          <p:cNvPr id="506" name="A landlord"/>
          <p:cNvSpPr/>
          <p:nvPr/>
        </p:nvSpPr>
        <p:spPr>
          <a:xfrm>
            <a:off x="1016000" y="3632200"/>
            <a:ext cx="2032000" cy="558800"/>
          </a:xfrm>
          <a:prstGeom prst="roundRect">
            <a:avLst>
              <a:gd name="adj" fmla="val 27273"/>
            </a:avLst>
          </a:prstGeom>
          <a:solidFill>
            <a:srgbClr val="FFFFFF"/>
          </a:solidFill>
          <a:ln w="12700">
            <a:solidFill>
              <a:srgbClr val="E5E7EB"/>
            </a:solidFill>
          </a:ln>
        </p:spPr>
        <p:txBody>
          <a:bodyPr wrap="square" lIns="101600" tIns="50800" rIns="101600" bIns="50800" anchor="ctr">
            <a:noAutofit/>
          </a:bodyPr>
          <a:lstStyle/>
          <a:p>
            <a:pPr marL="0" indent="0" algn="ctr">
              <a:spcAft>
                <a:spcPts val="0"/>
              </a:spcAft>
              <a:buNone/>
            </a:pPr>
            <a:r>
              <a:rPr lang="en-US" sz="1400" b="0" dirty="0">
                <a:solidFill>
                  <a:srgbClr val="0F1A2A"/>
                </a:solidFill>
                <a:latin typeface="Sora SemiBold"/>
                <a:ea typeface="Sora SemiBold"/>
                <a:cs typeface="Sora SemiBold"/>
                <a:sym typeface="Sora SemiBold"/>
              </a:rPr>
              <a:t>A landlord</a:t>
            </a:r>
          </a:p>
        </p:txBody>
      </p:sp>
      <p:sp>
        <p:nvSpPr>
          <p:cNvPr id="507" name="An airline"/>
          <p:cNvSpPr/>
          <p:nvPr/>
        </p:nvSpPr>
        <p:spPr>
          <a:xfrm>
            <a:off x="6096000" y="3632200"/>
            <a:ext cx="2032000" cy="558800"/>
          </a:xfrm>
          <a:prstGeom prst="roundRect">
            <a:avLst>
              <a:gd name="adj" fmla="val 27273"/>
            </a:avLst>
          </a:prstGeom>
          <a:solidFill>
            <a:srgbClr val="FFFFFF"/>
          </a:solidFill>
          <a:ln w="12700">
            <a:solidFill>
              <a:srgbClr val="E5E7EB"/>
            </a:solidFill>
          </a:ln>
        </p:spPr>
        <p:txBody>
          <a:bodyPr wrap="square" lIns="101600" tIns="50800" rIns="101600" bIns="50800" anchor="ctr">
            <a:noAutofit/>
          </a:bodyPr>
          <a:lstStyle/>
          <a:p>
            <a:pPr marL="0" indent="0" algn="ctr">
              <a:spcAft>
                <a:spcPts val="0"/>
              </a:spcAft>
              <a:buNone/>
            </a:pPr>
            <a:r>
              <a:rPr lang="en-US" sz="1400" b="0" dirty="0">
                <a:solidFill>
                  <a:srgbClr val="0F1A2A"/>
                </a:solidFill>
                <a:latin typeface="Sora SemiBold"/>
                <a:ea typeface="Sora SemiBold"/>
                <a:cs typeface="Sora SemiBold"/>
                <a:sym typeface="Sora SemiBold"/>
              </a:rPr>
              <a:t>An airline</a:t>
            </a:r>
          </a:p>
        </p:txBody>
      </p:sp>
      <p:sp>
        <p:nvSpPr>
          <p:cNvPr id="508" name="Alex Chen's twin"/>
          <p:cNvSpPr/>
          <p:nvPr/>
        </p:nvSpPr>
        <p:spPr>
          <a:xfrm>
            <a:off x="3784600" y="2006600"/>
            <a:ext cx="1574800" cy="1574800"/>
          </a:xfrm>
          <a:prstGeom prst="ellipse">
            <a:avLst/>
          </a:prstGeom>
          <a:solidFill>
            <a:srgbClr val="0FA968"/>
          </a:solidFill>
          <a:ln>
            <a:noFill/>
          </a:ln>
        </p:spPr>
        <p:txBody>
          <a:bodyPr wrap="square" lIns="127000" tIns="50800" rIns="127000" bIns="50800" anchor="ctr">
            <a:noAutofit/>
          </a:bodyPr>
          <a:lstStyle/>
          <a:p>
            <a:pPr marL="0" indent="0" algn="ctr">
              <a:spcAft>
                <a:spcPts val="0"/>
              </a:spcAft>
              <a:buNone/>
            </a:pPr>
            <a:r>
              <a:rPr lang="en-US" sz="1400" b="0" dirty="0">
                <a:solidFill>
                  <a:srgbClr val="0F1A2A"/>
                </a:solidFill>
                <a:latin typeface="Sora SemiBold"/>
                <a:ea typeface="Sora SemiBold"/>
                <a:cs typeface="Sora SemiBold"/>
                <a:sym typeface="Sora SemiBold"/>
              </a:rPr>
              <a:t>Alex Chen's twin</a:t>
            </a:r>
          </a:p>
        </p:txBody>
      </p:sp>
      <p:sp>
        <p:nvSpPr>
          <p:cNvPr id="509" name="Closing line"/>
          <p:cNvSpPr/>
          <p:nvPr/>
        </p:nvSpPr>
        <p:spPr>
          <a:xfrm>
            <a:off x="457200" y="4445000"/>
            <a:ext cx="8229600" cy="279400"/>
          </a:xfrm>
          <a:prstGeom prst="rect">
            <a:avLst/>
          </a:prstGeom>
          <a:noFill/>
          <a:ln>
            <a:noFill/>
          </a:ln>
        </p:spPr>
        <p:txBody>
          <a:bodyPr wrap="square" lIns="0" tIns="50800" rIns="0" bIns="50800" anchor="ctr">
            <a:noAutofit/>
          </a:bodyPr>
          <a:lstStyle/>
          <a:p>
            <a:pPr marL="0" indent="0" algn="ctr">
              <a:spcAft>
                <a:spcPts val="0"/>
              </a:spcAft>
              <a:buNone/>
            </a:pPr>
            <a:r>
              <a:rPr lang="en-US" sz="1400" b="0" dirty="0">
                <a:solidFill>
                  <a:srgbClr val="5B6575"/>
                </a:solidFill>
                <a:latin typeface="DM Sans"/>
                <a:ea typeface="DM Sans"/>
                <a:cs typeface="DM Sans"/>
                <a:sym typeface="DM Sans"/>
              </a:rPr>
              <a:t>Connect once, fill every form. One company alone can't offer that.</a:t>
            </a:r>
          </a:p>
        </p:txBody>
      </p:sp>
    </p:spTree>
    <p:extLst>
      <p:ext uri="{BB962C8B-B14F-4D97-AF65-F5344CB8AC3E}">
        <p14:creationId xmlns:p14="http://schemas.microsoft.com/office/powerpoint/2010/main" val="3735617238"/>
      </p:ext>
    </p:extLst>
  </p:cSld>
  <p:clrMapOvr>
    <a:masterClrMapping/>
  </p:clrMapOvr>
  <p:transition>
    <p:fade/>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E8847C2-B2D9-4441-B027-1832D65E2C9F}">
  <we:reference id="wa200010001" version="1.0.0.1" store="en-US" storeType="OMEX"/>
  <we:alternateReferences>
    <we:reference id="wa200010001" version="1.0.0.1" store="en-US" storeType="OMEX"/>
  </we:alternateReferences>
  <we:properties>
    <we:property name="claude.fileId" value="&quot;4466df98-db53-4186-adc8-7334c908b3f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252</TotalTime>
  <Words>3862</Words>
  <Application>Microsoft Macintosh PowerPoint</Application>
  <PresentationFormat>On-screen Show (16:9)</PresentationFormat>
  <Paragraphs>557</Paragraphs>
  <Slides>17</Slides>
  <Notes>17</Notes>
  <HiddenSlides>9</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Consolas</vt:lpstr>
      <vt:lpstr>DM Sans</vt:lpstr>
      <vt:lpstr>DM Sans Medium</vt:lpstr>
      <vt:lpstr>Inter</vt:lpstr>
      <vt:lpstr>Inter Display</vt:lpstr>
      <vt:lpstr>Sora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Microsoft Office User</cp:lastModifiedBy>
  <cp:revision>5</cp:revision>
  <dcterms:modified xsi:type="dcterms:W3CDTF">2026-10-18T08:35:13Z</dcterms:modified>
</cp:coreProperties>
</file>